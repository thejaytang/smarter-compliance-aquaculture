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A_60DCA09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5B_549EAE6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5C_1BD2E43E.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5D_D2E13074.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5E_F35B5EC9.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comments/modernComment_166_F46489BE.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2.xml" ContentType="application/vnd.openxmlformats-officedocument.presentationml.notesSlide+xml"/>
  <Override PartName="/ppt/comments/modernComment_161_B3F024CC.xml" ContentType="application/vnd.ms-powerpoint.comment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omments/modernComment_185_8C43C244.xml" ContentType="application/vnd.ms-powerpoint.comment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58_7BA9D825.xml" ContentType="application/vnd.ms-powerpoint.comments+xml"/>
  <Override PartName="/ppt/notesSlides/notesSlide4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9"/>
  </p:notesMasterIdLst>
  <p:handoutMasterIdLst>
    <p:handoutMasterId r:id="rId50"/>
  </p:handoutMasterIdLst>
  <p:sldIdLst>
    <p:sldId id="268" r:id="rId5"/>
    <p:sldId id="345" r:id="rId6"/>
    <p:sldId id="388" r:id="rId7"/>
    <p:sldId id="386" r:id="rId8"/>
    <p:sldId id="390" r:id="rId9"/>
    <p:sldId id="346" r:id="rId10"/>
    <p:sldId id="364" r:id="rId11"/>
    <p:sldId id="347" r:id="rId12"/>
    <p:sldId id="366" r:id="rId13"/>
    <p:sldId id="375" r:id="rId14"/>
    <p:sldId id="348" r:id="rId15"/>
    <p:sldId id="367" r:id="rId16"/>
    <p:sldId id="349" r:id="rId17"/>
    <p:sldId id="368" r:id="rId18"/>
    <p:sldId id="371" r:id="rId19"/>
    <p:sldId id="372" r:id="rId20"/>
    <p:sldId id="350" r:id="rId21"/>
    <p:sldId id="370" r:id="rId22"/>
    <p:sldId id="356" r:id="rId23"/>
    <p:sldId id="379" r:id="rId24"/>
    <p:sldId id="355" r:id="rId25"/>
    <p:sldId id="358" r:id="rId26"/>
    <p:sldId id="359" r:id="rId27"/>
    <p:sldId id="360" r:id="rId28"/>
    <p:sldId id="380" r:id="rId29"/>
    <p:sldId id="362" r:id="rId30"/>
    <p:sldId id="382" r:id="rId31"/>
    <p:sldId id="373" r:id="rId32"/>
    <p:sldId id="361" r:id="rId33"/>
    <p:sldId id="381" r:id="rId34"/>
    <p:sldId id="363" r:id="rId35"/>
    <p:sldId id="353" r:id="rId36"/>
    <p:sldId id="354" r:id="rId37"/>
    <p:sldId id="269" r:id="rId38"/>
    <p:sldId id="391" r:id="rId39"/>
    <p:sldId id="343" r:id="rId40"/>
    <p:sldId id="378" r:id="rId41"/>
    <p:sldId id="389" r:id="rId42"/>
    <p:sldId id="392" r:id="rId43"/>
    <p:sldId id="393" r:id="rId44"/>
    <p:sldId id="394" r:id="rId45"/>
    <p:sldId id="270" r:id="rId46"/>
    <p:sldId id="344" r:id="rId47"/>
    <p:sldId id="271" r:id="rId48"/>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993411-A353-D854-5360-D6931F8CA063}" name="Trodal, Stacey Maree" initials="TS" userId="S::stacey.maree.trodal@dnv.com::0e924ed9-970b-4c77-b738-129b7a1d7f23" providerId="AD"/>
  <p188:author id="{B69ED641-99E1-1EB1-1758-1B386D9F1726}" name="Hannevik, Martine Berglund" initials="MH" userId="S::Martine.Hannevik@dnv.com::2454fea4-b1fc-4389-b18a-db9279e2470a" providerId="AD"/>
  <p188:author id="{6202BD42-E9E5-82AA-B2EB-2CCA93391516}" name="Halton, Matthew" initials="" userId="S::Matthew.Halton@dnv.com::5a450597-6e06-43b7-8efd-952e587966a5" providerId="AD"/>
  <p188:author id="{05B1C955-0E8E-4947-3E66-E6D4566FB502}" name="Anand, Abhilash" initials="AA" userId="S::abhilash.anand@dnv.com::a139d490-bbe8-479b-ad25-a8f1f0f12e74" providerId="AD"/>
  <p188:author id="{5ABF88A7-294F-4E68-A13F-6FD326055ECB}" name="Holme, Finn Inderhaug (DNV External)" initials="HE" userId="S::finn.holme@dnv.com::1936f846-f696-4a3b-862f-5b1bc8372bce" providerId="AD"/>
  <p188:author id="{7BED67BD-90E1-4149-605D-85FE0FC42A00}" name="Panchi, Nabil" initials="PN" userId="S::nabil.panchi@dnv.com::a7b4373f-ebb9-49ad-a07e-5da98ec61332" providerId="AD"/>
  <p188:author id="{C2FE82D2-779C-0A4F-F0D1-B8CB6320AE66}" name="Panchi, Nabil" initials="" userId="S::Nabil.Panchi@dnv.com::a7b4373f-ebb9-49ad-a07e-5da98ec6133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F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042493-8DD2-4758-9A4D-80039F82A8B6}" v="11" dt="2026-04-28T09:06:39.2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comments/modernComment_15A_60DCA094.xml><?xml version="1.0" encoding="utf-8"?>
<p188:cmLst xmlns:a="http://schemas.openxmlformats.org/drawingml/2006/main" xmlns:r="http://schemas.openxmlformats.org/officeDocument/2006/relationships" xmlns:p188="http://schemas.microsoft.com/office/powerpoint/2018/8/main">
  <p188:cm id="{245A8FD0-ED0A-4C40-AB16-50FE33741FB7}" authorId="{B69ED641-99E1-1EB1-1758-1B386D9F1726}" status="resolved" created="2025-12-03T08:05:24.100">
    <ac:txMkLst xmlns:ac="http://schemas.microsoft.com/office/drawing/2013/main/command">
      <pc:docMk xmlns:pc="http://schemas.microsoft.com/office/powerpoint/2013/main/command"/>
      <pc:sldMk xmlns:pc="http://schemas.microsoft.com/office/powerpoint/2013/main/command" cId="1625071764" sldId="346"/>
      <ac:spMk id="32" creationId="{6129C964-D23A-29FE-DBA6-D95004ECC685}"/>
      <ac:txMk cp="0" len="261">
        <ac:context len="2030" hash="517882070"/>
      </ac:txMk>
    </ac:txMkLst>
    <p188:pos x="10878971" y="247387"/>
    <p188:replyLst>
      <p188:reply id="{D9381245-EB9C-4267-9A54-A649D31A1048}" authorId="{C2FE82D2-779C-0A4F-F0D1-B8CB6320AE66}" created="2025-12-03T08:30:31.992">
        <p188:txBody>
          <a:bodyPr/>
          <a:lstStyle/>
          <a:p>
            <a:r>
              <a:rPr lang="en-GB"/>
              <a:t>Had a chat with Aneeq on the way to the office today – he is working on the Requirement management project, as you know. 
He is the one creating some APIs to use LLM for requirement generation. 
I am going to talk to him over lunch today and figure out how they do it.  </a:t>
            </a:r>
          </a:p>
        </p188:txBody>
      </p188:reply>
    </p188:replyLst>
    <p188:txBody>
      <a:bodyPr/>
      <a:lstStyle/>
      <a:p>
        <a:r>
          <a:rPr lang="en-GB"/>
          <a:t>[@Panchi, Nabil] - would we only use LLM? Or could we use the ontology to strenghten the LLM here and mae it more accurate? What is the process they are looking at in the Requirement Management project?</a:t>
        </a:r>
      </a:p>
    </p188:txBody>
  </p188:cm>
  <p188:cm id="{497F4AE9-5E73-443E-B634-FA0A651A0428}" authorId="{B69ED641-99E1-1EB1-1758-1B386D9F1726}" status="resolved" created="2025-12-09T20:05:19.201">
    <ac:txMkLst xmlns:ac="http://schemas.microsoft.com/office/drawing/2013/main/command">
      <pc:docMk xmlns:pc="http://schemas.microsoft.com/office/powerpoint/2013/main/command"/>
      <pc:sldMk xmlns:pc="http://schemas.microsoft.com/office/powerpoint/2013/main/command" cId="1625071764" sldId="346"/>
      <ac:spMk id="3" creationId="{A2A72326-1365-7635-4643-DDA03AE8B614}"/>
      <ac:txMk cp="0" len="41">
        <ac:context len="42" hash="305061085"/>
      </ac:txMk>
    </ac:txMkLst>
    <p188:pos x="6106377" y="267527"/>
    <p188:replyLst>
      <p188:reply id="{05800CA3-C802-4663-A2CD-8A5B42C7BE51}" authorId="{7BED67BD-90E1-4149-605D-85FE0FC42A00}" created="2025-12-09T21:19:05.262">
        <p188:txBody>
          <a:bodyPr/>
          <a:lstStyle/>
          <a:p>
            <a:r>
              <a:rPr lang="en-US"/>
              <a:t>Makes sense to me :) </a:t>
            </a:r>
          </a:p>
        </p188:txBody>
      </p188:reply>
    </p188:replyLst>
    <p188:txBody>
      <a:bodyPr/>
      <a:lstStyle/>
      <a:p>
        <a:r>
          <a:rPr lang="en-GB"/>
          <a:t>[@Panchi, Nabil] - I’ve moved most of the slides to an appendix (maybe we should move to another presentation). Also, I have added a few more points to these slides. Have a look and see if you agree.</a:t>
        </a:r>
      </a:p>
    </p188:txBody>
  </p188:cm>
  <p188:cm id="{401FFD1B-1A52-4DA3-8EB1-73F61E280CC1}" authorId="{7BED67BD-90E1-4149-605D-85FE0FC42A00}" created="2025-12-09T21:18:30.887">
    <pc:sldMkLst xmlns:pc="http://schemas.microsoft.com/office/powerpoint/2013/main/command">
      <pc:docMk/>
      <pc:sldMk cId="1625071764" sldId="346"/>
    </pc:sldMkLst>
    <p188:txBody>
      <a:bodyPr/>
      <a:lstStyle/>
      <a:p>
        <a:r>
          <a:rPr lang="en-US"/>
          <a:t>Actually, we only need to build a way to integrate external extraction systems. 
Right now, the external extraction systems are not good enough for our purpose. But they will only get better. We  can not, and should not try to over-engineer a solution here, because then we are spending our time making something that we can just eventually buy off the shelf, or even for free (open source). 
A way to integrate any external system -- that we will need anyway, even if the tech becomes extremely accurate. </a:t>
        </a:r>
      </a:p>
    </p188:txBody>
  </p188:cm>
</p188:cmLst>
</file>

<file path=ppt/comments/modernComment_15B_549EAE60.xml><?xml version="1.0" encoding="utf-8"?>
<p188:cmLst xmlns:a="http://schemas.openxmlformats.org/drawingml/2006/main" xmlns:r="http://schemas.openxmlformats.org/officeDocument/2006/relationships" xmlns:p188="http://schemas.microsoft.com/office/powerpoint/2018/8/main">
  <p188:cm id="{E2B2A1A5-E3B9-4324-9F15-E8E5DA0BD4BB}" authorId="{5ABF88A7-294F-4E68-A13F-6FD326055ECB}" created="2026-01-26T13:55:26.199">
    <ac:txMkLst xmlns:ac="http://schemas.microsoft.com/office/drawing/2013/main/command">
      <pc:docMk xmlns:pc="http://schemas.microsoft.com/office/powerpoint/2013/main/command"/>
      <pc:sldMk xmlns:pc="http://schemas.microsoft.com/office/powerpoint/2013/main/command" cId="1419685472" sldId="347"/>
      <ac:spMk id="32" creationId="{1A6424C9-E403-F9F5-FC0E-C4F19F6B0F05}"/>
      <ac:txMk cp="849" len="77">
        <ac:context len="1021" hash="669143703"/>
      </ac:txMk>
    </ac:txMkLst>
    <p188:pos x="9155906" y="4893468"/>
    <p188:txBody>
      <a:bodyPr/>
      <a:lstStyle/>
      <a:p>
        <a:r>
          <a:rPr lang="en-US"/>
          <a:t>Lots of information on these slides, should find a way to state what is new/updated. The important bits are kinda drowning</a:t>
        </a:r>
      </a:p>
    </p188:txBody>
  </p188:cm>
</p188:cmLst>
</file>

<file path=ppt/comments/modernComment_15C_1BD2E43E.xml><?xml version="1.0" encoding="utf-8"?>
<p188:cmLst xmlns:a="http://schemas.openxmlformats.org/drawingml/2006/main" xmlns:r="http://schemas.openxmlformats.org/officeDocument/2006/relationships" xmlns:p188="http://schemas.microsoft.com/office/powerpoint/2018/8/main">
  <p188:cm id="{8F30D895-CBCE-4B09-B1B1-484F8005C682}" authorId="{B69ED641-99E1-1EB1-1758-1B386D9F1726}" created="2025-12-09T20:12:38.328">
    <ac:txMkLst xmlns:ac="http://schemas.microsoft.com/office/drawing/2013/main/command">
      <pc:docMk xmlns:pc="http://schemas.microsoft.com/office/powerpoint/2013/main/command"/>
      <pc:sldMk xmlns:pc="http://schemas.microsoft.com/office/powerpoint/2013/main/command" cId="466805822" sldId="348"/>
      <ac:spMk id="32" creationId="{BAEDC1D9-C909-901A-AA76-9E09367985BF}"/>
      <ac:txMk cp="0" len="340">
        <ac:context len="938" hash="1741017123"/>
      </ac:txMk>
    </ac:txMkLst>
    <p188:pos x="10879099" y="267903"/>
    <p188:replyLst>
      <p188:reply id="{0D36C6A7-633B-4566-856A-056F69574BED}" authorId="{7BED67BD-90E1-4149-605D-85FE0FC42A00}" created="2025-12-09T20:58:39.842">
        <p188:txBody>
          <a:bodyPr/>
          <a:lstStyle/>
          <a:p>
            <a:r>
              <a:rPr lang="en-US"/>
              <a:t>Correct. I have now divided it in two parts. See if it makes sense.  </a:t>
            </a:r>
          </a:p>
        </p188:txBody>
      </p188:reply>
    </p188:replyLst>
    <p188:txBody>
      <a:bodyPr/>
      <a:lstStyle/>
      <a:p>
        <a:r>
          <a:rPr lang="en-GB"/>
          <a:t>[@Panchi, Nabil] - This is still a little vague to me, and we need non-technical stakeholders to be able to understand this slide. Could you elaborate a bit more? This is to be able to run technical compliance, right?</a:t>
        </a:r>
      </a:p>
    </p188:txBody>
  </p188:cm>
  <p188:cm id="{183EFE97-706B-4896-81B5-8CD4C895DDC1}" authorId="{B69ED641-99E1-1EB1-1758-1B386D9F1726}" created="2025-12-09T20:18:04.826">
    <ac:txMkLst xmlns:ac="http://schemas.microsoft.com/office/drawing/2013/main/command">
      <pc:docMk xmlns:pc="http://schemas.microsoft.com/office/powerpoint/2013/main/command"/>
      <pc:sldMk xmlns:pc="http://schemas.microsoft.com/office/powerpoint/2013/main/command" cId="466805822" sldId="348"/>
      <ac:spMk id="32" creationId="{BAEDC1D9-C909-901A-AA76-9E09367985BF}"/>
      <ac:txMk cp="678" len="69">
        <ac:context len="938" hash="1741017123"/>
      </ac:txMk>
    </ac:txMkLst>
    <p188:pos x="6608182" y="3312185"/>
    <p188:replyLst>
      <p188:reply id="{2B240250-D4E4-486B-9001-757758B4FA16}" authorId="{7BED67BD-90E1-4149-605D-85FE0FC42A00}" created="2025-12-09T21:10:58.789">
        <p188:txBody>
          <a:bodyPr/>
          <a:lstStyle/>
          <a:p>
            <a:r>
              <a:rPr lang="en-US"/>
              <a:t>Yes there are. 
1) We build a part of the application that allows users to upload and look at PDFs. 
2) This should also allow them to enter relevant attributes from the PDF in a form right beside. Even better, just get them to highlight it on the PDF itself. 
3) Use AI to pre-populate (optional)
4) We get our SMEs to use this system at the time of recertification/mooring analysis. 
5) This will get us a human-verified ground truth. 
6) Thereon, we ask the farmer to keep it updated when they change anything. (We can connect it to compliance if that serves as a carrot).
7) They actually have to document the certificate somehwere. If we make this process seamless, we can get them to do it on our system.  
8) Meanwhile, we collect this data and use it as 'validation' for fully automated system. </a:t>
            </a:r>
          </a:p>
        </p188:txBody>
      </p188:reply>
      <p188:reply id="{DDDFAC42-6B22-44A3-ACBE-FBC2129974B7}" authorId="{7BED67BD-90E1-4149-605D-85FE0FC42A00}" created="2025-12-09T21:12:10.868">
        <p188:txBody>
          <a:bodyPr/>
          <a:lstStyle/>
          <a:p>
            <a:r>
              <a:rPr lang="en-US"/>
              <a:t>Also, I see this as almost inevitable. We will have to build a way for them to upload the documents. We will have to have a trace between extracted parameters and the document. Why not use it to our advantage? </a:t>
            </a:r>
          </a:p>
        </p188:txBody>
      </p188:reply>
    </p188:replyLst>
    <p188:txBody>
      <a:bodyPr/>
      <a:lstStyle/>
      <a:p>
        <a:r>
          <a:rPr lang="en-GB"/>
          <a:t>Are there any alternative solutions to this?</a:t>
        </a:r>
      </a:p>
    </p188:txBody>
  </p188:cm>
</p188:cmLst>
</file>

<file path=ppt/comments/modernComment_15D_D2E13074.xml><?xml version="1.0" encoding="utf-8"?>
<p188:cmLst xmlns:a="http://schemas.openxmlformats.org/drawingml/2006/main" xmlns:r="http://schemas.openxmlformats.org/officeDocument/2006/relationships" xmlns:p188="http://schemas.microsoft.com/office/powerpoint/2018/8/main">
  <p188:cm id="{7CDE579F-A52E-45C9-893E-A43F655C0498}" authorId="{B69ED641-99E1-1EB1-1758-1B386D9F1726}" created="2025-12-09T20:14:08.969">
    <ac:txMkLst xmlns:ac="http://schemas.microsoft.com/office/drawing/2013/main/command">
      <pc:docMk xmlns:pc="http://schemas.microsoft.com/office/powerpoint/2013/main/command"/>
      <pc:sldMk xmlns:pc="http://schemas.microsoft.com/office/powerpoint/2013/main/command" cId="3537973364" sldId="349"/>
      <ac:spMk id="32" creationId="{95813EC9-EC02-1054-6CB9-4DE56B56CA49}"/>
      <ac:txMk cp="0" len="121">
        <ac:context len="425" hash="3428695078"/>
      </ac:txMk>
    </ac:txMkLst>
    <p188:pos x="7477977" y="265005"/>
    <p188:replyLst>
      <p188:reply id="{7235FAD5-D0E7-47BB-B1D8-13FD4094FFA6}" authorId="{7BED67BD-90E1-4149-605D-85FE0FC42A00}" created="2025-12-09T20:43:35.447">
        <p188:txBody>
          <a:bodyPr/>
          <a:lstStyle/>
          <a:p>
            <a:r>
              <a:rPr lang="en-US"/>
              <a:t>"Feedback loop between user and the asset model", does that make more sense? </a:t>
            </a:r>
          </a:p>
        </p188:txBody>
      </p188:reply>
      <p188:reply id="{77657EEA-27CA-47CA-BEFD-FBE78E0B1EED}" authorId="{6202BD42-E9E5-82AA-B2EB-2CCA93391516}" created="2025-12-10T08:49:12.687">
        <p188:txBody>
          <a:bodyPr/>
          <a:lstStyle/>
          <a:p>
            <a:r>
              <a:rPr lang="en-GB"/>
              <a:t>Maybe something a bit more general, how about “Feedback loop to allow user input to automatically update the compliance status. Live asset mode that….”</a:t>
            </a:r>
          </a:p>
        </p188:txBody>
      </p188:reply>
    </p188:replyLst>
    <p188:txBody>
      <a:bodyPr/>
      <a:lstStyle/>
      <a:p>
        <a:r>
          <a:rPr lang="en-GB"/>
          <a:t>[@Halton, Matthew] - any input from you omn this one? Non-technical stakeholders should be able to understand...</a:t>
        </a:r>
      </a:p>
    </p188:txBody>
  </p188:cm>
</p188:cmLst>
</file>

<file path=ppt/comments/modernComment_15E_F35B5EC9.xml><?xml version="1.0" encoding="utf-8"?>
<p188:cmLst xmlns:a="http://schemas.openxmlformats.org/drawingml/2006/main" xmlns:r="http://schemas.openxmlformats.org/officeDocument/2006/relationships" xmlns:p188="http://schemas.microsoft.com/office/powerpoint/2018/8/main">
  <p188:cm id="{12CD1F70-8924-45E2-A54F-6B38BF59CEC3}" authorId="{B69ED641-99E1-1EB1-1758-1B386D9F1726}" status="resolved" created="2025-12-09T20:17:20.441">
    <ac:txMkLst xmlns:ac="http://schemas.microsoft.com/office/drawing/2013/main/command">
      <pc:docMk xmlns:pc="http://schemas.microsoft.com/office/powerpoint/2013/main/command"/>
      <pc:sldMk xmlns:pc="http://schemas.microsoft.com/office/powerpoint/2013/main/command" cId="4082851529" sldId="350"/>
      <ac:spMk id="32" creationId="{F7C272B6-2419-DB4E-F55F-862A31D4B7A2}"/>
      <ac:txMk cp="700" len="88">
        <ac:context len="1066" hash="4222965290"/>
      </ac:txMk>
    </ac:txMkLst>
    <p188:pos x="8515040" y="3509523"/>
    <p188:replyLst>
      <p188:reply id="{A544FFB7-07CD-4A1D-83E9-937555944DDA}" authorId="{7BED67BD-90E1-4149-605D-85FE0FC42A00}" created="2025-12-09T20:53:58.624">
        <p188:txBody>
          <a:bodyPr/>
          <a:lstStyle/>
          <a:p>
            <a:r>
              <a:rPr lang="en-US"/>
              <a:t>In an ideal world, what we build now should be plug an play for our next vertical, and even other applications in DNV. 
Take the example of the requirements management project. They are building LLM extraction pipelines specialized for that specific purpose - now, if we would like to re-use it, we will have to represent our data in the exact same manner as them, we would have to change the LLM prompts, etc. It essentially becomes two different applications at that point. 
If you build the same thing, but use upper level ontologies as the basis for the software, everything else that uses the same upper level ontology can use that software out of the box. </a:t>
            </a:r>
          </a:p>
        </p188:txBody>
      </p188:reply>
    </p188:replyLst>
    <p188:txBody>
      <a:bodyPr/>
      <a:lstStyle/>
      <a:p>
        <a:r>
          <a:rPr lang="en-GB"/>
          <a:t>[@Panchi, Nabil] - can you add a bit on this and what the downside is?</a:t>
        </a:r>
      </a:p>
    </p188:txBody>
  </p188:cm>
</p188:cmLst>
</file>

<file path=ppt/comments/modernComment_158_7BA9D825.xml><?xml version="1.0" encoding="utf-8"?>
<p188:cmLst xmlns:a="http://schemas.openxmlformats.org/drawingml/2006/main" xmlns:r="http://schemas.openxmlformats.org/officeDocument/2006/relationships" xmlns:p188="http://schemas.microsoft.com/office/powerpoint/2018/8/main">
  <p188:cm id="{44C2CA6F-FBEB-4547-AE57-8699BCE7C429}" authorId="{B69ED641-99E1-1EB1-1758-1B386D9F1726}" status="resolved" created="2025-12-03T08:03:07.770">
    <ac:deMkLst xmlns:ac="http://schemas.microsoft.com/office/drawing/2013/main/command">
      <pc:docMk xmlns:pc="http://schemas.microsoft.com/office/powerpoint/2013/main/command"/>
      <pc:sldMk xmlns:pc="http://schemas.microsoft.com/office/powerpoint/2013/main/command" cId="2074728485" sldId="344"/>
      <ac:grpSpMk id="56" creationId="{9E2087C0-0D8F-0337-6103-4EDF2876DDC8}"/>
    </ac:deMkLst>
    <p188:txBody>
      <a:bodyPr/>
      <a:lstStyle/>
      <a:p>
        <a:r>
          <a:rPr lang="en-GB"/>
          <a:t>[@Panchi, Nabil] - I would include an arrow from NYTEK and also include NS 9415 that both inform the morring analysis. I’m not sure, but I also believe the site survey and current measurements impact the morring analysis. The current measurements could be interesting data sources in the future, and this is something Åkerblå does as a service today...</a:t>
        </a:r>
      </a:p>
    </p188:txBody>
  </p188:cm>
  <p188:cm id="{05FCD0D2-5211-42FA-B527-A84944949992}" authorId="{B69ED641-99E1-1EB1-1758-1B386D9F1726}" status="resolved" created="2025-12-03T08:03:44.665">
    <ac:deMkLst xmlns:ac="http://schemas.microsoft.com/office/drawing/2013/main/command">
      <pc:docMk xmlns:pc="http://schemas.microsoft.com/office/powerpoint/2013/main/command"/>
      <pc:sldMk xmlns:pc="http://schemas.microsoft.com/office/powerpoint/2013/main/command" cId="2074728485" sldId="344"/>
      <ac:grpSpMk id="11" creationId="{0A16FC7B-DCCE-0A86-92B4-697756B5E7B4}"/>
    </ac:deMkLst>
    <p188:txBody>
      <a:bodyPr/>
      <a:lstStyle/>
      <a:p>
        <a:r>
          <a:rPr lang="en-GB"/>
          <a:t>Deployment reports should definitely also be here...and maybe also to inform the site model in the future?</a:t>
        </a:r>
      </a:p>
    </p188:txBody>
  </p188:cm>
</p188:cmLst>
</file>

<file path=ppt/comments/modernComment_161_B3F024CC.xml><?xml version="1.0" encoding="utf-8"?>
<p188:cmLst xmlns:a="http://schemas.openxmlformats.org/drawingml/2006/main" xmlns:r="http://schemas.openxmlformats.org/officeDocument/2006/relationships" xmlns:p188="http://schemas.microsoft.com/office/powerpoint/2018/8/main">
  <p188:cm id="{739EC838-537F-4122-8922-F7D302DC0B6A}" authorId="{2F993411-A353-D854-5360-D6931F8CA063}" created="2025-12-11T10:55:13.176">
    <pc:sldMkLst xmlns:pc="http://schemas.microsoft.com/office/powerpoint/2013/main/command">
      <pc:docMk/>
      <pc:sldMk cId="3018859724" sldId="353"/>
    </pc:sldMkLst>
    <p188:txBody>
      <a:bodyPr/>
      <a:lstStyle/>
      <a:p>
        <a:r>
          <a:rPr lang="en-US"/>
          <a:t>[@Hannevik, Martine Berglund] this still needs a little more work. Missing security, and the different layers. Ask Anthony for input?</a:t>
        </a:r>
      </a:p>
    </p188:txBody>
  </p188:cm>
</p188:cmLst>
</file>

<file path=ppt/comments/modernComment_166_F46489BE.xml><?xml version="1.0" encoding="utf-8"?>
<p188:cmLst xmlns:a="http://schemas.openxmlformats.org/drawingml/2006/main" xmlns:r="http://schemas.openxmlformats.org/officeDocument/2006/relationships" xmlns:p188="http://schemas.microsoft.com/office/powerpoint/2018/8/main">
  <p188:cm id="{B96A0A9B-DF6D-4262-998C-87FCB0B26EC5}" authorId="{05B1C955-0E8E-4947-3E66-E6D4566FB502}" created="2026-02-05T10:27:14.700">
    <ac:txMkLst xmlns:ac="http://schemas.microsoft.com/office/drawing/2013/main/command">
      <pc:docMk xmlns:pc="http://schemas.microsoft.com/office/powerpoint/2013/main/command"/>
      <pc:sldMk xmlns:pc="http://schemas.microsoft.com/office/powerpoint/2013/main/command" cId="4100229566" sldId="358"/>
      <ac:spMk id="21" creationId="{E47F9B15-FE6E-1034-3036-A1BD06C1B899}"/>
      <ac:txMk cp="31" len="51">
        <ac:context len="83" hash="3166697620"/>
      </ac:txMk>
    </ac:txMkLst>
    <p188:pos x="9307974" y="192911"/>
    <p188:txBody>
      <a:bodyPr/>
      <a:lstStyle/>
      <a:p>
        <a:r>
          <a:rPr lang="en-US"/>
          <a:t>Two questions are technically answered:
1. What documents are associated with each site/asset? (descriptive or fact)
2. Is it the right document present for the site? (normative)</a:t>
        </a:r>
      </a:p>
    </p188:txBody>
  </p188:cm>
</p188:cmLst>
</file>

<file path=ppt/comments/modernComment_185_8C43C244.xml><?xml version="1.0" encoding="utf-8"?>
<p188:cmLst xmlns:a="http://schemas.openxmlformats.org/drawingml/2006/main" xmlns:r="http://schemas.openxmlformats.org/officeDocument/2006/relationships" xmlns:p188="http://schemas.microsoft.com/office/powerpoint/2018/8/main">
  <p188:cm id="{3FB7D057-C87D-4C3E-A253-12FF8F4E8ECC}" authorId="{B69ED641-99E1-1EB1-1758-1B386D9F1726}" status="resolved" created="2025-12-03T08:05:24.100">
    <ac:txMkLst xmlns:ac="http://schemas.microsoft.com/office/drawing/2013/main/command">
      <pc:docMk xmlns:pc="http://schemas.microsoft.com/office/powerpoint/2013/main/command"/>
      <pc:sldMk xmlns:pc="http://schemas.microsoft.com/office/powerpoint/2013/main/command" cId="2353250884" sldId="389"/>
      <ac:spMk id="32" creationId="{8C8F7A2D-9A71-2A23-23D2-F6027FC9DF4A}"/>
      <ac:txMk cp="0" len="10">
        <ac:context len="1467" hash="2066282723"/>
      </ac:txMk>
    </ac:txMkLst>
    <p188:pos x="10878971" y="247387"/>
    <p188:replyLst>
      <p188:reply id="{D9381245-EB9C-4267-9A54-A649D31A1048}" authorId="{C2FE82D2-779C-0A4F-F0D1-B8CB6320AE66}" created="2025-12-03T08:30:31.992">
        <p188:txBody>
          <a:bodyPr/>
          <a:lstStyle/>
          <a:p>
            <a:r>
              <a:rPr lang="en-GB"/>
              <a:t>Had a chat with Aneeq on the way to the office today – he is working on the Requirement management project, as you know. 
He is the one creating some APIs to use LLM for requirement generation. 
I am going to talk to him over lunch today and figure out how they do it.  </a:t>
            </a:r>
          </a:p>
        </p188:txBody>
      </p188:reply>
    </p188:replyLst>
    <p188:txBody>
      <a:bodyPr/>
      <a:lstStyle/>
      <a:p>
        <a:r>
          <a:rPr lang="en-GB"/>
          <a:t>[@Panchi, Nabil] - would we only use LLM? Or could we use the ontology to strenghten the LLM here and mae it more accurate? What is the process they are looking at in the Requirement Management project?</a:t>
        </a:r>
      </a:p>
    </p188:txBody>
  </p188:cm>
  <p188:cm id="{A5D15713-82DA-416E-AC5F-93304699F857}" authorId="{B69ED641-99E1-1EB1-1758-1B386D9F1726}" status="resolved" created="2025-12-09T20:05:19.201">
    <ac:txMkLst xmlns:ac="http://schemas.microsoft.com/office/drawing/2013/main/command">
      <pc:docMk xmlns:pc="http://schemas.microsoft.com/office/powerpoint/2013/main/command"/>
      <pc:sldMk xmlns:pc="http://schemas.microsoft.com/office/powerpoint/2013/main/command" cId="2353250884" sldId="389"/>
      <ac:spMk id="3" creationId="{AF8B41B2-4E06-9345-9AC2-5863FC30361E}"/>
      <ac:txMk cp="0" len="1">
        <ac:context len="37" hash="268732971"/>
      </ac:txMk>
    </ac:txMkLst>
    <p188:pos x="6106377" y="267527"/>
    <p188:replyLst>
      <p188:reply id="{05800CA3-C802-4663-A2CD-8A5B42C7BE51}" authorId="{7BED67BD-90E1-4149-605D-85FE0FC42A00}" created="2025-12-09T21:19:05.262">
        <p188:txBody>
          <a:bodyPr/>
          <a:lstStyle/>
          <a:p>
            <a:r>
              <a:rPr lang="en-US"/>
              <a:t>Makes sense to me :) </a:t>
            </a:r>
          </a:p>
        </p188:txBody>
      </p188:reply>
    </p188:replyLst>
    <p188:txBody>
      <a:bodyPr/>
      <a:lstStyle/>
      <a:p>
        <a:r>
          <a:rPr lang="en-GB"/>
          <a:t>[@Panchi, Nabil] - I’ve moved most of the slides to an appendix (maybe we should move to another presentation). Also, I have added a few more points to these slides. Have a look and see if you agree.</a:t>
        </a:r>
      </a:p>
    </p188:txBody>
  </p188:cm>
  <p188:cm id="{E0F292F8-28E1-45BC-9493-052C3DA32A19}" authorId="{7BED67BD-90E1-4149-605D-85FE0FC42A00}" created="2025-12-09T21:18:30.887">
    <pc:sldMkLst xmlns:pc="http://schemas.microsoft.com/office/powerpoint/2013/main/command">
      <pc:docMk/>
      <pc:sldMk cId="1625071764" sldId="346"/>
    </pc:sldMkLst>
    <p188:txBody>
      <a:bodyPr/>
      <a:lstStyle/>
      <a:p>
        <a:r>
          <a:rPr lang="en-US"/>
          <a:t>Actually, we only need to build a way to integrate external extraction systems. 
Right now, the external extraction systems are not good enough for our purpose. But they will only get better. We  can not, and should not try to over-engineer a solution here, because then we are spending our time making something that we can just eventually buy off the shelf, or even for free (open source). 
A way to integrate any external system -- that we will need anyway, even if the tech becomes extremely accurate.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1" qsCatId="simple" csTypeId="urn:microsoft.com/office/officeart/2005/8/colors/accent1_2#1" csCatId="accent1" phldr="1"/>
      <dgm:spPr/>
      <dgm:t>
        <a:bodyPr/>
        <a:lstStyle/>
        <a:p>
          <a:endParaRPr lang="en-GB"/>
        </a:p>
      </dgm:t>
    </dgm:pt>
    <dgm:pt modelId="{5DFBDEF3-6865-4300-92A4-9B4539406F15}">
      <dgm:prSet phldrT="[Text]" phldr="0"/>
      <dgm:spPr/>
      <dgm:t>
        <a:bodyPr/>
        <a:lstStyle/>
        <a:p>
          <a:r>
            <a:rPr lang="en-GB"/>
            <a:t>Checkpoint 1: Develop data ingestion pipeline for </a:t>
          </a:r>
          <a:r>
            <a:rPr lang="en-GB" err="1"/>
            <a:t>Selstadloggen</a:t>
          </a:r>
          <a:r>
            <a:rPr lang="en-GB"/>
            <a:t> to automatically create the site model</a:t>
          </a:r>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21B29172-32D8-4B5D-AD4D-E8596D8C70B0}">
      <dgm:prSet phldrT="[Text]" phldr="0"/>
      <dgm:spPr/>
      <dgm:t>
        <a:bodyPr/>
        <a:lstStyle/>
        <a:p>
          <a:r>
            <a:rPr lang="en-GB"/>
            <a:t>Checkpoint 4: </a:t>
          </a:r>
          <a:r>
            <a:rPr lang="en-US" b="0" i="0"/>
            <a:t>Implement API endpoints for updating and version‑tracking changes to the ontology</a:t>
          </a:r>
          <a:endParaRPr lang="en-GB"/>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CF266263-BF63-4230-BFC7-834B259E6939}">
      <dgm:prSet phldrT="[Text]" phldr="0"/>
      <dgm:spPr/>
      <dgm:t>
        <a:bodyPr/>
        <a:lstStyle/>
        <a:p>
          <a:r>
            <a:rPr lang="en-GB"/>
            <a:t>Checkpoint 5: </a:t>
          </a:r>
          <a:r>
            <a:rPr lang="en-US" b="0" i="0"/>
            <a:t>Deploy and publish the ontology into the Oracle Graph DB in the test environment</a:t>
          </a:r>
          <a:endParaRPr lang="en-GB"/>
        </a:p>
      </dgm:t>
    </dgm:pt>
    <dgm:pt modelId="{0718422E-81B2-4E14-8118-7374619AE7A2}" type="parTrans" cxnId="{904FE5F9-1EF1-4F73-99DC-CEADE96EC0C8}">
      <dgm:prSet/>
      <dgm:spPr/>
      <dgm:t>
        <a:bodyPr/>
        <a:lstStyle/>
        <a:p>
          <a:endParaRPr lang="en-GB"/>
        </a:p>
      </dgm:t>
    </dgm:pt>
    <dgm:pt modelId="{7ED6FB70-C616-42EC-AF34-8CF8C1BCD7F4}" type="sibTrans" cxnId="{904FE5F9-1EF1-4F73-99DC-CEADE96EC0C8}">
      <dgm:prSet/>
      <dgm:spPr/>
      <dgm:t>
        <a:bodyPr/>
        <a:lstStyle/>
        <a:p>
          <a:endParaRPr lang="en-GB"/>
        </a:p>
      </dgm:t>
    </dgm:pt>
    <dgm:pt modelId="{7079AF3E-9CCA-485D-97DA-7A077B526D46}">
      <dgm:prSet phldrT="[Text]" phldr="0"/>
      <dgm:spPr/>
      <dgm:t>
        <a:bodyPr/>
        <a:lstStyle/>
        <a:p>
          <a:r>
            <a:rPr lang="en-GB"/>
            <a:t>Checkpoint 6: </a:t>
          </a:r>
          <a:r>
            <a:rPr lang="en-US"/>
            <a:t>Design a triple‑level diff mechanism for incremental updates to the asset model</a:t>
          </a:r>
          <a:endParaRPr lang="en-GB"/>
        </a:p>
      </dgm:t>
    </dgm:pt>
    <dgm:pt modelId="{E2BB0FAA-3F11-47AB-BD49-34BE3A071FFA}" type="parTrans" cxnId="{EBF0A552-2D8A-494B-B830-936E7A59061A}">
      <dgm:prSet/>
      <dgm:spPr/>
      <dgm:t>
        <a:bodyPr/>
        <a:lstStyle/>
        <a:p>
          <a:endParaRPr lang="en-GB"/>
        </a:p>
      </dgm:t>
    </dgm:pt>
    <dgm:pt modelId="{54EC6D5D-9DF4-4E65-8BE2-F54FC1BD8F4F}" type="sibTrans" cxnId="{EBF0A552-2D8A-494B-B830-936E7A59061A}">
      <dgm:prSet/>
      <dgm:spPr/>
      <dgm:t>
        <a:bodyPr/>
        <a:lstStyle/>
        <a:p>
          <a:endParaRPr lang="en-GB"/>
        </a:p>
      </dgm:t>
    </dgm:pt>
    <dgm:pt modelId="{2F25248B-7034-4FFC-9551-EE0329C19860}">
      <dgm:prSet phldrT="[Text]" phldr="0"/>
      <dgm:spPr/>
      <dgm:t>
        <a:bodyPr/>
        <a:lstStyle/>
        <a:p>
          <a:r>
            <a:rPr lang="en-GB"/>
            <a:t>Optional checkpoint 1: </a:t>
          </a:r>
          <a:r>
            <a:rPr lang="en-US" b="0" i="0"/>
            <a:t>Implement data‑quality checks (using IQM) on source data and generate quality reports for the fish farmer</a:t>
          </a:r>
          <a:endParaRPr lang="en-GB"/>
        </a:p>
      </dgm:t>
    </dgm:pt>
    <dgm:pt modelId="{C927C1F0-28D1-4964-97C2-4CBFBF641B5B}" type="parTrans" cxnId="{C4D2C9A5-70F5-46F1-803C-93F68AB558B0}">
      <dgm:prSet/>
      <dgm:spPr/>
      <dgm:t>
        <a:bodyPr/>
        <a:lstStyle/>
        <a:p>
          <a:endParaRPr lang="en-GB"/>
        </a:p>
      </dgm:t>
    </dgm:pt>
    <dgm:pt modelId="{90849588-04CA-4939-B771-225DE654639D}" type="sibTrans" cxnId="{C4D2C9A5-70F5-46F1-803C-93F68AB558B0}">
      <dgm:prSet/>
      <dgm:spPr/>
      <dgm:t>
        <a:bodyPr/>
        <a:lstStyle/>
        <a:p>
          <a:endParaRPr lang="en-GB"/>
        </a:p>
      </dgm:t>
    </dgm:pt>
    <dgm:pt modelId="{E86E0CF3-E775-4B4C-85E6-F5EE5955FA2F}">
      <dgm:prSet/>
      <dgm:spPr/>
      <dgm:t>
        <a:bodyPr/>
        <a:lstStyle/>
        <a:p>
          <a:r>
            <a:rPr lang="en-GB"/>
            <a:t>Optional checkpoint 2: Validation check (SHACL) on the triples generated by the Azure app.</a:t>
          </a:r>
        </a:p>
      </dgm:t>
    </dgm:pt>
    <dgm:pt modelId="{02E73C70-3F39-4379-ACDA-E610DBB0FF3E}" type="parTrans" cxnId="{E5543C32-F269-4D07-A201-ED846553DC19}">
      <dgm:prSet/>
      <dgm:spPr/>
      <dgm:t>
        <a:bodyPr/>
        <a:lstStyle/>
        <a:p>
          <a:endParaRPr lang="en-GB"/>
        </a:p>
      </dgm:t>
    </dgm:pt>
    <dgm:pt modelId="{8D18DFD1-35B4-4AF0-9565-48E4DD19E968}" type="sibTrans" cxnId="{E5543C32-F269-4D07-A201-ED846553DC19}">
      <dgm:prSet/>
      <dgm:spPr/>
      <dgm:t>
        <a:bodyPr/>
        <a:lstStyle/>
        <a:p>
          <a:endParaRPr lang="en-GB"/>
        </a:p>
      </dgm:t>
    </dgm:pt>
    <dgm:pt modelId="{A9389050-D44E-4DD5-ACA9-683C9E4A11C6}">
      <dgm:prSet phldrT="[Text]" phldr="0"/>
      <dgm:spPr/>
      <dgm:t>
        <a:bodyPr/>
        <a:lstStyle/>
        <a:p>
          <a:r>
            <a:rPr lang="en-GB"/>
            <a:t>Checkpoint 2: Onboarding and Knowledge Transfer – Data ingestion pipeline for </a:t>
          </a:r>
          <a:r>
            <a:rPr lang="en-GB" err="1"/>
            <a:t>Havbruksloggen</a:t>
          </a:r>
          <a:endParaRPr lang="en-GB"/>
        </a:p>
      </dgm:t>
    </dgm:pt>
    <dgm:pt modelId="{B62F2A18-F1BE-4ABF-8939-0DBBC5A7032A}" type="parTrans" cxnId="{BA80D55D-E5FC-4864-85FD-0A445D3A2071}">
      <dgm:prSet/>
      <dgm:spPr/>
      <dgm:t>
        <a:bodyPr/>
        <a:lstStyle/>
        <a:p>
          <a:endParaRPr lang="en-GB"/>
        </a:p>
      </dgm:t>
    </dgm:pt>
    <dgm:pt modelId="{8CABE114-CB70-4ED5-95E7-09DA19CED661}" type="sibTrans" cxnId="{BA80D55D-E5FC-4864-85FD-0A445D3A2071}">
      <dgm:prSet/>
      <dgm:spPr/>
      <dgm:t>
        <a:bodyPr/>
        <a:lstStyle/>
        <a:p>
          <a:endParaRPr lang="en-GB"/>
        </a:p>
      </dgm:t>
    </dgm:pt>
    <dgm:pt modelId="{9E75FABE-08FB-43FB-A6D1-CE52516F0BB2}">
      <dgm:prSet phldrT="[Text]" phldr="0"/>
      <dgm:spPr/>
      <dgm:t>
        <a:bodyPr/>
        <a:lstStyle/>
        <a:p>
          <a:r>
            <a:rPr lang="en-GB"/>
            <a:t>Checkpoint 3: </a:t>
          </a:r>
          <a:r>
            <a:rPr lang="en-US" b="0" i="0"/>
            <a:t>Update the site model to ensure full alignment with NYTEK23 and NS9415 regulatory requirements</a:t>
          </a:r>
          <a:endParaRPr lang="en-US"/>
        </a:p>
      </dgm:t>
    </dgm:pt>
    <dgm:pt modelId="{583F0D05-0820-4791-9DBA-E7F7A9D1510D}" type="parTrans" cxnId="{EE5FD76C-A3F9-445E-9F07-FBF1676107B4}">
      <dgm:prSet/>
      <dgm:spPr/>
      <dgm:t>
        <a:bodyPr/>
        <a:lstStyle/>
        <a:p>
          <a:endParaRPr lang="en-GB"/>
        </a:p>
      </dgm:t>
    </dgm:pt>
    <dgm:pt modelId="{020B09E1-5B6F-424F-94BF-A60098C85E6A}" type="sibTrans" cxnId="{EE5FD76C-A3F9-445E-9F07-FBF1676107B4}">
      <dgm:prSet/>
      <dgm:spPr/>
      <dgm:t>
        <a:bodyPr/>
        <a:lstStyle/>
        <a:p>
          <a:endParaRPr lang="en-GB"/>
        </a:p>
      </dgm:t>
    </dgm:pt>
    <dgm:pt modelId="{F78FAD61-C8DD-45D3-B1DA-D7ABA4A69553}">
      <dgm:prSet/>
      <dgm:spPr/>
      <dgm:t>
        <a:bodyPr/>
        <a:lstStyle/>
        <a:p>
          <a:r>
            <a:rPr lang="en-GB"/>
            <a:t>Optional checkpoint 3: </a:t>
          </a:r>
          <a:r>
            <a:rPr lang="en-US" b="0" i="0"/>
            <a:t>Design component‑level semantic diff logic for incremental updates to the asset model</a:t>
          </a:r>
          <a:endParaRPr lang="en-GB"/>
        </a:p>
      </dgm:t>
    </dgm:pt>
    <dgm:pt modelId="{57A4E815-5DAF-4693-8EAE-864DBD49DA6E}" type="parTrans" cxnId="{5633D4CC-CE63-4C87-AB46-4030099EE401}">
      <dgm:prSet/>
      <dgm:spPr/>
      <dgm:t>
        <a:bodyPr/>
        <a:lstStyle/>
        <a:p>
          <a:endParaRPr lang="en-GB"/>
        </a:p>
      </dgm:t>
    </dgm:pt>
    <dgm:pt modelId="{5CFBDB72-CDBB-45BD-B3F5-249A673058A6}" type="sibTrans" cxnId="{5633D4CC-CE63-4C87-AB46-4030099EE401}">
      <dgm:prSet/>
      <dgm:spPr/>
      <dgm:t>
        <a:bodyPr/>
        <a:lstStyle/>
        <a:p>
          <a:endParaRPr lang="en-GB"/>
        </a:p>
      </dgm:t>
    </dgm:pt>
    <dgm:pt modelId="{1CA880A3-4FD8-433E-BFEC-7923328E711D}">
      <dgm:prSet phldrT="[Text]" phldr="0"/>
      <dgm:spPr/>
      <dgm:t>
        <a:bodyPr/>
        <a:lstStyle/>
        <a:p>
          <a:r>
            <a:rPr lang="en-GB"/>
            <a:t>Milestone 1: </a:t>
          </a:r>
          <a:r>
            <a:rPr lang="en-GB">
              <a:solidFill>
                <a:schemeClr val="accent1"/>
              </a:solidFill>
            </a:rPr>
            <a:t>An automated and integrated system for site model creation running on the cloud that is triggered either manually or automatically upon upload of new files to DWB</a:t>
          </a:r>
          <a:endParaRPr lang="en-GB"/>
        </a:p>
      </dgm:t>
    </dgm:pt>
    <dgm:pt modelId="{DE4382E3-F0C2-4505-ACA1-DB57D2F6DEF4}" type="parTrans" cxnId="{FECA1C01-A2DD-4AFD-BDC4-3A2B03FA16BA}">
      <dgm:prSet/>
      <dgm:spPr/>
      <dgm:t>
        <a:bodyPr/>
        <a:lstStyle/>
        <a:p>
          <a:endParaRPr lang="en-GB"/>
        </a:p>
      </dgm:t>
    </dgm:pt>
    <dgm:pt modelId="{012B86C1-6338-4F31-89B1-5041D568287B}" type="sibTrans" cxnId="{FECA1C01-A2DD-4AFD-BDC4-3A2B03FA16BA}">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92B7493A-3CF7-405E-AD10-B668B71D75A2}" type="pres">
      <dgm:prSet presAssocID="{5DFBDEF3-6865-4300-92A4-9B4539406F15}" presName="compositeA" presStyleCnt="0"/>
      <dgm:spPr/>
    </dgm:pt>
    <dgm:pt modelId="{E3B30994-F27D-46CD-863A-B005372BEF41}" type="pres">
      <dgm:prSet presAssocID="{5DFBDEF3-6865-4300-92A4-9B4539406F15}" presName="textA" presStyleLbl="revTx" presStyleIdx="0" presStyleCnt="10">
        <dgm:presLayoutVars>
          <dgm:bulletEnabled val="1"/>
        </dgm:presLayoutVars>
      </dgm:prSet>
      <dgm:spPr/>
    </dgm:pt>
    <dgm:pt modelId="{E12669F9-6BEB-4674-95A0-1F342C6FFCD7}" type="pres">
      <dgm:prSet presAssocID="{5DFBDEF3-6865-4300-92A4-9B4539406F15}" presName="circleA" presStyleLbl="node1" presStyleIdx="0" presStyleCnt="10"/>
      <dgm:spPr/>
    </dgm:pt>
    <dgm:pt modelId="{8A5D3948-5202-4CBD-99FB-16D7A772601D}" type="pres">
      <dgm:prSet presAssocID="{5DFBDEF3-6865-4300-92A4-9B4539406F15}" presName="spaceA" presStyleCnt="0"/>
      <dgm:spPr/>
    </dgm:pt>
    <dgm:pt modelId="{864DC5BD-C7C3-4DBE-B708-CA2B0CCC6E9F}" type="pres">
      <dgm:prSet presAssocID="{955A6184-967B-4081-834B-032FA66F3637}" presName="space" presStyleCnt="0"/>
      <dgm:spPr/>
    </dgm:pt>
    <dgm:pt modelId="{F7998E6F-B284-41B9-AE7C-A0CDDEE86758}" type="pres">
      <dgm:prSet presAssocID="{A9389050-D44E-4DD5-ACA9-683C9E4A11C6}" presName="compositeB" presStyleCnt="0"/>
      <dgm:spPr/>
    </dgm:pt>
    <dgm:pt modelId="{6B715EC7-6AB2-40E2-9B0A-A4D4D165788F}" type="pres">
      <dgm:prSet presAssocID="{A9389050-D44E-4DD5-ACA9-683C9E4A11C6}" presName="textB" presStyleLbl="revTx" presStyleIdx="1" presStyleCnt="10">
        <dgm:presLayoutVars>
          <dgm:bulletEnabled val="1"/>
        </dgm:presLayoutVars>
      </dgm:prSet>
      <dgm:spPr/>
    </dgm:pt>
    <dgm:pt modelId="{90FBD28B-3859-447F-A8B2-40FDE199A5F6}" type="pres">
      <dgm:prSet presAssocID="{A9389050-D44E-4DD5-ACA9-683C9E4A11C6}" presName="circleB" presStyleLbl="node1" presStyleIdx="1" presStyleCnt="10"/>
      <dgm:spPr/>
    </dgm:pt>
    <dgm:pt modelId="{836F6B38-88C4-4D68-A102-9553460E9797}" type="pres">
      <dgm:prSet presAssocID="{A9389050-D44E-4DD5-ACA9-683C9E4A11C6}" presName="spaceB" presStyleCnt="0"/>
      <dgm:spPr/>
    </dgm:pt>
    <dgm:pt modelId="{75D42F1E-20FA-497C-9D15-49D44BB3DE02}" type="pres">
      <dgm:prSet presAssocID="{8CABE114-CB70-4ED5-95E7-09DA19CED661}" presName="space" presStyleCnt="0"/>
      <dgm:spPr/>
    </dgm:pt>
    <dgm:pt modelId="{502AE39E-8FFB-4470-94DE-80F6CAA2511C}" type="pres">
      <dgm:prSet presAssocID="{9E75FABE-08FB-43FB-A6D1-CE52516F0BB2}" presName="compositeA" presStyleCnt="0"/>
      <dgm:spPr/>
    </dgm:pt>
    <dgm:pt modelId="{092A143A-1BB6-45D8-A472-B8738FE719CD}" type="pres">
      <dgm:prSet presAssocID="{9E75FABE-08FB-43FB-A6D1-CE52516F0BB2}" presName="textA" presStyleLbl="revTx" presStyleIdx="2" presStyleCnt="10">
        <dgm:presLayoutVars>
          <dgm:bulletEnabled val="1"/>
        </dgm:presLayoutVars>
      </dgm:prSet>
      <dgm:spPr/>
    </dgm:pt>
    <dgm:pt modelId="{5ADB2773-0A98-42DC-9D2E-76E176E91754}" type="pres">
      <dgm:prSet presAssocID="{9E75FABE-08FB-43FB-A6D1-CE52516F0BB2}" presName="circleA" presStyleLbl="node1" presStyleIdx="2" presStyleCnt="10"/>
      <dgm:spPr/>
    </dgm:pt>
    <dgm:pt modelId="{C3977925-4F2E-4AA4-9665-55D88C33EC2F}" type="pres">
      <dgm:prSet presAssocID="{9E75FABE-08FB-43FB-A6D1-CE52516F0BB2}" presName="spaceA" presStyleCnt="0"/>
      <dgm:spPr/>
    </dgm:pt>
    <dgm:pt modelId="{6EE3C132-7CFE-4A27-8769-E890F9F8E71E}" type="pres">
      <dgm:prSet presAssocID="{020B09E1-5B6F-424F-94BF-A60098C85E6A}" presName="space" presStyleCnt="0"/>
      <dgm:spPr/>
    </dgm:pt>
    <dgm:pt modelId="{10A508A3-5303-43CB-9E3E-DAC764D931CC}" type="pres">
      <dgm:prSet presAssocID="{21B29172-32D8-4B5D-AD4D-E8596D8C70B0}" presName="compositeB" presStyleCnt="0"/>
      <dgm:spPr/>
    </dgm:pt>
    <dgm:pt modelId="{6C82F1DF-CF47-4067-BAD7-26214B443701}" type="pres">
      <dgm:prSet presAssocID="{21B29172-32D8-4B5D-AD4D-E8596D8C70B0}" presName="textB" presStyleLbl="revTx" presStyleIdx="3" presStyleCnt="10">
        <dgm:presLayoutVars>
          <dgm:bulletEnabled val="1"/>
        </dgm:presLayoutVars>
      </dgm:prSet>
      <dgm:spPr/>
    </dgm:pt>
    <dgm:pt modelId="{24A023B7-5D6E-4971-8F5E-49AE9FE663FB}" type="pres">
      <dgm:prSet presAssocID="{21B29172-32D8-4B5D-AD4D-E8596D8C70B0}" presName="circleB" presStyleLbl="node1" presStyleIdx="3" presStyleCnt="10"/>
      <dgm:spPr/>
    </dgm:pt>
    <dgm:pt modelId="{8A97BBF6-12E5-4EFA-BA08-493841CDF6D1}" type="pres">
      <dgm:prSet presAssocID="{21B29172-32D8-4B5D-AD4D-E8596D8C70B0}" presName="spaceB" presStyleCnt="0"/>
      <dgm:spPr/>
    </dgm:pt>
    <dgm:pt modelId="{19A10983-0A68-42A0-BBA3-3C1BF83B59CE}" type="pres">
      <dgm:prSet presAssocID="{AC16D8E8-F4AF-46E9-BE04-13685CA277DA}" presName="space" presStyleCnt="0"/>
      <dgm:spPr/>
    </dgm:pt>
    <dgm:pt modelId="{8AC4BCAF-F255-4132-A0FC-35D735881ABB}" type="pres">
      <dgm:prSet presAssocID="{CF266263-BF63-4230-BFC7-834B259E6939}" presName="compositeA" presStyleCnt="0"/>
      <dgm:spPr/>
    </dgm:pt>
    <dgm:pt modelId="{19C593F3-7B47-44A4-B281-F968B2B3E23D}" type="pres">
      <dgm:prSet presAssocID="{CF266263-BF63-4230-BFC7-834B259E6939}" presName="textA" presStyleLbl="revTx" presStyleIdx="4" presStyleCnt="10">
        <dgm:presLayoutVars>
          <dgm:bulletEnabled val="1"/>
        </dgm:presLayoutVars>
      </dgm:prSet>
      <dgm:spPr/>
    </dgm:pt>
    <dgm:pt modelId="{BBAF1771-9A88-45CA-A03C-501B195C58D3}" type="pres">
      <dgm:prSet presAssocID="{CF266263-BF63-4230-BFC7-834B259E6939}" presName="circleA" presStyleLbl="node1" presStyleIdx="4" presStyleCnt="10"/>
      <dgm:spPr/>
    </dgm:pt>
    <dgm:pt modelId="{BF554EB2-FA8F-4F90-A8F7-A4DF94834490}" type="pres">
      <dgm:prSet presAssocID="{CF266263-BF63-4230-BFC7-834B259E6939}" presName="spaceA" presStyleCnt="0"/>
      <dgm:spPr/>
    </dgm:pt>
    <dgm:pt modelId="{BBC12C8C-A8AB-47CC-BCFB-4911A132AAF7}" type="pres">
      <dgm:prSet presAssocID="{7ED6FB70-C616-42EC-AF34-8CF8C1BCD7F4}" presName="space" presStyleCnt="0"/>
      <dgm:spPr/>
    </dgm:pt>
    <dgm:pt modelId="{459C3855-6220-43DB-B7DD-CA728D6205D6}" type="pres">
      <dgm:prSet presAssocID="{7079AF3E-9CCA-485D-97DA-7A077B526D46}" presName="compositeB" presStyleCnt="0"/>
      <dgm:spPr/>
    </dgm:pt>
    <dgm:pt modelId="{E07653AE-F9AE-4CF2-B985-C1DCB4FD5974}" type="pres">
      <dgm:prSet presAssocID="{7079AF3E-9CCA-485D-97DA-7A077B526D46}" presName="textB" presStyleLbl="revTx" presStyleIdx="5" presStyleCnt="10">
        <dgm:presLayoutVars>
          <dgm:bulletEnabled val="1"/>
        </dgm:presLayoutVars>
      </dgm:prSet>
      <dgm:spPr/>
    </dgm:pt>
    <dgm:pt modelId="{E499D613-D0CB-40AE-9062-AAED677D4311}" type="pres">
      <dgm:prSet presAssocID="{7079AF3E-9CCA-485D-97DA-7A077B526D46}" presName="circleB" presStyleLbl="node1" presStyleIdx="5" presStyleCnt="10"/>
      <dgm:spPr/>
    </dgm:pt>
    <dgm:pt modelId="{068B7409-D46C-49E1-BD43-A2B2FD91CA93}" type="pres">
      <dgm:prSet presAssocID="{7079AF3E-9CCA-485D-97DA-7A077B526D46}" presName="spaceB" presStyleCnt="0"/>
      <dgm:spPr/>
    </dgm:pt>
    <dgm:pt modelId="{0A4556CA-96AA-43BB-98A4-0E1AFF5116C2}" type="pres">
      <dgm:prSet presAssocID="{54EC6D5D-9DF4-4E65-8BE2-F54FC1BD8F4F}" presName="space" presStyleCnt="0"/>
      <dgm:spPr/>
    </dgm:pt>
    <dgm:pt modelId="{AF351DF0-2E29-49B5-BB3C-11CE9495B12E}" type="pres">
      <dgm:prSet presAssocID="{1CA880A3-4FD8-433E-BFEC-7923328E711D}" presName="compositeA" presStyleCnt="0"/>
      <dgm:spPr/>
    </dgm:pt>
    <dgm:pt modelId="{99DC8EBB-D59C-4187-83EB-FB63F0AAF3E3}" type="pres">
      <dgm:prSet presAssocID="{1CA880A3-4FD8-433E-BFEC-7923328E711D}" presName="textA" presStyleLbl="revTx" presStyleIdx="6" presStyleCnt="10">
        <dgm:presLayoutVars>
          <dgm:bulletEnabled val="1"/>
        </dgm:presLayoutVars>
      </dgm:prSet>
      <dgm:spPr/>
    </dgm:pt>
    <dgm:pt modelId="{8077ABD0-0373-4EAA-888F-90FFD8877188}" type="pres">
      <dgm:prSet presAssocID="{1CA880A3-4FD8-433E-BFEC-7923328E711D}" presName="circleA" presStyleLbl="node1" presStyleIdx="6" presStyleCnt="10"/>
      <dgm:spPr>
        <a:solidFill>
          <a:schemeClr val="accent6"/>
        </a:solidFill>
      </dgm:spPr>
    </dgm:pt>
    <dgm:pt modelId="{D116DAD3-CA35-4B9F-AF23-55D75D162CFE}" type="pres">
      <dgm:prSet presAssocID="{1CA880A3-4FD8-433E-BFEC-7923328E711D}" presName="spaceA" presStyleCnt="0"/>
      <dgm:spPr/>
    </dgm:pt>
    <dgm:pt modelId="{2973400D-C390-4D5F-94C8-BB5B71D8F371}" type="pres">
      <dgm:prSet presAssocID="{012B86C1-6338-4F31-89B1-5041D568287B}" presName="space" presStyleCnt="0"/>
      <dgm:spPr/>
    </dgm:pt>
    <dgm:pt modelId="{F49CCE8B-4E13-4275-9A40-7234556266A3}" type="pres">
      <dgm:prSet presAssocID="{2F25248B-7034-4FFC-9551-EE0329C19860}" presName="compositeB" presStyleCnt="0"/>
      <dgm:spPr/>
    </dgm:pt>
    <dgm:pt modelId="{25E3E00F-2B21-43B1-AEEC-3C2E4B2E29C8}" type="pres">
      <dgm:prSet presAssocID="{2F25248B-7034-4FFC-9551-EE0329C19860}" presName="textB" presStyleLbl="revTx" presStyleIdx="7" presStyleCnt="10">
        <dgm:presLayoutVars>
          <dgm:bulletEnabled val="1"/>
        </dgm:presLayoutVars>
      </dgm:prSet>
      <dgm:spPr/>
    </dgm:pt>
    <dgm:pt modelId="{B9B816B2-572A-4C50-9548-11CEBC5BD28D}" type="pres">
      <dgm:prSet presAssocID="{2F25248B-7034-4FFC-9551-EE0329C19860}" presName="circleB" presStyleLbl="node1" presStyleIdx="7" presStyleCnt="10"/>
      <dgm:spPr/>
    </dgm:pt>
    <dgm:pt modelId="{28DA6BBB-94A2-40D0-BF5C-CC89B514D1BF}" type="pres">
      <dgm:prSet presAssocID="{2F25248B-7034-4FFC-9551-EE0329C19860}" presName="spaceB" presStyleCnt="0"/>
      <dgm:spPr/>
    </dgm:pt>
    <dgm:pt modelId="{C2E8DB81-5D7B-4D8F-BF29-C10E0774E0AC}" type="pres">
      <dgm:prSet presAssocID="{90849588-04CA-4939-B771-225DE654639D}" presName="space" presStyleCnt="0"/>
      <dgm:spPr/>
    </dgm:pt>
    <dgm:pt modelId="{A729E0AA-D453-47A2-9BBA-7175F6B27959}" type="pres">
      <dgm:prSet presAssocID="{E86E0CF3-E775-4B4C-85E6-F5EE5955FA2F}" presName="compositeA" presStyleCnt="0"/>
      <dgm:spPr/>
    </dgm:pt>
    <dgm:pt modelId="{9AA66EAB-EF9E-4582-B897-74E249E1B1D8}" type="pres">
      <dgm:prSet presAssocID="{E86E0CF3-E775-4B4C-85E6-F5EE5955FA2F}" presName="textA" presStyleLbl="revTx" presStyleIdx="8" presStyleCnt="10">
        <dgm:presLayoutVars>
          <dgm:bulletEnabled val="1"/>
        </dgm:presLayoutVars>
      </dgm:prSet>
      <dgm:spPr/>
    </dgm:pt>
    <dgm:pt modelId="{F7BAAD9C-8638-41A7-8891-C13C8D6A94C3}" type="pres">
      <dgm:prSet presAssocID="{E86E0CF3-E775-4B4C-85E6-F5EE5955FA2F}" presName="circleA" presStyleLbl="node1" presStyleIdx="8" presStyleCnt="10"/>
      <dgm:spPr/>
    </dgm:pt>
    <dgm:pt modelId="{619B78C9-5F79-4ED4-885C-214988E3D638}" type="pres">
      <dgm:prSet presAssocID="{E86E0CF3-E775-4B4C-85E6-F5EE5955FA2F}" presName="spaceA" presStyleCnt="0"/>
      <dgm:spPr/>
    </dgm:pt>
    <dgm:pt modelId="{F88547B7-9DA6-449D-A532-92B3A02E10C8}" type="pres">
      <dgm:prSet presAssocID="{8D18DFD1-35B4-4AF0-9565-48E4DD19E968}" presName="space" presStyleCnt="0"/>
      <dgm:spPr/>
    </dgm:pt>
    <dgm:pt modelId="{AF9E88A1-C926-40CD-A283-6FAB7A8255AC}" type="pres">
      <dgm:prSet presAssocID="{F78FAD61-C8DD-45D3-B1DA-D7ABA4A69553}" presName="compositeB" presStyleCnt="0"/>
      <dgm:spPr/>
    </dgm:pt>
    <dgm:pt modelId="{0D47EC0E-1621-4E01-8FDB-E10AE6601A0A}" type="pres">
      <dgm:prSet presAssocID="{F78FAD61-C8DD-45D3-B1DA-D7ABA4A69553}" presName="textB" presStyleLbl="revTx" presStyleIdx="9" presStyleCnt="10">
        <dgm:presLayoutVars>
          <dgm:bulletEnabled val="1"/>
        </dgm:presLayoutVars>
      </dgm:prSet>
      <dgm:spPr/>
    </dgm:pt>
    <dgm:pt modelId="{46D9C4F9-0737-4DC8-A76E-68CE5B41E25F}" type="pres">
      <dgm:prSet presAssocID="{F78FAD61-C8DD-45D3-B1DA-D7ABA4A69553}" presName="circleB" presStyleLbl="node1" presStyleIdx="9" presStyleCnt="10"/>
      <dgm:spPr/>
    </dgm:pt>
    <dgm:pt modelId="{D601E468-AFD3-4B56-A5E1-C2CF3583DA0D}" type="pres">
      <dgm:prSet presAssocID="{F78FAD61-C8DD-45D3-B1DA-D7ABA4A69553}" presName="spaceB" presStyleCnt="0"/>
      <dgm:spPr/>
    </dgm:pt>
  </dgm:ptLst>
  <dgm:cxnLst>
    <dgm:cxn modelId="{FECA1C01-A2DD-4AFD-BDC4-3A2B03FA16BA}" srcId="{18EEAF6C-871A-470F-B5CE-B6B49E46F58A}" destId="{1CA880A3-4FD8-433E-BFEC-7923328E711D}" srcOrd="6" destOrd="0" parTransId="{DE4382E3-F0C2-4505-ACA1-DB57D2F6DEF4}" sibTransId="{012B86C1-6338-4F31-89B1-5041D568287B}"/>
    <dgm:cxn modelId="{07130503-22B3-4B9A-A301-5BF65F0D8A8B}" srcId="{18EEAF6C-871A-470F-B5CE-B6B49E46F58A}" destId="{21B29172-32D8-4B5D-AD4D-E8596D8C70B0}" srcOrd="3" destOrd="0" parTransId="{19993F7E-E8F2-4924-B191-4212E1B5CD8F}" sibTransId="{AC16D8E8-F4AF-46E9-BE04-13685CA277DA}"/>
    <dgm:cxn modelId="{40F24A10-F6C1-4547-B741-E970765E79F4}" type="presOf" srcId="{F78FAD61-C8DD-45D3-B1DA-D7ABA4A69553}" destId="{0D47EC0E-1621-4E01-8FDB-E10AE6601A0A}" srcOrd="0" destOrd="0" presId="urn:microsoft.com/office/officeart/2005/8/layout/hProcess11"/>
    <dgm:cxn modelId="{E5543C32-F269-4D07-A201-ED846553DC19}" srcId="{18EEAF6C-871A-470F-B5CE-B6B49E46F58A}" destId="{E86E0CF3-E775-4B4C-85E6-F5EE5955FA2F}" srcOrd="8" destOrd="0" parTransId="{02E73C70-3F39-4379-ACDA-E610DBB0FF3E}" sibTransId="{8D18DFD1-35B4-4AF0-9565-48E4DD19E968}"/>
    <dgm:cxn modelId="{CEC4AF34-94FE-4BE5-BC6C-514A69F9E5D7}" type="presOf" srcId="{1CA880A3-4FD8-433E-BFEC-7923328E711D}" destId="{99DC8EBB-D59C-4187-83EB-FB63F0AAF3E3}" srcOrd="0" destOrd="0" presId="urn:microsoft.com/office/officeart/2005/8/layout/hProcess11"/>
    <dgm:cxn modelId="{8BFE083D-26DC-4A41-90B6-7EE7460D703F}" type="presOf" srcId="{E86E0CF3-E775-4B4C-85E6-F5EE5955FA2F}" destId="{9AA66EAB-EF9E-4582-B897-74E249E1B1D8}" srcOrd="0" destOrd="0" presId="urn:microsoft.com/office/officeart/2005/8/layout/hProcess11"/>
    <dgm:cxn modelId="{BA80D55D-E5FC-4864-85FD-0A445D3A2071}" srcId="{18EEAF6C-871A-470F-B5CE-B6B49E46F58A}" destId="{A9389050-D44E-4DD5-ACA9-683C9E4A11C6}" srcOrd="1" destOrd="0" parTransId="{B62F2A18-F1BE-4ABF-8939-0DBBC5A7032A}" sibTransId="{8CABE114-CB70-4ED5-95E7-09DA19CED661}"/>
    <dgm:cxn modelId="{5A3FAC62-62DD-434E-A29F-6D5E8B41A59D}" type="presOf" srcId="{18EEAF6C-871A-470F-B5CE-B6B49E46F58A}" destId="{3D10B7EF-334B-42FC-ACC8-9741946F367F}" srcOrd="0" destOrd="0" presId="urn:microsoft.com/office/officeart/2005/8/layout/hProcess11"/>
    <dgm:cxn modelId="{81A80165-B68E-4B54-8284-1B48DC2B552A}" type="presOf" srcId="{21B29172-32D8-4B5D-AD4D-E8596D8C70B0}" destId="{6C82F1DF-CF47-4067-BAD7-26214B443701}" srcOrd="0" destOrd="0" presId="urn:microsoft.com/office/officeart/2005/8/layout/hProcess11"/>
    <dgm:cxn modelId="{EE5FD76C-A3F9-445E-9F07-FBF1676107B4}" srcId="{18EEAF6C-871A-470F-B5CE-B6B49E46F58A}" destId="{9E75FABE-08FB-43FB-A6D1-CE52516F0BB2}" srcOrd="2" destOrd="0" parTransId="{583F0D05-0820-4791-9DBA-E7F7A9D1510D}" sibTransId="{020B09E1-5B6F-424F-94BF-A60098C85E6A}"/>
    <dgm:cxn modelId="{D547AA6E-6D8E-4697-93CB-897F5CA76332}" srcId="{18EEAF6C-871A-470F-B5CE-B6B49E46F58A}" destId="{5DFBDEF3-6865-4300-92A4-9B4539406F15}" srcOrd="0" destOrd="0" parTransId="{915CE2F7-B6DA-4BF8-AB0D-B2B71C1F2F4C}" sibTransId="{955A6184-967B-4081-834B-032FA66F3637}"/>
    <dgm:cxn modelId="{DB714150-B1F6-43B3-BA29-CAC9839AED7C}" type="presOf" srcId="{5DFBDEF3-6865-4300-92A4-9B4539406F15}" destId="{E3B30994-F27D-46CD-863A-B005372BEF41}" srcOrd="0" destOrd="0" presId="urn:microsoft.com/office/officeart/2005/8/layout/hProcess11"/>
    <dgm:cxn modelId="{EBF0A552-2D8A-494B-B830-936E7A59061A}" srcId="{18EEAF6C-871A-470F-B5CE-B6B49E46F58A}" destId="{7079AF3E-9CCA-485D-97DA-7A077B526D46}" srcOrd="5" destOrd="0" parTransId="{E2BB0FAA-3F11-47AB-BD49-34BE3A071FFA}" sibTransId="{54EC6D5D-9DF4-4E65-8BE2-F54FC1BD8F4F}"/>
    <dgm:cxn modelId="{84BBB454-7E04-4CEE-A8F1-98C6508EFCC9}" type="presOf" srcId="{9E75FABE-08FB-43FB-A6D1-CE52516F0BB2}" destId="{092A143A-1BB6-45D8-A472-B8738FE719CD}" srcOrd="0" destOrd="0" presId="urn:microsoft.com/office/officeart/2005/8/layout/hProcess11"/>
    <dgm:cxn modelId="{E9EAF098-B547-4533-B3E7-EEC808E5F754}" type="presOf" srcId="{A9389050-D44E-4DD5-ACA9-683C9E4A11C6}" destId="{6B715EC7-6AB2-40E2-9B0A-A4D4D165788F}" srcOrd="0" destOrd="0" presId="urn:microsoft.com/office/officeart/2005/8/layout/hProcess11"/>
    <dgm:cxn modelId="{A3A3B1A1-499D-4AD8-8B8F-AC26EC2778B0}" type="presOf" srcId="{CF266263-BF63-4230-BFC7-834B259E6939}" destId="{19C593F3-7B47-44A4-B281-F968B2B3E23D}" srcOrd="0" destOrd="0" presId="urn:microsoft.com/office/officeart/2005/8/layout/hProcess11"/>
    <dgm:cxn modelId="{C4D2C9A5-70F5-46F1-803C-93F68AB558B0}" srcId="{18EEAF6C-871A-470F-B5CE-B6B49E46F58A}" destId="{2F25248B-7034-4FFC-9551-EE0329C19860}" srcOrd="7" destOrd="0" parTransId="{C927C1F0-28D1-4964-97C2-4CBFBF641B5B}" sibTransId="{90849588-04CA-4939-B771-225DE654639D}"/>
    <dgm:cxn modelId="{BD98C9AC-AEF7-4833-9EB8-9E82AF088DAE}" type="presOf" srcId="{7079AF3E-9CCA-485D-97DA-7A077B526D46}" destId="{E07653AE-F9AE-4CF2-B985-C1DCB4FD5974}" srcOrd="0" destOrd="0" presId="urn:microsoft.com/office/officeart/2005/8/layout/hProcess11"/>
    <dgm:cxn modelId="{7A2DBFC1-3A2D-421B-9428-ABF352F238A7}" type="presOf" srcId="{2F25248B-7034-4FFC-9551-EE0329C19860}" destId="{25E3E00F-2B21-43B1-AEEC-3C2E4B2E29C8}" srcOrd="0" destOrd="0" presId="urn:microsoft.com/office/officeart/2005/8/layout/hProcess11"/>
    <dgm:cxn modelId="{5633D4CC-CE63-4C87-AB46-4030099EE401}" srcId="{18EEAF6C-871A-470F-B5CE-B6B49E46F58A}" destId="{F78FAD61-C8DD-45D3-B1DA-D7ABA4A69553}" srcOrd="9" destOrd="0" parTransId="{57A4E815-5DAF-4693-8EAE-864DBD49DA6E}" sibTransId="{5CFBDB72-CDBB-45BD-B3F5-249A673058A6}"/>
    <dgm:cxn modelId="{904FE5F9-1EF1-4F73-99DC-CEADE96EC0C8}" srcId="{18EEAF6C-871A-470F-B5CE-B6B49E46F58A}" destId="{CF266263-BF63-4230-BFC7-834B259E6939}" srcOrd="4" destOrd="0" parTransId="{0718422E-81B2-4E14-8118-7374619AE7A2}" sibTransId="{7ED6FB70-C616-42EC-AF34-8CF8C1BCD7F4}"/>
    <dgm:cxn modelId="{3A3A4DD1-D8E3-4982-B8CB-24BE920CC850}" type="presParOf" srcId="{3D10B7EF-334B-42FC-ACC8-9741946F367F}" destId="{A4F76038-7F9A-41E9-A457-E6321352F13A}" srcOrd="0" destOrd="0" presId="urn:microsoft.com/office/officeart/2005/8/layout/hProcess11"/>
    <dgm:cxn modelId="{EE35B9A9-70D8-46C3-A50E-DD28DBA46E73}" type="presParOf" srcId="{3D10B7EF-334B-42FC-ACC8-9741946F367F}" destId="{D8D22F7F-C795-4CAB-848C-2AB2DE02DDC6}" srcOrd="1" destOrd="0" presId="urn:microsoft.com/office/officeart/2005/8/layout/hProcess11"/>
    <dgm:cxn modelId="{3899C6B6-7619-4C7F-B220-33722FC98EAA}" type="presParOf" srcId="{D8D22F7F-C795-4CAB-848C-2AB2DE02DDC6}" destId="{92B7493A-3CF7-405E-AD10-B668B71D75A2}" srcOrd="0" destOrd="0" presId="urn:microsoft.com/office/officeart/2005/8/layout/hProcess11"/>
    <dgm:cxn modelId="{5DAD6DC6-0039-45A4-B43D-B7A52A5417D8}" type="presParOf" srcId="{92B7493A-3CF7-405E-AD10-B668B71D75A2}" destId="{E3B30994-F27D-46CD-863A-B005372BEF41}" srcOrd="0" destOrd="0" presId="urn:microsoft.com/office/officeart/2005/8/layout/hProcess11"/>
    <dgm:cxn modelId="{C110AB00-0790-4F5B-B4F6-BCD526342B1D}" type="presParOf" srcId="{92B7493A-3CF7-405E-AD10-B668B71D75A2}" destId="{E12669F9-6BEB-4674-95A0-1F342C6FFCD7}" srcOrd="1" destOrd="0" presId="urn:microsoft.com/office/officeart/2005/8/layout/hProcess11"/>
    <dgm:cxn modelId="{E40A9E56-161A-47D1-AD3B-87FD77AD565B}" type="presParOf" srcId="{92B7493A-3CF7-405E-AD10-B668B71D75A2}" destId="{8A5D3948-5202-4CBD-99FB-16D7A772601D}" srcOrd="2" destOrd="0" presId="urn:microsoft.com/office/officeart/2005/8/layout/hProcess11"/>
    <dgm:cxn modelId="{BC78D19C-5BFB-4EF1-9621-C4F7185F2DDF}" type="presParOf" srcId="{D8D22F7F-C795-4CAB-848C-2AB2DE02DDC6}" destId="{864DC5BD-C7C3-4DBE-B708-CA2B0CCC6E9F}" srcOrd="1" destOrd="0" presId="urn:microsoft.com/office/officeart/2005/8/layout/hProcess11"/>
    <dgm:cxn modelId="{A6BF3C1E-51A7-4120-B3D9-0A8F1CA01B2F}" type="presParOf" srcId="{D8D22F7F-C795-4CAB-848C-2AB2DE02DDC6}" destId="{F7998E6F-B284-41B9-AE7C-A0CDDEE86758}" srcOrd="2" destOrd="0" presId="urn:microsoft.com/office/officeart/2005/8/layout/hProcess11"/>
    <dgm:cxn modelId="{86B4F599-02DA-4DF4-8C44-92FFC4572FF3}" type="presParOf" srcId="{F7998E6F-B284-41B9-AE7C-A0CDDEE86758}" destId="{6B715EC7-6AB2-40E2-9B0A-A4D4D165788F}" srcOrd="0" destOrd="0" presId="urn:microsoft.com/office/officeart/2005/8/layout/hProcess11"/>
    <dgm:cxn modelId="{C52E6947-2316-40F1-9CCB-01B975B6E49C}" type="presParOf" srcId="{F7998E6F-B284-41B9-AE7C-A0CDDEE86758}" destId="{90FBD28B-3859-447F-A8B2-40FDE199A5F6}" srcOrd="1" destOrd="0" presId="urn:microsoft.com/office/officeart/2005/8/layout/hProcess11"/>
    <dgm:cxn modelId="{25964097-2831-4DEB-82A9-4C575FA207E1}" type="presParOf" srcId="{F7998E6F-B284-41B9-AE7C-A0CDDEE86758}" destId="{836F6B38-88C4-4D68-A102-9553460E9797}" srcOrd="2" destOrd="0" presId="urn:microsoft.com/office/officeart/2005/8/layout/hProcess11"/>
    <dgm:cxn modelId="{2AAF7B87-51B3-4721-B8C6-4656B973A973}" type="presParOf" srcId="{D8D22F7F-C795-4CAB-848C-2AB2DE02DDC6}" destId="{75D42F1E-20FA-497C-9D15-49D44BB3DE02}" srcOrd="3" destOrd="0" presId="urn:microsoft.com/office/officeart/2005/8/layout/hProcess11"/>
    <dgm:cxn modelId="{9B2B8719-AB26-4ACD-B952-07C1FCE92B5B}" type="presParOf" srcId="{D8D22F7F-C795-4CAB-848C-2AB2DE02DDC6}" destId="{502AE39E-8FFB-4470-94DE-80F6CAA2511C}" srcOrd="4" destOrd="0" presId="urn:microsoft.com/office/officeart/2005/8/layout/hProcess11"/>
    <dgm:cxn modelId="{0A2EDCA4-DA62-459B-9C02-4291FF6789B9}" type="presParOf" srcId="{502AE39E-8FFB-4470-94DE-80F6CAA2511C}" destId="{092A143A-1BB6-45D8-A472-B8738FE719CD}" srcOrd="0" destOrd="0" presId="urn:microsoft.com/office/officeart/2005/8/layout/hProcess11"/>
    <dgm:cxn modelId="{517B5C09-C290-4941-941E-C370400EB0EC}" type="presParOf" srcId="{502AE39E-8FFB-4470-94DE-80F6CAA2511C}" destId="{5ADB2773-0A98-42DC-9D2E-76E176E91754}" srcOrd="1" destOrd="0" presId="urn:microsoft.com/office/officeart/2005/8/layout/hProcess11"/>
    <dgm:cxn modelId="{48935FCF-A759-4A34-A076-672675EFCB4D}" type="presParOf" srcId="{502AE39E-8FFB-4470-94DE-80F6CAA2511C}" destId="{C3977925-4F2E-4AA4-9665-55D88C33EC2F}" srcOrd="2" destOrd="0" presId="urn:microsoft.com/office/officeart/2005/8/layout/hProcess11"/>
    <dgm:cxn modelId="{FC73403D-37E1-494F-BCF9-3BF90D6F1A78}" type="presParOf" srcId="{D8D22F7F-C795-4CAB-848C-2AB2DE02DDC6}" destId="{6EE3C132-7CFE-4A27-8769-E890F9F8E71E}" srcOrd="5" destOrd="0" presId="urn:microsoft.com/office/officeart/2005/8/layout/hProcess11"/>
    <dgm:cxn modelId="{59703955-FC20-4288-A2EE-8564DD0C68C1}" type="presParOf" srcId="{D8D22F7F-C795-4CAB-848C-2AB2DE02DDC6}" destId="{10A508A3-5303-43CB-9E3E-DAC764D931CC}" srcOrd="6" destOrd="0" presId="urn:microsoft.com/office/officeart/2005/8/layout/hProcess11"/>
    <dgm:cxn modelId="{D6F872DD-C7FC-4687-8DA8-3A07FF6A5FAA}" type="presParOf" srcId="{10A508A3-5303-43CB-9E3E-DAC764D931CC}" destId="{6C82F1DF-CF47-4067-BAD7-26214B443701}" srcOrd="0" destOrd="0" presId="urn:microsoft.com/office/officeart/2005/8/layout/hProcess11"/>
    <dgm:cxn modelId="{46DA2216-F8E5-481F-BCDD-BE2A4B2499DE}" type="presParOf" srcId="{10A508A3-5303-43CB-9E3E-DAC764D931CC}" destId="{24A023B7-5D6E-4971-8F5E-49AE9FE663FB}" srcOrd="1" destOrd="0" presId="urn:microsoft.com/office/officeart/2005/8/layout/hProcess11"/>
    <dgm:cxn modelId="{9474FDB9-4B31-40D5-966B-AAF6A1E3847F}" type="presParOf" srcId="{10A508A3-5303-43CB-9E3E-DAC764D931CC}" destId="{8A97BBF6-12E5-4EFA-BA08-493841CDF6D1}" srcOrd="2" destOrd="0" presId="urn:microsoft.com/office/officeart/2005/8/layout/hProcess11"/>
    <dgm:cxn modelId="{74FA8A37-E25B-40BD-AEA6-D44E7C0B3494}" type="presParOf" srcId="{D8D22F7F-C795-4CAB-848C-2AB2DE02DDC6}" destId="{19A10983-0A68-42A0-BBA3-3C1BF83B59CE}" srcOrd="7" destOrd="0" presId="urn:microsoft.com/office/officeart/2005/8/layout/hProcess11"/>
    <dgm:cxn modelId="{28639942-0362-47CE-804E-73365AC36083}" type="presParOf" srcId="{D8D22F7F-C795-4CAB-848C-2AB2DE02DDC6}" destId="{8AC4BCAF-F255-4132-A0FC-35D735881ABB}" srcOrd="8" destOrd="0" presId="urn:microsoft.com/office/officeart/2005/8/layout/hProcess11"/>
    <dgm:cxn modelId="{2DD7507C-B416-4795-B349-0840FBB20465}" type="presParOf" srcId="{8AC4BCAF-F255-4132-A0FC-35D735881ABB}" destId="{19C593F3-7B47-44A4-B281-F968B2B3E23D}" srcOrd="0" destOrd="0" presId="urn:microsoft.com/office/officeart/2005/8/layout/hProcess11"/>
    <dgm:cxn modelId="{EC5274C7-E10A-4873-B598-ABF319D56623}" type="presParOf" srcId="{8AC4BCAF-F255-4132-A0FC-35D735881ABB}" destId="{BBAF1771-9A88-45CA-A03C-501B195C58D3}" srcOrd="1" destOrd="0" presId="urn:microsoft.com/office/officeart/2005/8/layout/hProcess11"/>
    <dgm:cxn modelId="{47C62FD6-054F-4D56-ABBD-20F3B1730264}" type="presParOf" srcId="{8AC4BCAF-F255-4132-A0FC-35D735881ABB}" destId="{BF554EB2-FA8F-4F90-A8F7-A4DF94834490}" srcOrd="2" destOrd="0" presId="urn:microsoft.com/office/officeart/2005/8/layout/hProcess11"/>
    <dgm:cxn modelId="{48BC45AA-16E8-4C0A-A5B6-582A991878F7}" type="presParOf" srcId="{D8D22F7F-C795-4CAB-848C-2AB2DE02DDC6}" destId="{BBC12C8C-A8AB-47CC-BCFB-4911A132AAF7}" srcOrd="9" destOrd="0" presId="urn:microsoft.com/office/officeart/2005/8/layout/hProcess11"/>
    <dgm:cxn modelId="{8267F02F-B5BE-4F6B-BB05-165002E16EA9}" type="presParOf" srcId="{D8D22F7F-C795-4CAB-848C-2AB2DE02DDC6}" destId="{459C3855-6220-43DB-B7DD-CA728D6205D6}" srcOrd="10" destOrd="0" presId="urn:microsoft.com/office/officeart/2005/8/layout/hProcess11"/>
    <dgm:cxn modelId="{50691E3A-9E54-42C6-9605-62C6EB11B356}" type="presParOf" srcId="{459C3855-6220-43DB-B7DD-CA728D6205D6}" destId="{E07653AE-F9AE-4CF2-B985-C1DCB4FD5974}" srcOrd="0" destOrd="0" presId="urn:microsoft.com/office/officeart/2005/8/layout/hProcess11"/>
    <dgm:cxn modelId="{ED3ADE15-6BF9-437C-A057-D04D90CD3326}" type="presParOf" srcId="{459C3855-6220-43DB-B7DD-CA728D6205D6}" destId="{E499D613-D0CB-40AE-9062-AAED677D4311}" srcOrd="1" destOrd="0" presId="urn:microsoft.com/office/officeart/2005/8/layout/hProcess11"/>
    <dgm:cxn modelId="{FC0DDA46-9BB7-4284-BA75-9EF43B2E5165}" type="presParOf" srcId="{459C3855-6220-43DB-B7DD-CA728D6205D6}" destId="{068B7409-D46C-49E1-BD43-A2B2FD91CA93}" srcOrd="2" destOrd="0" presId="urn:microsoft.com/office/officeart/2005/8/layout/hProcess11"/>
    <dgm:cxn modelId="{875D0680-2B67-4CB8-B774-B12288757985}" type="presParOf" srcId="{D8D22F7F-C795-4CAB-848C-2AB2DE02DDC6}" destId="{0A4556CA-96AA-43BB-98A4-0E1AFF5116C2}" srcOrd="11" destOrd="0" presId="urn:microsoft.com/office/officeart/2005/8/layout/hProcess11"/>
    <dgm:cxn modelId="{4BB46CCD-674C-4F2D-8BDE-BC7C095BB7C8}" type="presParOf" srcId="{D8D22F7F-C795-4CAB-848C-2AB2DE02DDC6}" destId="{AF351DF0-2E29-49B5-BB3C-11CE9495B12E}" srcOrd="12" destOrd="0" presId="urn:microsoft.com/office/officeart/2005/8/layout/hProcess11"/>
    <dgm:cxn modelId="{553928DC-1A90-4880-AF35-FB855BC9977A}" type="presParOf" srcId="{AF351DF0-2E29-49B5-BB3C-11CE9495B12E}" destId="{99DC8EBB-D59C-4187-83EB-FB63F0AAF3E3}" srcOrd="0" destOrd="0" presId="urn:microsoft.com/office/officeart/2005/8/layout/hProcess11"/>
    <dgm:cxn modelId="{77D647DF-6E3C-4BEB-B44F-97F70393AE7E}" type="presParOf" srcId="{AF351DF0-2E29-49B5-BB3C-11CE9495B12E}" destId="{8077ABD0-0373-4EAA-888F-90FFD8877188}" srcOrd="1" destOrd="0" presId="urn:microsoft.com/office/officeart/2005/8/layout/hProcess11"/>
    <dgm:cxn modelId="{7E1C7E89-632B-4318-9C77-64249DDB5EAF}" type="presParOf" srcId="{AF351DF0-2E29-49B5-BB3C-11CE9495B12E}" destId="{D116DAD3-CA35-4B9F-AF23-55D75D162CFE}" srcOrd="2" destOrd="0" presId="urn:microsoft.com/office/officeart/2005/8/layout/hProcess11"/>
    <dgm:cxn modelId="{3F64AF2E-2C71-425B-A246-7DA42D262223}" type="presParOf" srcId="{D8D22F7F-C795-4CAB-848C-2AB2DE02DDC6}" destId="{2973400D-C390-4D5F-94C8-BB5B71D8F371}" srcOrd="13" destOrd="0" presId="urn:microsoft.com/office/officeart/2005/8/layout/hProcess11"/>
    <dgm:cxn modelId="{29B8FCA0-A8B1-4086-8468-9F5B295E0A3B}" type="presParOf" srcId="{D8D22F7F-C795-4CAB-848C-2AB2DE02DDC6}" destId="{F49CCE8B-4E13-4275-9A40-7234556266A3}" srcOrd="14" destOrd="0" presId="urn:microsoft.com/office/officeart/2005/8/layout/hProcess11"/>
    <dgm:cxn modelId="{50F08765-095F-44AF-83EF-EF011EBA6232}" type="presParOf" srcId="{F49CCE8B-4E13-4275-9A40-7234556266A3}" destId="{25E3E00F-2B21-43B1-AEEC-3C2E4B2E29C8}" srcOrd="0" destOrd="0" presId="urn:microsoft.com/office/officeart/2005/8/layout/hProcess11"/>
    <dgm:cxn modelId="{57E259A6-A407-4E3B-9D73-BE9DC18662F4}" type="presParOf" srcId="{F49CCE8B-4E13-4275-9A40-7234556266A3}" destId="{B9B816B2-572A-4C50-9548-11CEBC5BD28D}" srcOrd="1" destOrd="0" presId="urn:microsoft.com/office/officeart/2005/8/layout/hProcess11"/>
    <dgm:cxn modelId="{86C352CE-946F-4C94-AB8D-42126D50FFBE}" type="presParOf" srcId="{F49CCE8B-4E13-4275-9A40-7234556266A3}" destId="{28DA6BBB-94A2-40D0-BF5C-CC89B514D1BF}" srcOrd="2" destOrd="0" presId="urn:microsoft.com/office/officeart/2005/8/layout/hProcess11"/>
    <dgm:cxn modelId="{8856F2FA-AF45-47A2-B7B0-B5F3A59464D9}" type="presParOf" srcId="{D8D22F7F-C795-4CAB-848C-2AB2DE02DDC6}" destId="{C2E8DB81-5D7B-4D8F-BF29-C10E0774E0AC}" srcOrd="15" destOrd="0" presId="urn:microsoft.com/office/officeart/2005/8/layout/hProcess11"/>
    <dgm:cxn modelId="{B04A5BAC-3450-4D4D-B98C-77220AECBF33}" type="presParOf" srcId="{D8D22F7F-C795-4CAB-848C-2AB2DE02DDC6}" destId="{A729E0AA-D453-47A2-9BBA-7175F6B27959}" srcOrd="16" destOrd="0" presId="urn:microsoft.com/office/officeart/2005/8/layout/hProcess11"/>
    <dgm:cxn modelId="{BC06FA4F-0A3B-4E1A-82E8-34D87DA9AA22}" type="presParOf" srcId="{A729E0AA-D453-47A2-9BBA-7175F6B27959}" destId="{9AA66EAB-EF9E-4582-B897-74E249E1B1D8}" srcOrd="0" destOrd="0" presId="urn:microsoft.com/office/officeart/2005/8/layout/hProcess11"/>
    <dgm:cxn modelId="{326757A1-AD2B-4481-B6EB-837B701518CA}" type="presParOf" srcId="{A729E0AA-D453-47A2-9BBA-7175F6B27959}" destId="{F7BAAD9C-8638-41A7-8891-C13C8D6A94C3}" srcOrd="1" destOrd="0" presId="urn:microsoft.com/office/officeart/2005/8/layout/hProcess11"/>
    <dgm:cxn modelId="{9CF14525-72FF-4D4C-965A-D3E73922AA5A}" type="presParOf" srcId="{A729E0AA-D453-47A2-9BBA-7175F6B27959}" destId="{619B78C9-5F79-4ED4-885C-214988E3D638}" srcOrd="2" destOrd="0" presId="urn:microsoft.com/office/officeart/2005/8/layout/hProcess11"/>
    <dgm:cxn modelId="{3F346AF3-12F0-4CE6-8296-AA1E500D80AF}" type="presParOf" srcId="{D8D22F7F-C795-4CAB-848C-2AB2DE02DDC6}" destId="{F88547B7-9DA6-449D-A532-92B3A02E10C8}" srcOrd="17" destOrd="0" presId="urn:microsoft.com/office/officeart/2005/8/layout/hProcess11"/>
    <dgm:cxn modelId="{4DE3E914-2EF4-4B1D-ABF5-398EA2619C5D}" type="presParOf" srcId="{D8D22F7F-C795-4CAB-848C-2AB2DE02DDC6}" destId="{AF9E88A1-C926-40CD-A283-6FAB7A8255AC}" srcOrd="18" destOrd="0" presId="urn:microsoft.com/office/officeart/2005/8/layout/hProcess11"/>
    <dgm:cxn modelId="{FD352D9E-D0BD-41FD-B2DB-BD9CACC05D4D}" type="presParOf" srcId="{AF9E88A1-C926-40CD-A283-6FAB7A8255AC}" destId="{0D47EC0E-1621-4E01-8FDB-E10AE6601A0A}" srcOrd="0" destOrd="0" presId="urn:microsoft.com/office/officeart/2005/8/layout/hProcess11"/>
    <dgm:cxn modelId="{DE42ACC0-3E09-47B7-BB86-BD9894F8EB7D}" type="presParOf" srcId="{AF9E88A1-C926-40CD-A283-6FAB7A8255AC}" destId="{46D9C4F9-0737-4DC8-A76E-68CE5B41E25F}" srcOrd="1" destOrd="0" presId="urn:microsoft.com/office/officeart/2005/8/layout/hProcess11"/>
    <dgm:cxn modelId="{2CB3B942-0E61-4B00-A166-ED9073FBE909}" type="presParOf" srcId="{AF9E88A1-C926-40CD-A283-6FAB7A8255AC}" destId="{D601E468-AFD3-4B56-A5E1-C2CF3583DA0D}"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2" qsCatId="simple" csTypeId="urn:microsoft.com/office/officeart/2005/8/colors/accent1_2#2" csCatId="accent1" phldr="1"/>
      <dgm:spPr/>
      <dgm:t>
        <a:bodyPr/>
        <a:lstStyle/>
        <a:p>
          <a:endParaRPr lang="en-GB"/>
        </a:p>
      </dgm:t>
    </dgm:pt>
    <dgm:pt modelId="{5DFBDEF3-6865-4300-92A4-9B4539406F15}">
      <dgm:prSet phldrT="[Text]" phldr="0"/>
      <dgm:spPr/>
      <dgm:t>
        <a:bodyPr/>
        <a:lstStyle/>
        <a:p>
          <a:pPr rtl="0"/>
          <a:r>
            <a:rPr lang="en-GB"/>
            <a:t>Checkpoint 1: </a:t>
          </a:r>
          <a:r>
            <a:rPr lang="en-US" b="0" i="0"/>
            <a:t>Identify all mandatory document types for a site (e.g., user manuals, certificates, service cards) and formalize them as ontology‑based requirements</a:t>
          </a:r>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r>
            <a:rPr lang="en-GB"/>
            <a:t>Milestone 2: </a:t>
          </a:r>
          <a:r>
            <a:rPr lang="en-US" b="0" i="0"/>
            <a:t>Automated ontology‑driven reasoning that verifies whether all required documents (certificates, user manuals) exist for each component in the site model </a:t>
          </a:r>
          <a:r>
            <a:rPr lang="nb-NO">
              <a:solidFill>
                <a:srgbClr val="0F204B"/>
              </a:solidFill>
              <a:latin typeface="Arial"/>
              <a:cs typeface="Arial"/>
            </a:rPr>
            <a:t>(Reasoning application #1)</a:t>
          </a:r>
          <a:endParaRPr lang="en-GB">
            <a:latin typeface="Arial"/>
            <a:cs typeface="Arial"/>
          </a:endParaRPr>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FDB850FE-2168-4E83-BD3C-B6CC7C66F7AC}">
      <dgm:prSet phldrT="[Text]" phldr="0"/>
      <dgm:spPr/>
      <dgm:t>
        <a:bodyPr/>
        <a:lstStyle/>
        <a:p>
          <a:r>
            <a:rPr lang="en-GB"/>
            <a:t>Checkpoint 2: </a:t>
          </a:r>
          <a:r>
            <a:rPr lang="en-US" b="0" i="0"/>
            <a:t>Create semantic links in the asset model between each component and its corresponding certificates service-cards and user manuals</a:t>
          </a:r>
          <a:endParaRPr lang="en-GB"/>
        </a:p>
      </dgm:t>
    </dgm:pt>
    <dgm:pt modelId="{F229B8E3-AD55-4F1F-8120-F7AFF67E7B64}" type="parTrans" cxnId="{0773BC29-B3E0-4DCD-8FA7-D8FB11C90E7A}">
      <dgm:prSet/>
      <dgm:spPr/>
      <dgm:t>
        <a:bodyPr/>
        <a:lstStyle/>
        <a:p>
          <a:endParaRPr lang="en-GB"/>
        </a:p>
      </dgm:t>
    </dgm:pt>
    <dgm:pt modelId="{88B22173-74BB-4212-AD39-07083181D1AA}" type="sibTrans" cxnId="{0773BC29-B3E0-4DCD-8FA7-D8FB11C90E7A}">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2DE0A3F0-80DD-46B2-93B7-89680D195518}" type="pres">
      <dgm:prSet presAssocID="{5DFBDEF3-6865-4300-92A4-9B4539406F15}" presName="compositeA" presStyleCnt="0"/>
      <dgm:spPr/>
    </dgm:pt>
    <dgm:pt modelId="{0059E3F9-706E-4A94-9325-FDEBB82C7FBF}" type="pres">
      <dgm:prSet presAssocID="{5DFBDEF3-6865-4300-92A4-9B4539406F15}" presName="textA" presStyleLbl="revTx" presStyleIdx="0" presStyleCnt="3">
        <dgm:presLayoutVars>
          <dgm:bulletEnabled val="1"/>
        </dgm:presLayoutVars>
      </dgm:prSet>
      <dgm:spPr/>
    </dgm:pt>
    <dgm:pt modelId="{11EA24EA-1177-4570-A542-624C35CA141B}" type="pres">
      <dgm:prSet presAssocID="{5DFBDEF3-6865-4300-92A4-9B4539406F15}" presName="circleA" presStyleLbl="node1" presStyleIdx="0" presStyleCnt="3"/>
      <dgm:spPr/>
    </dgm:pt>
    <dgm:pt modelId="{C90BE544-8C55-45ED-BA34-ECB24319B4D3}" type="pres">
      <dgm:prSet presAssocID="{5DFBDEF3-6865-4300-92A4-9B4539406F15}" presName="spaceA" presStyleCnt="0"/>
      <dgm:spPr/>
    </dgm:pt>
    <dgm:pt modelId="{864DC5BD-C7C3-4DBE-B708-CA2B0CCC6E9F}" type="pres">
      <dgm:prSet presAssocID="{955A6184-967B-4081-834B-032FA66F3637}" presName="space" presStyleCnt="0"/>
      <dgm:spPr/>
    </dgm:pt>
    <dgm:pt modelId="{5E5C4424-9AD5-4338-BCA3-0F65FCF8D338}" type="pres">
      <dgm:prSet presAssocID="{FDB850FE-2168-4E83-BD3C-B6CC7C66F7AC}" presName="compositeB" presStyleCnt="0"/>
      <dgm:spPr/>
    </dgm:pt>
    <dgm:pt modelId="{13752F99-8FA2-4990-8629-5EA59CC4FB55}" type="pres">
      <dgm:prSet presAssocID="{FDB850FE-2168-4E83-BD3C-B6CC7C66F7AC}" presName="textB" presStyleLbl="revTx" presStyleIdx="1" presStyleCnt="3">
        <dgm:presLayoutVars>
          <dgm:bulletEnabled val="1"/>
        </dgm:presLayoutVars>
      </dgm:prSet>
      <dgm:spPr/>
    </dgm:pt>
    <dgm:pt modelId="{25338499-99AA-41B8-BCDB-47F106203E49}" type="pres">
      <dgm:prSet presAssocID="{FDB850FE-2168-4E83-BD3C-B6CC7C66F7AC}" presName="circleB" presStyleLbl="node1" presStyleIdx="1" presStyleCnt="3"/>
      <dgm:spPr/>
    </dgm:pt>
    <dgm:pt modelId="{4DB6CBA7-DFCA-4B5A-B5D5-568ACADFE363}" type="pres">
      <dgm:prSet presAssocID="{FDB850FE-2168-4E83-BD3C-B6CC7C66F7AC}" presName="spaceB" presStyleCnt="0"/>
      <dgm:spPr/>
    </dgm:pt>
    <dgm:pt modelId="{C33DCB54-EE50-4D9F-A572-5D0A3C218579}" type="pres">
      <dgm:prSet presAssocID="{88B22173-74BB-4212-AD39-07083181D1AA}" presName="space" presStyleCnt="0"/>
      <dgm:spPr/>
    </dgm:pt>
    <dgm:pt modelId="{67E471AF-96D8-448B-BC8D-9043370E604F}" type="pres">
      <dgm:prSet presAssocID="{63BB7563-3B63-4523-BD4D-316B495B5CEF}" presName="compositeA" presStyleCnt="0"/>
      <dgm:spPr/>
    </dgm:pt>
    <dgm:pt modelId="{5248CC89-D1D9-4BC4-B30D-73F6C2430D5C}" type="pres">
      <dgm:prSet presAssocID="{63BB7563-3B63-4523-BD4D-316B495B5CEF}" presName="textA" presStyleLbl="revTx" presStyleIdx="2" presStyleCnt="3">
        <dgm:presLayoutVars>
          <dgm:bulletEnabled val="1"/>
        </dgm:presLayoutVars>
      </dgm:prSet>
      <dgm:spPr/>
    </dgm:pt>
    <dgm:pt modelId="{BB283B02-33B2-4C96-8F1A-538BBC76D42A}" type="pres">
      <dgm:prSet presAssocID="{63BB7563-3B63-4523-BD4D-316B495B5CEF}" presName="circleA" presStyleLbl="node1" presStyleIdx="2" presStyleCnt="3"/>
      <dgm:spPr>
        <a:solidFill>
          <a:schemeClr val="accent6"/>
        </a:solidFill>
      </dgm:spPr>
    </dgm:pt>
    <dgm:pt modelId="{8917EBAE-42F9-494A-9C6E-525273D3B12D}" type="pres">
      <dgm:prSet presAssocID="{63BB7563-3B63-4523-BD4D-316B495B5CEF}" presName="spaceA" presStyleCnt="0"/>
      <dgm:spPr/>
    </dgm:pt>
  </dgm:ptLst>
  <dgm:cxnLst>
    <dgm:cxn modelId="{3EF07407-F48B-4AC0-AF90-964FA6290A60}" type="presOf" srcId="{63BB7563-3B63-4523-BD4D-316B495B5CEF}" destId="{5248CC89-D1D9-4BC4-B30D-73F6C2430D5C}" srcOrd="0" destOrd="0" presId="urn:microsoft.com/office/officeart/2005/8/layout/hProcess11"/>
    <dgm:cxn modelId="{CBF67A11-8454-4A3C-992F-A721AA39470A}" type="presOf" srcId="{FDB850FE-2168-4E83-BD3C-B6CC7C66F7AC}" destId="{13752F99-8FA2-4990-8629-5EA59CC4FB55}" srcOrd="0" destOrd="0" presId="urn:microsoft.com/office/officeart/2005/8/layout/hProcess11"/>
    <dgm:cxn modelId="{8F239A28-6C8D-4042-9EC2-06C4F6E84AFF}" type="presOf" srcId="{5DFBDEF3-6865-4300-92A4-9B4539406F15}" destId="{0059E3F9-706E-4A94-9325-FDEBB82C7FBF}" srcOrd="0" destOrd="0" presId="urn:microsoft.com/office/officeart/2005/8/layout/hProcess11"/>
    <dgm:cxn modelId="{0773BC29-B3E0-4DCD-8FA7-D8FB11C90E7A}" srcId="{18EEAF6C-871A-470F-B5CE-B6B49E46F58A}" destId="{FDB850FE-2168-4E83-BD3C-B6CC7C66F7AC}" srcOrd="1" destOrd="0" parTransId="{F229B8E3-AD55-4F1F-8120-F7AFF67E7B64}" sibTransId="{88B22173-74BB-4212-AD39-07083181D1AA}"/>
    <dgm:cxn modelId="{5A3FAC62-62DD-434E-A29F-6D5E8B41A59D}" type="presOf" srcId="{18EEAF6C-871A-470F-B5CE-B6B49E46F58A}" destId="{3D10B7EF-334B-42FC-ACC8-9741946F367F}" srcOrd="0" destOrd="0" presId="urn:microsoft.com/office/officeart/2005/8/layout/hProcess11"/>
    <dgm:cxn modelId="{D547AA6E-6D8E-4697-93CB-897F5CA76332}" srcId="{18EEAF6C-871A-470F-B5CE-B6B49E46F58A}" destId="{5DFBDEF3-6865-4300-92A4-9B4539406F15}" srcOrd="0" destOrd="0" parTransId="{915CE2F7-B6DA-4BF8-AB0D-B2B71C1F2F4C}" sibTransId="{955A6184-967B-4081-834B-032FA66F3637}"/>
    <dgm:cxn modelId="{0B0BEA53-E27B-466A-8AD2-1584DC87817A}" srcId="{18EEAF6C-871A-470F-B5CE-B6B49E46F58A}" destId="{63BB7563-3B63-4523-BD4D-316B495B5CEF}" srcOrd="2" destOrd="0" parTransId="{49CDEF82-E623-482A-AB21-71C79482BF7A}" sibTransId="{18E17C3C-7805-4E36-8F03-BC458F5FE667}"/>
    <dgm:cxn modelId="{1FEC2778-6CC0-4724-AB98-A81A8FF9318D}" type="presParOf" srcId="{3D10B7EF-334B-42FC-ACC8-9741946F367F}" destId="{A4F76038-7F9A-41E9-A457-E6321352F13A}" srcOrd="0" destOrd="0" presId="urn:microsoft.com/office/officeart/2005/8/layout/hProcess11"/>
    <dgm:cxn modelId="{EA7E355C-421F-4A32-BF0E-A74791D2C37C}" type="presParOf" srcId="{3D10B7EF-334B-42FC-ACC8-9741946F367F}" destId="{D8D22F7F-C795-4CAB-848C-2AB2DE02DDC6}" srcOrd="1" destOrd="0" presId="urn:microsoft.com/office/officeart/2005/8/layout/hProcess11"/>
    <dgm:cxn modelId="{49425CF6-7559-489A-ADC5-A469D3C52FAC}" type="presParOf" srcId="{D8D22F7F-C795-4CAB-848C-2AB2DE02DDC6}" destId="{2DE0A3F0-80DD-46B2-93B7-89680D195518}" srcOrd="0" destOrd="0" presId="urn:microsoft.com/office/officeart/2005/8/layout/hProcess11"/>
    <dgm:cxn modelId="{345542B9-1999-403D-8DC2-199EE5C6B7F3}" type="presParOf" srcId="{2DE0A3F0-80DD-46B2-93B7-89680D195518}" destId="{0059E3F9-706E-4A94-9325-FDEBB82C7FBF}" srcOrd="0" destOrd="0" presId="urn:microsoft.com/office/officeart/2005/8/layout/hProcess11"/>
    <dgm:cxn modelId="{0D0370D3-BBDA-4D24-8A57-A154D630B0F1}" type="presParOf" srcId="{2DE0A3F0-80DD-46B2-93B7-89680D195518}" destId="{11EA24EA-1177-4570-A542-624C35CA141B}" srcOrd="1" destOrd="0" presId="urn:microsoft.com/office/officeart/2005/8/layout/hProcess11"/>
    <dgm:cxn modelId="{6EF00D12-E06D-4EB8-8DE7-4A2042FC1B7B}" type="presParOf" srcId="{2DE0A3F0-80DD-46B2-93B7-89680D195518}" destId="{C90BE544-8C55-45ED-BA34-ECB24319B4D3}" srcOrd="2" destOrd="0" presId="urn:microsoft.com/office/officeart/2005/8/layout/hProcess11"/>
    <dgm:cxn modelId="{3683D1A9-B15F-46E6-9484-7551E0BFFE26}" type="presParOf" srcId="{D8D22F7F-C795-4CAB-848C-2AB2DE02DDC6}" destId="{864DC5BD-C7C3-4DBE-B708-CA2B0CCC6E9F}" srcOrd="1" destOrd="0" presId="urn:microsoft.com/office/officeart/2005/8/layout/hProcess11"/>
    <dgm:cxn modelId="{8CF1AEEE-43E1-48F5-B262-249A9AAC332A}" type="presParOf" srcId="{D8D22F7F-C795-4CAB-848C-2AB2DE02DDC6}" destId="{5E5C4424-9AD5-4338-BCA3-0F65FCF8D338}" srcOrd="2" destOrd="0" presId="urn:microsoft.com/office/officeart/2005/8/layout/hProcess11"/>
    <dgm:cxn modelId="{41D8E331-E32D-4C4C-9949-836CE9E1FEDB}" type="presParOf" srcId="{5E5C4424-9AD5-4338-BCA3-0F65FCF8D338}" destId="{13752F99-8FA2-4990-8629-5EA59CC4FB55}" srcOrd="0" destOrd="0" presId="urn:microsoft.com/office/officeart/2005/8/layout/hProcess11"/>
    <dgm:cxn modelId="{A8758B37-61D8-4983-87D4-75F4E4D7E17E}" type="presParOf" srcId="{5E5C4424-9AD5-4338-BCA3-0F65FCF8D338}" destId="{25338499-99AA-41B8-BCDB-47F106203E49}" srcOrd="1" destOrd="0" presId="urn:microsoft.com/office/officeart/2005/8/layout/hProcess11"/>
    <dgm:cxn modelId="{B932DA68-3050-4DA2-9210-DE5599DE5828}" type="presParOf" srcId="{5E5C4424-9AD5-4338-BCA3-0F65FCF8D338}" destId="{4DB6CBA7-DFCA-4B5A-B5D5-568ACADFE363}" srcOrd="2" destOrd="0" presId="urn:microsoft.com/office/officeart/2005/8/layout/hProcess11"/>
    <dgm:cxn modelId="{145CE31A-4842-4785-8776-8211DAB81224}" type="presParOf" srcId="{D8D22F7F-C795-4CAB-848C-2AB2DE02DDC6}" destId="{C33DCB54-EE50-4D9F-A572-5D0A3C218579}" srcOrd="3" destOrd="0" presId="urn:microsoft.com/office/officeart/2005/8/layout/hProcess11"/>
    <dgm:cxn modelId="{9C6B1419-1719-403F-8C38-A39C11B30E5D}" type="presParOf" srcId="{D8D22F7F-C795-4CAB-848C-2AB2DE02DDC6}" destId="{67E471AF-96D8-448B-BC8D-9043370E604F}" srcOrd="4" destOrd="0" presId="urn:microsoft.com/office/officeart/2005/8/layout/hProcess11"/>
    <dgm:cxn modelId="{0DE12A58-BA52-4075-9A99-616E99FD5463}" type="presParOf" srcId="{67E471AF-96D8-448B-BC8D-9043370E604F}" destId="{5248CC89-D1D9-4BC4-B30D-73F6C2430D5C}" srcOrd="0" destOrd="0" presId="urn:microsoft.com/office/officeart/2005/8/layout/hProcess11"/>
    <dgm:cxn modelId="{A7CE40F0-4009-4172-932F-6B79FD80D25B}" type="presParOf" srcId="{67E471AF-96D8-448B-BC8D-9043370E604F}" destId="{BB283B02-33B2-4C96-8F1A-538BBC76D42A}" srcOrd="1" destOrd="0" presId="urn:microsoft.com/office/officeart/2005/8/layout/hProcess11"/>
    <dgm:cxn modelId="{EFBDDC28-2EE9-41CD-8993-C7E3BE092D06}" type="presParOf" srcId="{67E471AF-96D8-448B-BC8D-9043370E604F}" destId="{8917EBAE-42F9-494A-9C6E-525273D3B12D}" srcOrd="2" destOrd="0" presId="urn:microsoft.com/office/officeart/2005/8/layout/hProcess1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3" qsCatId="simple" csTypeId="urn:microsoft.com/office/officeart/2005/8/colors/accent1_2#3" csCatId="accent1" phldr="1"/>
      <dgm:spPr/>
      <dgm:t>
        <a:bodyPr/>
        <a:lstStyle/>
        <a:p>
          <a:endParaRPr lang="en-GB"/>
        </a:p>
      </dgm:t>
    </dgm:pt>
    <dgm:pt modelId="{5DFBDEF3-6865-4300-92A4-9B4539406F15}">
      <dgm:prSet phldrT="[Text]" phldr="0"/>
      <dgm:spPr/>
      <dgm:t>
        <a:bodyPr/>
        <a:lstStyle/>
        <a:p>
          <a:r>
            <a:rPr lang="en-GB"/>
            <a:t>Checkpoint 1: </a:t>
          </a:r>
          <a:r>
            <a:rPr lang="en-US" b="0" i="0"/>
            <a:t>Prepare action lists manually from user manuals</a:t>
          </a:r>
          <a:endParaRPr lang="en-GB"/>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r>
            <a:rPr lang="en-GB"/>
            <a:t>Milestone 3: </a:t>
          </a:r>
          <a:r>
            <a:rPr lang="en-US" b="0" i="0"/>
            <a:t>Integrate the procedural requirements into the asset model to enrich it with compliance‑relevant operational actions</a:t>
          </a:r>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8869805C-993A-4922-AB23-866F73FEA2D4}">
      <dgm:prSet phldrT="[Text]" phldr="0"/>
      <dgm:spPr/>
      <dgm:t>
        <a:bodyPr/>
        <a:lstStyle/>
        <a:p>
          <a:r>
            <a:rPr lang="en-GB"/>
            <a:t>Checkpoint </a:t>
          </a:r>
          <a:r>
            <a:rPr lang="en-GB">
              <a:latin typeface="Arial"/>
            </a:rPr>
            <a:t>3</a:t>
          </a:r>
          <a:r>
            <a:rPr lang="en-GB"/>
            <a:t>: </a:t>
          </a:r>
          <a:r>
            <a:rPr lang="en-US" b="0" i="0"/>
            <a:t>Formalize the qualifying actions into standardized procedural requirements suitable for integration into the ontology</a:t>
          </a:r>
          <a:endParaRPr lang="en-GB"/>
        </a:p>
      </dgm:t>
    </dgm:pt>
    <dgm:pt modelId="{0AE5CFF4-BE04-4D33-806F-BA15060736DB}" type="parTrans" cxnId="{74614AC2-845E-4CD9-B337-313E0FDB5E40}">
      <dgm:prSet/>
      <dgm:spPr/>
      <dgm:t>
        <a:bodyPr/>
        <a:lstStyle/>
        <a:p>
          <a:endParaRPr lang="en-GB"/>
        </a:p>
      </dgm:t>
    </dgm:pt>
    <dgm:pt modelId="{8329BECE-B771-440E-955C-A57482B85B4F}" type="sibTrans" cxnId="{74614AC2-845E-4CD9-B337-313E0FDB5E40}">
      <dgm:prSet/>
      <dgm:spPr/>
      <dgm:t>
        <a:bodyPr/>
        <a:lstStyle/>
        <a:p>
          <a:endParaRPr lang="en-GB"/>
        </a:p>
      </dgm:t>
    </dgm:pt>
    <dgm:pt modelId="{DFA1ED8B-64F3-4C30-A55B-083628A408B5}">
      <dgm:prSet phldr="0"/>
      <dgm:spPr/>
      <dgm:t>
        <a:bodyPr/>
        <a:lstStyle/>
        <a:p>
          <a:pPr rtl="0"/>
          <a:r>
            <a:rPr lang="en-GB">
              <a:latin typeface="Arial"/>
            </a:rPr>
            <a:t>Checkpoint 2: </a:t>
          </a:r>
          <a:r>
            <a:rPr lang="en-US" b="0" i="0"/>
            <a:t>Identify which actions constitute actual procedural requirements based on defined qualification criteria</a:t>
          </a:r>
          <a:endParaRPr lang="en-GB">
            <a:latin typeface="Arial"/>
          </a:endParaRPr>
        </a:p>
      </dgm:t>
    </dgm:pt>
    <dgm:pt modelId="{1287C65D-784C-45B2-9A0E-AC5865E7F0BB}" type="parTrans" cxnId="{ED0911A5-53A1-49FC-9FEB-A6C544AE6245}">
      <dgm:prSet/>
      <dgm:spPr/>
      <dgm:t>
        <a:bodyPr/>
        <a:lstStyle/>
        <a:p>
          <a:endParaRPr lang="en-GB"/>
        </a:p>
      </dgm:t>
    </dgm:pt>
    <dgm:pt modelId="{24EC5069-1983-482F-B2A1-FFA768AA3294}" type="sibTrans" cxnId="{ED0911A5-53A1-49FC-9FEB-A6C544AE6245}">
      <dgm:prSet/>
      <dgm:spPr/>
      <dgm:t>
        <a:bodyPr/>
        <a:lstStyle/>
        <a:p>
          <a:endParaRPr lang="en-GB"/>
        </a:p>
      </dgm:t>
    </dgm:pt>
    <dgm:pt modelId="{A2071177-BB3E-456F-B42A-21120897AFDC}">
      <dgm:prSet phldrT="[Text]" phldr="0"/>
      <dgm:spPr/>
      <dgm:t>
        <a:bodyPr/>
        <a:lstStyle/>
        <a:p>
          <a:r>
            <a:rPr lang="en-GB">
              <a:solidFill>
                <a:schemeClr val="accent1"/>
              </a:solidFill>
            </a:rPr>
            <a:t>Milestone 4: </a:t>
          </a:r>
          <a:r>
            <a:rPr lang="en-US" b="0" i="0"/>
            <a:t>Automated ontology‑based reasoning that links procedural requirements to the specific components they apply to (Reasoning Application #2)</a:t>
          </a:r>
        </a:p>
      </dgm:t>
    </dgm:pt>
    <dgm:pt modelId="{ED0CC1C6-A335-4661-9991-972651DBD9FD}" type="parTrans" cxnId="{83275068-92DF-483C-A90D-579850B75911}">
      <dgm:prSet/>
      <dgm:spPr/>
    </dgm:pt>
    <dgm:pt modelId="{38D90D23-4A8A-4C39-AB8A-A5EDDBEEA49D}" type="sibTrans" cxnId="{83275068-92DF-483C-A90D-579850B75911}">
      <dgm:prSet/>
      <dgm:spPr/>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2DE0A3F0-80DD-46B2-93B7-89680D195518}" type="pres">
      <dgm:prSet presAssocID="{5DFBDEF3-6865-4300-92A4-9B4539406F15}" presName="compositeA" presStyleCnt="0"/>
      <dgm:spPr/>
    </dgm:pt>
    <dgm:pt modelId="{0059E3F9-706E-4A94-9325-FDEBB82C7FBF}" type="pres">
      <dgm:prSet presAssocID="{5DFBDEF3-6865-4300-92A4-9B4539406F15}" presName="textA" presStyleLbl="revTx" presStyleIdx="0" presStyleCnt="5">
        <dgm:presLayoutVars>
          <dgm:bulletEnabled val="1"/>
        </dgm:presLayoutVars>
      </dgm:prSet>
      <dgm:spPr/>
    </dgm:pt>
    <dgm:pt modelId="{11EA24EA-1177-4570-A542-624C35CA141B}" type="pres">
      <dgm:prSet presAssocID="{5DFBDEF3-6865-4300-92A4-9B4539406F15}" presName="circleA" presStyleLbl="node1" presStyleIdx="0" presStyleCnt="5"/>
      <dgm:spPr/>
    </dgm:pt>
    <dgm:pt modelId="{C90BE544-8C55-45ED-BA34-ECB24319B4D3}" type="pres">
      <dgm:prSet presAssocID="{5DFBDEF3-6865-4300-92A4-9B4539406F15}" presName="spaceA" presStyleCnt="0"/>
      <dgm:spPr/>
    </dgm:pt>
    <dgm:pt modelId="{864DC5BD-C7C3-4DBE-B708-CA2B0CCC6E9F}" type="pres">
      <dgm:prSet presAssocID="{955A6184-967B-4081-834B-032FA66F3637}" presName="space" presStyleCnt="0"/>
      <dgm:spPr/>
    </dgm:pt>
    <dgm:pt modelId="{C701FB3D-5162-4278-B0F5-64826D3E9B26}" type="pres">
      <dgm:prSet presAssocID="{DFA1ED8B-64F3-4C30-A55B-083628A408B5}" presName="compositeB" presStyleCnt="0"/>
      <dgm:spPr/>
    </dgm:pt>
    <dgm:pt modelId="{75D6E13C-AF06-410D-A2F1-79B09BACB47C}" type="pres">
      <dgm:prSet presAssocID="{DFA1ED8B-64F3-4C30-A55B-083628A408B5}" presName="textB" presStyleLbl="revTx" presStyleIdx="1" presStyleCnt="5">
        <dgm:presLayoutVars>
          <dgm:bulletEnabled val="1"/>
        </dgm:presLayoutVars>
      </dgm:prSet>
      <dgm:spPr/>
    </dgm:pt>
    <dgm:pt modelId="{3C5463CF-1796-40DE-85C0-A7C00C6E185D}" type="pres">
      <dgm:prSet presAssocID="{DFA1ED8B-64F3-4C30-A55B-083628A408B5}" presName="circleB" presStyleLbl="node1" presStyleIdx="1" presStyleCnt="5"/>
      <dgm:spPr/>
    </dgm:pt>
    <dgm:pt modelId="{1AA5B014-10D2-4AA7-8B97-E90DD8E25045}" type="pres">
      <dgm:prSet presAssocID="{DFA1ED8B-64F3-4C30-A55B-083628A408B5}" presName="spaceB" presStyleCnt="0"/>
      <dgm:spPr/>
    </dgm:pt>
    <dgm:pt modelId="{6629564C-4CAD-4448-8D69-5BD78F8A2AF7}" type="pres">
      <dgm:prSet presAssocID="{24EC5069-1983-482F-B2A1-FFA768AA3294}" presName="space" presStyleCnt="0"/>
      <dgm:spPr/>
    </dgm:pt>
    <dgm:pt modelId="{997AB2AA-4975-47FB-A8F6-1EAA19B8B826}" type="pres">
      <dgm:prSet presAssocID="{8869805C-993A-4922-AB23-866F73FEA2D4}" presName="compositeA" presStyleCnt="0"/>
      <dgm:spPr/>
    </dgm:pt>
    <dgm:pt modelId="{406BD524-5B26-46AF-8312-D5C68396351B}" type="pres">
      <dgm:prSet presAssocID="{8869805C-993A-4922-AB23-866F73FEA2D4}" presName="textA" presStyleLbl="revTx" presStyleIdx="2" presStyleCnt="5">
        <dgm:presLayoutVars>
          <dgm:bulletEnabled val="1"/>
        </dgm:presLayoutVars>
      </dgm:prSet>
      <dgm:spPr/>
    </dgm:pt>
    <dgm:pt modelId="{7995A177-BF7F-4B68-A0B1-B9D351DB683E}" type="pres">
      <dgm:prSet presAssocID="{8869805C-993A-4922-AB23-866F73FEA2D4}" presName="circleA" presStyleLbl="node1" presStyleIdx="2" presStyleCnt="5"/>
      <dgm:spPr/>
    </dgm:pt>
    <dgm:pt modelId="{5307A98B-AED8-4D51-93AF-F8FE138919F0}" type="pres">
      <dgm:prSet presAssocID="{8869805C-993A-4922-AB23-866F73FEA2D4}" presName="spaceA" presStyleCnt="0"/>
      <dgm:spPr/>
    </dgm:pt>
    <dgm:pt modelId="{FBE63E96-6AA3-46C8-B95D-EAD28B04A41F}" type="pres">
      <dgm:prSet presAssocID="{8329BECE-B771-440E-955C-A57482B85B4F}" presName="space" presStyleCnt="0"/>
      <dgm:spPr/>
    </dgm:pt>
    <dgm:pt modelId="{1CCC862E-0205-4E2F-AC61-D1BD3ABFA2C3}" type="pres">
      <dgm:prSet presAssocID="{63BB7563-3B63-4523-BD4D-316B495B5CEF}" presName="compositeB" presStyleCnt="0"/>
      <dgm:spPr/>
    </dgm:pt>
    <dgm:pt modelId="{2A2A1624-457E-472E-981F-412BDF7EED4B}" type="pres">
      <dgm:prSet presAssocID="{63BB7563-3B63-4523-BD4D-316B495B5CEF}" presName="textB" presStyleLbl="revTx" presStyleIdx="3" presStyleCnt="5">
        <dgm:presLayoutVars>
          <dgm:bulletEnabled val="1"/>
        </dgm:presLayoutVars>
      </dgm:prSet>
      <dgm:spPr/>
    </dgm:pt>
    <dgm:pt modelId="{30AE5B9E-689B-4807-8BFB-CA86FEA29165}" type="pres">
      <dgm:prSet presAssocID="{63BB7563-3B63-4523-BD4D-316B495B5CEF}" presName="circleB" presStyleLbl="node1" presStyleIdx="3" presStyleCnt="5"/>
      <dgm:spPr>
        <a:solidFill>
          <a:schemeClr val="accent6"/>
        </a:solidFill>
      </dgm:spPr>
    </dgm:pt>
    <dgm:pt modelId="{E3E66075-2A5E-4E37-A263-218ACF14C580}" type="pres">
      <dgm:prSet presAssocID="{63BB7563-3B63-4523-BD4D-316B495B5CEF}" presName="spaceB" presStyleCnt="0"/>
      <dgm:spPr/>
    </dgm:pt>
    <dgm:pt modelId="{AD4C1653-20D3-404F-8751-20D97D5B87A1}" type="pres">
      <dgm:prSet presAssocID="{18E17C3C-7805-4E36-8F03-BC458F5FE667}" presName="space" presStyleCnt="0"/>
      <dgm:spPr/>
    </dgm:pt>
    <dgm:pt modelId="{973814F9-0676-4F38-8EB0-83C68E03B56F}" type="pres">
      <dgm:prSet presAssocID="{A2071177-BB3E-456F-B42A-21120897AFDC}" presName="compositeA" presStyleCnt="0"/>
      <dgm:spPr/>
    </dgm:pt>
    <dgm:pt modelId="{A3D166DE-0759-4C3D-B409-4524AE16D33A}" type="pres">
      <dgm:prSet presAssocID="{A2071177-BB3E-456F-B42A-21120897AFDC}" presName="textA" presStyleLbl="revTx" presStyleIdx="4" presStyleCnt="5">
        <dgm:presLayoutVars>
          <dgm:bulletEnabled val="1"/>
        </dgm:presLayoutVars>
      </dgm:prSet>
      <dgm:spPr/>
    </dgm:pt>
    <dgm:pt modelId="{C9382E81-2ED9-4EDE-9BBE-EC268CB9E359}" type="pres">
      <dgm:prSet presAssocID="{A2071177-BB3E-456F-B42A-21120897AFDC}" presName="circleA" presStyleLbl="node1" presStyleIdx="4" presStyleCnt="5"/>
      <dgm:spPr>
        <a:solidFill>
          <a:schemeClr val="accent6"/>
        </a:solidFill>
      </dgm:spPr>
    </dgm:pt>
    <dgm:pt modelId="{0D47ABC7-6CEA-489F-8036-D716FA37095A}" type="pres">
      <dgm:prSet presAssocID="{A2071177-BB3E-456F-B42A-21120897AFDC}" presName="spaceA" presStyleCnt="0"/>
      <dgm:spPr/>
    </dgm:pt>
  </dgm:ptLst>
  <dgm:cxnLst>
    <dgm:cxn modelId="{231E413B-402C-46AC-8826-F8F57BB9D800}" type="presOf" srcId="{5DFBDEF3-6865-4300-92A4-9B4539406F15}" destId="{0059E3F9-706E-4A94-9325-FDEBB82C7FBF}"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3FE32967-8B95-4701-916A-D533EC353B61}" type="presOf" srcId="{DFA1ED8B-64F3-4C30-A55B-083628A408B5}" destId="{75D6E13C-AF06-410D-A2F1-79B09BACB47C}" srcOrd="0" destOrd="0" presId="urn:microsoft.com/office/officeart/2005/8/layout/hProcess11"/>
    <dgm:cxn modelId="{83275068-92DF-483C-A90D-579850B75911}" srcId="{18EEAF6C-871A-470F-B5CE-B6B49E46F58A}" destId="{A2071177-BB3E-456F-B42A-21120897AFDC}" srcOrd="4" destOrd="0" parTransId="{ED0CC1C6-A335-4661-9991-972651DBD9FD}" sibTransId="{38D90D23-4A8A-4C39-AB8A-A5EDDBEEA49D}"/>
    <dgm:cxn modelId="{50A07468-6491-4A0B-AF3A-99D9B817A0D7}" type="presOf" srcId="{8869805C-993A-4922-AB23-866F73FEA2D4}" destId="{406BD524-5B26-46AF-8312-D5C68396351B}" srcOrd="0" destOrd="0" presId="urn:microsoft.com/office/officeart/2005/8/layout/hProcess11"/>
    <dgm:cxn modelId="{D547AA6E-6D8E-4697-93CB-897F5CA76332}" srcId="{18EEAF6C-871A-470F-B5CE-B6B49E46F58A}" destId="{5DFBDEF3-6865-4300-92A4-9B4539406F15}" srcOrd="0" destOrd="0" parTransId="{915CE2F7-B6DA-4BF8-AB0D-B2B71C1F2F4C}" sibTransId="{955A6184-967B-4081-834B-032FA66F3637}"/>
    <dgm:cxn modelId="{0B0BEA53-E27B-466A-8AD2-1584DC87817A}" srcId="{18EEAF6C-871A-470F-B5CE-B6B49E46F58A}" destId="{63BB7563-3B63-4523-BD4D-316B495B5CEF}" srcOrd="3" destOrd="0" parTransId="{49CDEF82-E623-482A-AB21-71C79482BF7A}" sibTransId="{18E17C3C-7805-4E36-8F03-BC458F5FE667}"/>
    <dgm:cxn modelId="{1B5E2D9E-2749-4EFC-8BDA-F7FB60EAA844}" type="presOf" srcId="{63BB7563-3B63-4523-BD4D-316B495B5CEF}" destId="{2A2A1624-457E-472E-981F-412BDF7EED4B}" srcOrd="0" destOrd="0" presId="urn:microsoft.com/office/officeart/2005/8/layout/hProcess11"/>
    <dgm:cxn modelId="{ED0911A5-53A1-49FC-9FEB-A6C544AE6245}" srcId="{18EEAF6C-871A-470F-B5CE-B6B49E46F58A}" destId="{DFA1ED8B-64F3-4C30-A55B-083628A408B5}" srcOrd="1" destOrd="0" parTransId="{1287C65D-784C-45B2-9A0E-AC5865E7F0BB}" sibTransId="{24EC5069-1983-482F-B2A1-FFA768AA3294}"/>
    <dgm:cxn modelId="{74614AC2-845E-4CD9-B337-313E0FDB5E40}" srcId="{18EEAF6C-871A-470F-B5CE-B6B49E46F58A}" destId="{8869805C-993A-4922-AB23-866F73FEA2D4}" srcOrd="2" destOrd="0" parTransId="{0AE5CFF4-BE04-4D33-806F-BA15060736DB}" sibTransId="{8329BECE-B771-440E-955C-A57482B85B4F}"/>
    <dgm:cxn modelId="{4F1698CC-B0E3-4AB1-8658-B63159CB18B3}" type="presOf" srcId="{A2071177-BB3E-456F-B42A-21120897AFDC}" destId="{A3D166DE-0759-4C3D-B409-4524AE16D33A}" srcOrd="0" destOrd="0" presId="urn:microsoft.com/office/officeart/2005/8/layout/hProcess11"/>
    <dgm:cxn modelId="{3908FE8E-F6C3-4DB6-A2C7-17AC8445EFB7}" type="presParOf" srcId="{3D10B7EF-334B-42FC-ACC8-9741946F367F}" destId="{A4F76038-7F9A-41E9-A457-E6321352F13A}" srcOrd="0" destOrd="0" presId="urn:microsoft.com/office/officeart/2005/8/layout/hProcess11"/>
    <dgm:cxn modelId="{6BAFD019-B4C0-4E19-B4D5-CE6A42CF02A4}" type="presParOf" srcId="{3D10B7EF-334B-42FC-ACC8-9741946F367F}" destId="{D8D22F7F-C795-4CAB-848C-2AB2DE02DDC6}" srcOrd="1" destOrd="0" presId="urn:microsoft.com/office/officeart/2005/8/layout/hProcess11"/>
    <dgm:cxn modelId="{3D078C57-593F-46BC-B28F-30C1C5E37D1B}" type="presParOf" srcId="{D8D22F7F-C795-4CAB-848C-2AB2DE02DDC6}" destId="{2DE0A3F0-80DD-46B2-93B7-89680D195518}" srcOrd="0" destOrd="0" presId="urn:microsoft.com/office/officeart/2005/8/layout/hProcess11"/>
    <dgm:cxn modelId="{51A94AE4-B460-4DF8-89C5-5CD113AFC9CC}" type="presParOf" srcId="{2DE0A3F0-80DD-46B2-93B7-89680D195518}" destId="{0059E3F9-706E-4A94-9325-FDEBB82C7FBF}" srcOrd="0" destOrd="0" presId="urn:microsoft.com/office/officeart/2005/8/layout/hProcess11"/>
    <dgm:cxn modelId="{8D3BBC8B-2D17-459C-A6B6-C2DA1F79C6DB}" type="presParOf" srcId="{2DE0A3F0-80DD-46B2-93B7-89680D195518}" destId="{11EA24EA-1177-4570-A542-624C35CA141B}" srcOrd="1" destOrd="0" presId="urn:microsoft.com/office/officeart/2005/8/layout/hProcess11"/>
    <dgm:cxn modelId="{8220A82E-EE4D-4855-B430-45031A85873F}" type="presParOf" srcId="{2DE0A3F0-80DD-46B2-93B7-89680D195518}" destId="{C90BE544-8C55-45ED-BA34-ECB24319B4D3}" srcOrd="2" destOrd="0" presId="urn:microsoft.com/office/officeart/2005/8/layout/hProcess11"/>
    <dgm:cxn modelId="{E9B21FB5-02C1-4A44-8C4F-27B2A812CBAA}" type="presParOf" srcId="{D8D22F7F-C795-4CAB-848C-2AB2DE02DDC6}" destId="{864DC5BD-C7C3-4DBE-B708-CA2B0CCC6E9F}" srcOrd="1" destOrd="0" presId="urn:microsoft.com/office/officeart/2005/8/layout/hProcess11"/>
    <dgm:cxn modelId="{C6FEB91C-41F9-48E1-9AF2-02608B8982AF}" type="presParOf" srcId="{D8D22F7F-C795-4CAB-848C-2AB2DE02DDC6}" destId="{C701FB3D-5162-4278-B0F5-64826D3E9B26}" srcOrd="2" destOrd="0" presId="urn:microsoft.com/office/officeart/2005/8/layout/hProcess11"/>
    <dgm:cxn modelId="{845AE830-E071-489C-B587-C35259F7FC4B}" type="presParOf" srcId="{C701FB3D-5162-4278-B0F5-64826D3E9B26}" destId="{75D6E13C-AF06-410D-A2F1-79B09BACB47C}" srcOrd="0" destOrd="0" presId="urn:microsoft.com/office/officeart/2005/8/layout/hProcess11"/>
    <dgm:cxn modelId="{AFF43479-6AAC-45AC-84DD-BF55E9D67827}" type="presParOf" srcId="{C701FB3D-5162-4278-B0F5-64826D3E9B26}" destId="{3C5463CF-1796-40DE-85C0-A7C00C6E185D}" srcOrd="1" destOrd="0" presId="urn:microsoft.com/office/officeart/2005/8/layout/hProcess11"/>
    <dgm:cxn modelId="{D36054DB-3B11-4644-9073-138FE4714330}" type="presParOf" srcId="{C701FB3D-5162-4278-B0F5-64826D3E9B26}" destId="{1AA5B014-10D2-4AA7-8B97-E90DD8E25045}" srcOrd="2" destOrd="0" presId="urn:microsoft.com/office/officeart/2005/8/layout/hProcess11"/>
    <dgm:cxn modelId="{64B11883-19AB-48B9-82DC-F363E995C15D}" type="presParOf" srcId="{D8D22F7F-C795-4CAB-848C-2AB2DE02DDC6}" destId="{6629564C-4CAD-4448-8D69-5BD78F8A2AF7}" srcOrd="3" destOrd="0" presId="urn:microsoft.com/office/officeart/2005/8/layout/hProcess11"/>
    <dgm:cxn modelId="{651E8C3F-2A07-47D6-9EC4-23600110EEC1}" type="presParOf" srcId="{D8D22F7F-C795-4CAB-848C-2AB2DE02DDC6}" destId="{997AB2AA-4975-47FB-A8F6-1EAA19B8B826}" srcOrd="4" destOrd="0" presId="urn:microsoft.com/office/officeart/2005/8/layout/hProcess11"/>
    <dgm:cxn modelId="{7FA03409-53BE-4C6E-9265-ABCCF7B70827}" type="presParOf" srcId="{997AB2AA-4975-47FB-A8F6-1EAA19B8B826}" destId="{406BD524-5B26-46AF-8312-D5C68396351B}" srcOrd="0" destOrd="0" presId="urn:microsoft.com/office/officeart/2005/8/layout/hProcess11"/>
    <dgm:cxn modelId="{D8B3B534-F1B4-48AA-868A-93CB05A48BD8}" type="presParOf" srcId="{997AB2AA-4975-47FB-A8F6-1EAA19B8B826}" destId="{7995A177-BF7F-4B68-A0B1-B9D351DB683E}" srcOrd="1" destOrd="0" presId="urn:microsoft.com/office/officeart/2005/8/layout/hProcess11"/>
    <dgm:cxn modelId="{0E56F9C7-B7DD-486F-9D43-E55C0B70349A}" type="presParOf" srcId="{997AB2AA-4975-47FB-A8F6-1EAA19B8B826}" destId="{5307A98B-AED8-4D51-93AF-F8FE138919F0}" srcOrd="2" destOrd="0" presId="urn:microsoft.com/office/officeart/2005/8/layout/hProcess11"/>
    <dgm:cxn modelId="{2017295D-6BCD-484C-8FE6-8AA5CDD61308}" type="presParOf" srcId="{D8D22F7F-C795-4CAB-848C-2AB2DE02DDC6}" destId="{FBE63E96-6AA3-46C8-B95D-EAD28B04A41F}" srcOrd="5" destOrd="0" presId="urn:microsoft.com/office/officeart/2005/8/layout/hProcess11"/>
    <dgm:cxn modelId="{96365177-FF95-4E3B-90CD-DA9F6018902C}" type="presParOf" srcId="{D8D22F7F-C795-4CAB-848C-2AB2DE02DDC6}" destId="{1CCC862E-0205-4E2F-AC61-D1BD3ABFA2C3}" srcOrd="6" destOrd="0" presId="urn:microsoft.com/office/officeart/2005/8/layout/hProcess11"/>
    <dgm:cxn modelId="{CDB8A9FD-FC42-4D32-9FF1-D57346E738F4}" type="presParOf" srcId="{1CCC862E-0205-4E2F-AC61-D1BD3ABFA2C3}" destId="{2A2A1624-457E-472E-981F-412BDF7EED4B}" srcOrd="0" destOrd="0" presId="urn:microsoft.com/office/officeart/2005/8/layout/hProcess11"/>
    <dgm:cxn modelId="{C324121C-EE99-4FDD-9818-BA181AB8E5E3}" type="presParOf" srcId="{1CCC862E-0205-4E2F-AC61-D1BD3ABFA2C3}" destId="{30AE5B9E-689B-4807-8BFB-CA86FEA29165}" srcOrd="1" destOrd="0" presId="urn:microsoft.com/office/officeart/2005/8/layout/hProcess11"/>
    <dgm:cxn modelId="{3E508CB2-CD44-4224-9A67-D44467E714BB}" type="presParOf" srcId="{1CCC862E-0205-4E2F-AC61-D1BD3ABFA2C3}" destId="{E3E66075-2A5E-4E37-A263-218ACF14C580}" srcOrd="2" destOrd="0" presId="urn:microsoft.com/office/officeart/2005/8/layout/hProcess11"/>
    <dgm:cxn modelId="{633BAE76-717A-437C-AA7A-03DC5D03705B}" type="presParOf" srcId="{D8D22F7F-C795-4CAB-848C-2AB2DE02DDC6}" destId="{AD4C1653-20D3-404F-8751-20D97D5B87A1}" srcOrd="7" destOrd="0" presId="urn:microsoft.com/office/officeart/2005/8/layout/hProcess11"/>
    <dgm:cxn modelId="{87E510A5-145E-4C4A-8880-2B5C696447C2}" type="presParOf" srcId="{D8D22F7F-C795-4CAB-848C-2AB2DE02DDC6}" destId="{973814F9-0676-4F38-8EB0-83C68E03B56F}" srcOrd="8" destOrd="0" presId="urn:microsoft.com/office/officeart/2005/8/layout/hProcess11"/>
    <dgm:cxn modelId="{F0EB8198-9FCF-4283-89B3-346369298730}" type="presParOf" srcId="{973814F9-0676-4F38-8EB0-83C68E03B56F}" destId="{A3D166DE-0759-4C3D-B409-4524AE16D33A}" srcOrd="0" destOrd="0" presId="urn:microsoft.com/office/officeart/2005/8/layout/hProcess11"/>
    <dgm:cxn modelId="{FD2545B6-64D6-4D64-97F4-88437C72495D}" type="presParOf" srcId="{973814F9-0676-4F38-8EB0-83C68E03B56F}" destId="{C9382E81-2ED9-4EDE-9BBE-EC268CB9E359}" srcOrd="1" destOrd="0" presId="urn:microsoft.com/office/officeart/2005/8/layout/hProcess11"/>
    <dgm:cxn modelId="{DD0E3504-AA9C-46AD-B94D-AFEC4DDFE080}" type="presParOf" srcId="{973814F9-0676-4F38-8EB0-83C68E03B56F}" destId="{0D47ABC7-6CEA-489F-8036-D716FA37095A}"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4" qsCatId="simple" csTypeId="urn:microsoft.com/office/officeart/2005/8/colors/accent1_2#4" csCatId="accent1" phldr="1"/>
      <dgm:spPr/>
      <dgm:t>
        <a:bodyPr/>
        <a:lstStyle/>
        <a:p>
          <a:endParaRPr lang="en-GB"/>
        </a:p>
      </dgm:t>
    </dgm:pt>
    <dgm:pt modelId="{63BB7563-3B63-4523-BD4D-316B495B5CEF}">
      <dgm:prSet phldrT="[Text]" phldr="0"/>
      <dgm:spPr/>
      <dgm:t>
        <a:bodyPr/>
        <a:lstStyle/>
        <a:p>
          <a:r>
            <a:rPr lang="en-GB"/>
            <a:t>Milestone 5: </a:t>
          </a:r>
          <a:r>
            <a:rPr lang="en-US" b="0" i="0"/>
            <a:t>Integrate user‑generated evidence (from logs) into the asset model, enabling an early alpha version of continuous compliance using reasoning over requirements and available evidence</a:t>
          </a:r>
          <a:br>
            <a:rPr lang="en-US" b="0" i="0"/>
          </a:br>
          <a:r>
            <a:rPr lang="en-US" b="0" i="0"/>
            <a:t>(Reasoning application #3)</a:t>
          </a:r>
          <a:endParaRPr lang="en-GB"/>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21B29172-32D8-4B5D-AD4D-E8596D8C70B0}">
      <dgm:prSet/>
      <dgm:spPr/>
      <dgm:t>
        <a:bodyPr/>
        <a:lstStyle/>
        <a:p>
          <a:r>
            <a:rPr lang="en-GB"/>
            <a:t>Checkpoint 1: Capture user-generated responses from the Smarter Compliance platform for both successful completion and rollback scenarios.</a:t>
          </a:r>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7D891DDF-0EF3-4867-ACBE-4CD5656F1793}">
      <dgm:prSet phldrT="[Text]" phldr="0"/>
      <dgm:spPr/>
      <dgm:t>
        <a:bodyPr/>
        <a:lstStyle/>
        <a:p>
          <a:r>
            <a:rPr lang="en-GB"/>
            <a:t>Checkpoint 2: </a:t>
          </a:r>
          <a:r>
            <a:rPr lang="en-US" b="0" i="0"/>
            <a:t>Model all captured user responses as procedural evidence within the ontology, treating them as documentation generated directly from system logs</a:t>
          </a:r>
          <a:endParaRPr lang="en-GB"/>
        </a:p>
      </dgm:t>
    </dgm:pt>
    <dgm:pt modelId="{1CA048E4-5DEA-4C05-8546-12DB47D1C858}" type="parTrans" cxnId="{B85580D7-7881-4252-B341-75DDDBFC1676}">
      <dgm:prSet/>
      <dgm:spPr/>
      <dgm:t>
        <a:bodyPr/>
        <a:lstStyle/>
        <a:p>
          <a:endParaRPr lang="en-GB"/>
        </a:p>
      </dgm:t>
    </dgm:pt>
    <dgm:pt modelId="{DE88B4AC-EEC8-4373-82F6-3DBD425EF738}" type="sibTrans" cxnId="{B85580D7-7881-4252-B341-75DDDBFC1676}">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1D45A748-CF7C-4028-960C-055D1B81CAD9}" type="pres">
      <dgm:prSet presAssocID="{21B29172-32D8-4B5D-AD4D-E8596D8C70B0}" presName="compositeA" presStyleCnt="0"/>
      <dgm:spPr/>
    </dgm:pt>
    <dgm:pt modelId="{7AD4C818-1B34-464A-B13C-7B9070F714CA}" type="pres">
      <dgm:prSet presAssocID="{21B29172-32D8-4B5D-AD4D-E8596D8C70B0}" presName="textA" presStyleLbl="revTx" presStyleIdx="0" presStyleCnt="3">
        <dgm:presLayoutVars>
          <dgm:bulletEnabled val="1"/>
        </dgm:presLayoutVars>
      </dgm:prSet>
      <dgm:spPr/>
    </dgm:pt>
    <dgm:pt modelId="{2170EB14-0E6A-40FD-A2D8-DDFAACF43A7E}" type="pres">
      <dgm:prSet presAssocID="{21B29172-32D8-4B5D-AD4D-E8596D8C70B0}" presName="circleA" presStyleLbl="node1" presStyleIdx="0" presStyleCnt="3"/>
      <dgm:spPr/>
    </dgm:pt>
    <dgm:pt modelId="{43A58E36-B5C4-45B0-A44F-976EE07B409C}" type="pres">
      <dgm:prSet presAssocID="{21B29172-32D8-4B5D-AD4D-E8596D8C70B0}" presName="spaceA" presStyleCnt="0"/>
      <dgm:spPr/>
    </dgm:pt>
    <dgm:pt modelId="{19A10983-0A68-42A0-BBA3-3C1BF83B59CE}" type="pres">
      <dgm:prSet presAssocID="{AC16D8E8-F4AF-46E9-BE04-13685CA277DA}" presName="space" presStyleCnt="0"/>
      <dgm:spPr/>
    </dgm:pt>
    <dgm:pt modelId="{5D68704B-6F41-45D4-B721-C5D59A776068}" type="pres">
      <dgm:prSet presAssocID="{7D891DDF-0EF3-4867-ACBE-4CD5656F1793}" presName="compositeB" presStyleCnt="0"/>
      <dgm:spPr/>
    </dgm:pt>
    <dgm:pt modelId="{18F7758F-82E2-4379-80DC-C346E27C6EE1}" type="pres">
      <dgm:prSet presAssocID="{7D891DDF-0EF3-4867-ACBE-4CD5656F1793}" presName="textB" presStyleLbl="revTx" presStyleIdx="1" presStyleCnt="3">
        <dgm:presLayoutVars>
          <dgm:bulletEnabled val="1"/>
        </dgm:presLayoutVars>
      </dgm:prSet>
      <dgm:spPr/>
    </dgm:pt>
    <dgm:pt modelId="{A04D5982-26EA-46E4-9E53-15622B0F637E}" type="pres">
      <dgm:prSet presAssocID="{7D891DDF-0EF3-4867-ACBE-4CD5656F1793}" presName="circleB" presStyleLbl="node1" presStyleIdx="1" presStyleCnt="3"/>
      <dgm:spPr/>
    </dgm:pt>
    <dgm:pt modelId="{6BB971ED-4E30-49AE-9536-476751E55A1E}" type="pres">
      <dgm:prSet presAssocID="{7D891DDF-0EF3-4867-ACBE-4CD5656F1793}" presName="spaceB" presStyleCnt="0"/>
      <dgm:spPr/>
    </dgm:pt>
    <dgm:pt modelId="{2480098F-1BE0-4B5E-9E84-E9569B775465}" type="pres">
      <dgm:prSet presAssocID="{DE88B4AC-EEC8-4373-82F6-3DBD425EF738}" presName="space" presStyleCnt="0"/>
      <dgm:spPr/>
    </dgm:pt>
    <dgm:pt modelId="{DFB15B61-0824-4301-9FDB-85BAD16C8B40}" type="pres">
      <dgm:prSet presAssocID="{63BB7563-3B63-4523-BD4D-316B495B5CEF}" presName="compositeA" presStyleCnt="0"/>
      <dgm:spPr/>
    </dgm:pt>
    <dgm:pt modelId="{D9093904-9D4B-48E2-8322-08602F733A49}" type="pres">
      <dgm:prSet presAssocID="{63BB7563-3B63-4523-BD4D-316B495B5CEF}" presName="textA" presStyleLbl="revTx" presStyleIdx="2" presStyleCnt="3">
        <dgm:presLayoutVars>
          <dgm:bulletEnabled val="1"/>
        </dgm:presLayoutVars>
      </dgm:prSet>
      <dgm:spPr/>
    </dgm:pt>
    <dgm:pt modelId="{0B746421-A53E-42E5-AFDC-D68F457660E6}" type="pres">
      <dgm:prSet presAssocID="{63BB7563-3B63-4523-BD4D-316B495B5CEF}" presName="circleA" presStyleLbl="node1" presStyleIdx="2" presStyleCnt="3"/>
      <dgm:spPr/>
    </dgm:pt>
    <dgm:pt modelId="{ADB4B4CB-BD8B-4A82-949E-10DF60CAFB9C}" type="pres">
      <dgm:prSet presAssocID="{63BB7563-3B63-4523-BD4D-316B495B5CEF}" presName="spaceA" presStyleCnt="0"/>
      <dgm:spPr/>
    </dgm:pt>
  </dgm:ptLst>
  <dgm:cxnLst>
    <dgm:cxn modelId="{07130503-22B3-4B9A-A301-5BF65F0D8A8B}" srcId="{18EEAF6C-871A-470F-B5CE-B6B49E46F58A}" destId="{21B29172-32D8-4B5D-AD4D-E8596D8C70B0}" srcOrd="0" destOrd="0" parTransId="{19993F7E-E8F2-4924-B191-4212E1B5CD8F}" sibTransId="{AC16D8E8-F4AF-46E9-BE04-13685CA277DA}"/>
    <dgm:cxn modelId="{AC16745F-3EB0-4A66-B732-49A54EEA08AE}" type="presOf" srcId="{7D891DDF-0EF3-4867-ACBE-4CD5656F1793}" destId="{18F7758F-82E2-4379-80DC-C346E27C6EE1}"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0B0BEA53-E27B-466A-8AD2-1584DC87817A}" srcId="{18EEAF6C-871A-470F-B5CE-B6B49E46F58A}" destId="{63BB7563-3B63-4523-BD4D-316B495B5CEF}" srcOrd="2" destOrd="0" parTransId="{49CDEF82-E623-482A-AB21-71C79482BF7A}" sibTransId="{18E17C3C-7805-4E36-8F03-BC458F5FE667}"/>
    <dgm:cxn modelId="{5457D29A-970F-426A-B828-CDA50D53F663}" type="presOf" srcId="{63BB7563-3B63-4523-BD4D-316B495B5CEF}" destId="{D9093904-9D4B-48E2-8322-08602F733A49}" srcOrd="0" destOrd="0" presId="urn:microsoft.com/office/officeart/2005/8/layout/hProcess11"/>
    <dgm:cxn modelId="{B85580D7-7881-4252-B341-75DDDBFC1676}" srcId="{18EEAF6C-871A-470F-B5CE-B6B49E46F58A}" destId="{7D891DDF-0EF3-4867-ACBE-4CD5656F1793}" srcOrd="1" destOrd="0" parTransId="{1CA048E4-5DEA-4C05-8546-12DB47D1C858}" sibTransId="{DE88B4AC-EEC8-4373-82F6-3DBD425EF738}"/>
    <dgm:cxn modelId="{069E30FA-F808-4883-B012-DDFE113A2A60}" type="presOf" srcId="{21B29172-32D8-4B5D-AD4D-E8596D8C70B0}" destId="{7AD4C818-1B34-464A-B13C-7B9070F714CA}" srcOrd="0" destOrd="0" presId="urn:microsoft.com/office/officeart/2005/8/layout/hProcess11"/>
    <dgm:cxn modelId="{39A8E3DA-C308-474A-8645-17054F821AB7}" type="presParOf" srcId="{3D10B7EF-334B-42FC-ACC8-9741946F367F}" destId="{A4F76038-7F9A-41E9-A457-E6321352F13A}" srcOrd="0" destOrd="0" presId="urn:microsoft.com/office/officeart/2005/8/layout/hProcess11"/>
    <dgm:cxn modelId="{73078B72-E50F-4F13-B6FF-27DCB9B29470}" type="presParOf" srcId="{3D10B7EF-334B-42FC-ACC8-9741946F367F}" destId="{D8D22F7F-C795-4CAB-848C-2AB2DE02DDC6}" srcOrd="1" destOrd="0" presId="urn:microsoft.com/office/officeart/2005/8/layout/hProcess11"/>
    <dgm:cxn modelId="{FD1B0D68-7F21-40AC-BC77-2FDB12942099}" type="presParOf" srcId="{D8D22F7F-C795-4CAB-848C-2AB2DE02DDC6}" destId="{1D45A748-CF7C-4028-960C-055D1B81CAD9}" srcOrd="0" destOrd="0" presId="urn:microsoft.com/office/officeart/2005/8/layout/hProcess11"/>
    <dgm:cxn modelId="{86B799C6-A285-438A-B75E-BA63ABA30814}" type="presParOf" srcId="{1D45A748-CF7C-4028-960C-055D1B81CAD9}" destId="{7AD4C818-1B34-464A-B13C-7B9070F714CA}" srcOrd="0" destOrd="0" presId="urn:microsoft.com/office/officeart/2005/8/layout/hProcess11"/>
    <dgm:cxn modelId="{707426A4-D233-405F-B5EF-6845DD57EC7A}" type="presParOf" srcId="{1D45A748-CF7C-4028-960C-055D1B81CAD9}" destId="{2170EB14-0E6A-40FD-A2D8-DDFAACF43A7E}" srcOrd="1" destOrd="0" presId="urn:microsoft.com/office/officeart/2005/8/layout/hProcess11"/>
    <dgm:cxn modelId="{233933CE-8757-4AFD-9E00-0E3EAE21DF9E}" type="presParOf" srcId="{1D45A748-CF7C-4028-960C-055D1B81CAD9}" destId="{43A58E36-B5C4-45B0-A44F-976EE07B409C}" srcOrd="2" destOrd="0" presId="urn:microsoft.com/office/officeart/2005/8/layout/hProcess11"/>
    <dgm:cxn modelId="{87314B07-A51C-407E-B17F-F6315B444F66}" type="presParOf" srcId="{D8D22F7F-C795-4CAB-848C-2AB2DE02DDC6}" destId="{19A10983-0A68-42A0-BBA3-3C1BF83B59CE}" srcOrd="1" destOrd="0" presId="urn:microsoft.com/office/officeart/2005/8/layout/hProcess11"/>
    <dgm:cxn modelId="{0E3DD05B-C779-4B3B-AE39-496AE296E948}" type="presParOf" srcId="{D8D22F7F-C795-4CAB-848C-2AB2DE02DDC6}" destId="{5D68704B-6F41-45D4-B721-C5D59A776068}" srcOrd="2" destOrd="0" presId="urn:microsoft.com/office/officeart/2005/8/layout/hProcess11"/>
    <dgm:cxn modelId="{F6AD264E-BE19-4875-85F6-AE2EEFE2CCE5}" type="presParOf" srcId="{5D68704B-6F41-45D4-B721-C5D59A776068}" destId="{18F7758F-82E2-4379-80DC-C346E27C6EE1}" srcOrd="0" destOrd="0" presId="urn:microsoft.com/office/officeart/2005/8/layout/hProcess11"/>
    <dgm:cxn modelId="{8F13ABFE-5648-4450-8B97-2BAD9D6431D4}" type="presParOf" srcId="{5D68704B-6F41-45D4-B721-C5D59A776068}" destId="{A04D5982-26EA-46E4-9E53-15622B0F637E}" srcOrd="1" destOrd="0" presId="urn:microsoft.com/office/officeart/2005/8/layout/hProcess11"/>
    <dgm:cxn modelId="{459DEAC5-7713-4648-A7B7-449F45482566}" type="presParOf" srcId="{5D68704B-6F41-45D4-B721-C5D59A776068}" destId="{6BB971ED-4E30-49AE-9536-476751E55A1E}" srcOrd="2" destOrd="0" presId="urn:microsoft.com/office/officeart/2005/8/layout/hProcess11"/>
    <dgm:cxn modelId="{F99DA09C-3A20-4D1F-A7DA-A344A815C9CC}" type="presParOf" srcId="{D8D22F7F-C795-4CAB-848C-2AB2DE02DDC6}" destId="{2480098F-1BE0-4B5E-9E84-E9569B775465}" srcOrd="3" destOrd="0" presId="urn:microsoft.com/office/officeart/2005/8/layout/hProcess11"/>
    <dgm:cxn modelId="{9E72CEC0-06D9-477A-950C-A526C816E8BB}" type="presParOf" srcId="{D8D22F7F-C795-4CAB-848C-2AB2DE02DDC6}" destId="{DFB15B61-0824-4301-9FDB-85BAD16C8B40}" srcOrd="4" destOrd="0" presId="urn:microsoft.com/office/officeart/2005/8/layout/hProcess11"/>
    <dgm:cxn modelId="{1516250D-0004-4D0A-AA2D-EFDB8C59436D}" type="presParOf" srcId="{DFB15B61-0824-4301-9FDB-85BAD16C8B40}" destId="{D9093904-9D4B-48E2-8322-08602F733A49}" srcOrd="0" destOrd="0" presId="urn:microsoft.com/office/officeart/2005/8/layout/hProcess11"/>
    <dgm:cxn modelId="{041CFCD8-FBD6-4C40-A3AE-2BE843E543E4}" type="presParOf" srcId="{DFB15B61-0824-4301-9FDB-85BAD16C8B40}" destId="{0B746421-A53E-42E5-AFDC-D68F457660E6}" srcOrd="1" destOrd="0" presId="urn:microsoft.com/office/officeart/2005/8/layout/hProcess11"/>
    <dgm:cxn modelId="{06B0B187-B6BA-423A-8837-DCE2849DD3D5}" type="presParOf" srcId="{DFB15B61-0824-4301-9FDB-85BAD16C8B40}" destId="{ADB4B4CB-BD8B-4A82-949E-10DF60CAFB9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5" qsCatId="simple" csTypeId="urn:microsoft.com/office/officeart/2005/8/colors/accent1_2#5" csCatId="accent1" phldr="1"/>
      <dgm:spPr/>
      <dgm:t>
        <a:bodyPr/>
        <a:lstStyle/>
        <a:p>
          <a:endParaRPr lang="en-GB"/>
        </a:p>
      </dgm:t>
    </dgm:pt>
    <dgm:pt modelId="{5DFBDEF3-6865-4300-92A4-9B4539406F15}">
      <dgm:prSet phldrT="[Text]" phldr="0"/>
      <dgm:spPr/>
      <dgm:t>
        <a:bodyPr/>
        <a:lstStyle/>
        <a:p>
          <a:r>
            <a:rPr lang="en-GB">
              <a:latin typeface="Arial"/>
            </a:rPr>
            <a:t>Checkpoint 1: Parse the design documents (Mooring Analysis report and Site Survey) to extract technical requirements</a:t>
          </a:r>
          <a:endParaRPr lang="en-GB"/>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21B29172-32D8-4B5D-AD4D-E8596D8C70B0}">
      <dgm:prSet phldrT="[Text]" phldr="0"/>
      <dgm:spPr/>
      <dgm:t>
        <a:bodyPr/>
        <a:lstStyle/>
        <a:p>
          <a:r>
            <a:rPr lang="en-GB" b="0">
              <a:latin typeface="Arial"/>
            </a:rPr>
            <a:t>Checkpoint 2: </a:t>
          </a:r>
          <a:r>
            <a:rPr lang="en-US" b="0" i="0"/>
            <a:t>Identify which extracted technical requirements fall within the defined scope of the project</a:t>
          </a:r>
          <a:endParaRPr lang="en-US"/>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C778BDF3-3130-48A8-8603-685C3CFDF43A}">
      <dgm:prSet phldrT="[Text]" phldr="0"/>
      <dgm:spPr/>
      <dgm:t>
        <a:bodyPr/>
        <a:lstStyle/>
        <a:p>
          <a:r>
            <a:rPr lang="en-GB"/>
            <a:t>Checkpoint 3: </a:t>
          </a:r>
          <a:r>
            <a:rPr lang="en-US" b="0" i="0"/>
            <a:t>Extend the aquaculture core vocabulary with the concepts and relationships needed to represent technical requirements</a:t>
          </a:r>
          <a:endParaRPr lang="en-GB"/>
        </a:p>
      </dgm:t>
    </dgm:pt>
    <dgm:pt modelId="{D6DA4A90-2953-4BD6-8F3D-51824BD5FA7B}" type="parTrans" cxnId="{8D056A6E-14DE-4562-BF29-8AC06661601D}">
      <dgm:prSet/>
      <dgm:spPr/>
      <dgm:t>
        <a:bodyPr/>
        <a:lstStyle/>
        <a:p>
          <a:endParaRPr lang="en-GB"/>
        </a:p>
      </dgm:t>
    </dgm:pt>
    <dgm:pt modelId="{842B0E49-B6D9-40E2-B6AD-0DD9D9EB2345}" type="sibTrans" cxnId="{8D056A6E-14DE-4562-BF29-8AC06661601D}">
      <dgm:prSet/>
      <dgm:spPr/>
      <dgm:t>
        <a:bodyPr/>
        <a:lstStyle/>
        <a:p>
          <a:endParaRPr lang="en-GB"/>
        </a:p>
      </dgm:t>
    </dgm:pt>
    <dgm:pt modelId="{557D3F50-DAC6-42CE-AA68-AB5448DFC72D}">
      <dgm:prSet phldrT="[Text]" phldr="0"/>
      <dgm:spPr/>
      <dgm:t>
        <a:bodyPr/>
        <a:lstStyle/>
        <a:p>
          <a:r>
            <a:rPr lang="en-GB"/>
            <a:t>Milestone 6: </a:t>
          </a:r>
          <a:r>
            <a:rPr lang="en-US" b="0" i="0"/>
            <a:t>Integrate the scoped technical requirements into the asset model so that compliance reasoning can incorporate engineering and design constraints</a:t>
          </a:r>
          <a:endParaRPr lang="en-GB"/>
        </a:p>
      </dgm:t>
    </dgm:pt>
    <dgm:pt modelId="{A4752C4A-3854-45FF-8FE2-7BB050FE3EC6}" type="parTrans" cxnId="{0C1BF394-1550-4B0E-BA45-8E06194529FE}">
      <dgm:prSet/>
      <dgm:spPr/>
      <dgm:t>
        <a:bodyPr/>
        <a:lstStyle/>
        <a:p>
          <a:endParaRPr lang="en-GB"/>
        </a:p>
      </dgm:t>
    </dgm:pt>
    <dgm:pt modelId="{C4A95B2A-6CF1-4CB6-A8BF-0432A8B2FB41}" type="sibTrans" cxnId="{0C1BF394-1550-4B0E-BA45-8E06194529FE}">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2DE0A3F0-80DD-46B2-93B7-89680D195518}" type="pres">
      <dgm:prSet presAssocID="{5DFBDEF3-6865-4300-92A4-9B4539406F15}" presName="compositeA" presStyleCnt="0"/>
      <dgm:spPr/>
    </dgm:pt>
    <dgm:pt modelId="{0059E3F9-706E-4A94-9325-FDEBB82C7FBF}" type="pres">
      <dgm:prSet presAssocID="{5DFBDEF3-6865-4300-92A4-9B4539406F15}" presName="textA" presStyleLbl="revTx" presStyleIdx="0" presStyleCnt="4">
        <dgm:presLayoutVars>
          <dgm:bulletEnabled val="1"/>
        </dgm:presLayoutVars>
      </dgm:prSet>
      <dgm:spPr/>
    </dgm:pt>
    <dgm:pt modelId="{11EA24EA-1177-4570-A542-624C35CA141B}" type="pres">
      <dgm:prSet presAssocID="{5DFBDEF3-6865-4300-92A4-9B4539406F15}" presName="circleA" presStyleLbl="node1" presStyleIdx="0" presStyleCnt="4"/>
      <dgm:spPr/>
    </dgm:pt>
    <dgm:pt modelId="{C90BE544-8C55-45ED-BA34-ECB24319B4D3}" type="pres">
      <dgm:prSet presAssocID="{5DFBDEF3-6865-4300-92A4-9B4539406F15}" presName="spaceA" presStyleCnt="0"/>
      <dgm:spPr/>
    </dgm:pt>
    <dgm:pt modelId="{864DC5BD-C7C3-4DBE-B708-CA2B0CCC6E9F}" type="pres">
      <dgm:prSet presAssocID="{955A6184-967B-4081-834B-032FA66F3637}" presName="space" presStyleCnt="0"/>
      <dgm:spPr/>
    </dgm:pt>
    <dgm:pt modelId="{4CEFB78B-0282-4637-8218-D701A689A663}" type="pres">
      <dgm:prSet presAssocID="{21B29172-32D8-4B5D-AD4D-E8596D8C70B0}" presName="compositeB" presStyleCnt="0"/>
      <dgm:spPr/>
    </dgm:pt>
    <dgm:pt modelId="{2A6349FE-7B9B-4FBD-A37E-63E029DEA20C}" type="pres">
      <dgm:prSet presAssocID="{21B29172-32D8-4B5D-AD4D-E8596D8C70B0}" presName="textB" presStyleLbl="revTx" presStyleIdx="1" presStyleCnt="4">
        <dgm:presLayoutVars>
          <dgm:bulletEnabled val="1"/>
        </dgm:presLayoutVars>
      </dgm:prSet>
      <dgm:spPr/>
    </dgm:pt>
    <dgm:pt modelId="{81578F3F-6511-4E4D-8183-23BB4C1741AE}" type="pres">
      <dgm:prSet presAssocID="{21B29172-32D8-4B5D-AD4D-E8596D8C70B0}" presName="circleB" presStyleLbl="node1" presStyleIdx="1" presStyleCnt="4"/>
      <dgm:spPr/>
    </dgm:pt>
    <dgm:pt modelId="{26A1D828-1A59-4055-B4A4-CF7B04BFFB78}" type="pres">
      <dgm:prSet presAssocID="{21B29172-32D8-4B5D-AD4D-E8596D8C70B0}" presName="spaceB" presStyleCnt="0"/>
      <dgm:spPr/>
    </dgm:pt>
    <dgm:pt modelId="{19A10983-0A68-42A0-BBA3-3C1BF83B59CE}" type="pres">
      <dgm:prSet presAssocID="{AC16D8E8-F4AF-46E9-BE04-13685CA277DA}" presName="space" presStyleCnt="0"/>
      <dgm:spPr/>
    </dgm:pt>
    <dgm:pt modelId="{E0E64823-7A0D-4C50-8C04-D6C3B2707C2C}" type="pres">
      <dgm:prSet presAssocID="{C778BDF3-3130-48A8-8603-685C3CFDF43A}" presName="compositeA" presStyleCnt="0"/>
      <dgm:spPr/>
    </dgm:pt>
    <dgm:pt modelId="{34627502-7DCF-4B2B-98E8-A718D80543EF}" type="pres">
      <dgm:prSet presAssocID="{C778BDF3-3130-48A8-8603-685C3CFDF43A}" presName="textA" presStyleLbl="revTx" presStyleIdx="2" presStyleCnt="4">
        <dgm:presLayoutVars>
          <dgm:bulletEnabled val="1"/>
        </dgm:presLayoutVars>
      </dgm:prSet>
      <dgm:spPr/>
    </dgm:pt>
    <dgm:pt modelId="{6FF55663-8DC9-462D-9469-2E22AB53896F}" type="pres">
      <dgm:prSet presAssocID="{C778BDF3-3130-48A8-8603-685C3CFDF43A}" presName="circleA" presStyleLbl="node1" presStyleIdx="2" presStyleCnt="4"/>
      <dgm:spPr/>
    </dgm:pt>
    <dgm:pt modelId="{C7AFD8CC-6BC1-407E-9F90-6C52A9D05F89}" type="pres">
      <dgm:prSet presAssocID="{C778BDF3-3130-48A8-8603-685C3CFDF43A}" presName="spaceA" presStyleCnt="0"/>
      <dgm:spPr/>
    </dgm:pt>
    <dgm:pt modelId="{D103AA48-B598-4B2B-B95D-E752291CFC33}" type="pres">
      <dgm:prSet presAssocID="{842B0E49-B6D9-40E2-B6AD-0DD9D9EB2345}" presName="space" presStyleCnt="0"/>
      <dgm:spPr/>
    </dgm:pt>
    <dgm:pt modelId="{57B803C8-D2DE-4BEC-AA6B-26DC274F3AFD}" type="pres">
      <dgm:prSet presAssocID="{557D3F50-DAC6-42CE-AA68-AB5448DFC72D}" presName="compositeB" presStyleCnt="0"/>
      <dgm:spPr/>
    </dgm:pt>
    <dgm:pt modelId="{48A22733-B828-48B9-BFBC-024BE0BC56C2}" type="pres">
      <dgm:prSet presAssocID="{557D3F50-DAC6-42CE-AA68-AB5448DFC72D}" presName="textB" presStyleLbl="revTx" presStyleIdx="3" presStyleCnt="4">
        <dgm:presLayoutVars>
          <dgm:bulletEnabled val="1"/>
        </dgm:presLayoutVars>
      </dgm:prSet>
      <dgm:spPr/>
    </dgm:pt>
    <dgm:pt modelId="{C0F8991E-D222-4157-A8DB-A55292DB758F}" type="pres">
      <dgm:prSet presAssocID="{557D3F50-DAC6-42CE-AA68-AB5448DFC72D}" presName="circleB" presStyleLbl="node1" presStyleIdx="3" presStyleCnt="4"/>
      <dgm:spPr>
        <a:solidFill>
          <a:schemeClr val="accent6"/>
        </a:solidFill>
      </dgm:spPr>
    </dgm:pt>
    <dgm:pt modelId="{99BDDCEF-F501-4773-B9A8-0379627E939B}" type="pres">
      <dgm:prSet presAssocID="{557D3F50-DAC6-42CE-AA68-AB5448DFC72D}" presName="spaceB" presStyleCnt="0"/>
      <dgm:spPr/>
    </dgm:pt>
  </dgm:ptLst>
  <dgm:cxnLst>
    <dgm:cxn modelId="{07130503-22B3-4B9A-A301-5BF65F0D8A8B}" srcId="{18EEAF6C-871A-470F-B5CE-B6B49E46F58A}" destId="{21B29172-32D8-4B5D-AD4D-E8596D8C70B0}" srcOrd="1" destOrd="0" parTransId="{19993F7E-E8F2-4924-B191-4212E1B5CD8F}" sibTransId="{AC16D8E8-F4AF-46E9-BE04-13685CA277DA}"/>
    <dgm:cxn modelId="{E7B59961-BF85-42CE-9991-D3BD4CA4634A}" type="presOf" srcId="{C778BDF3-3130-48A8-8603-685C3CFDF43A}" destId="{34627502-7DCF-4B2B-98E8-A718D80543EF}"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8D056A6E-14DE-4562-BF29-8AC06661601D}" srcId="{18EEAF6C-871A-470F-B5CE-B6B49E46F58A}" destId="{C778BDF3-3130-48A8-8603-685C3CFDF43A}" srcOrd="2" destOrd="0" parTransId="{D6DA4A90-2953-4BD6-8F3D-51824BD5FA7B}" sibTransId="{842B0E49-B6D9-40E2-B6AD-0DD9D9EB2345}"/>
    <dgm:cxn modelId="{D547AA6E-6D8E-4697-93CB-897F5CA76332}" srcId="{18EEAF6C-871A-470F-B5CE-B6B49E46F58A}" destId="{5DFBDEF3-6865-4300-92A4-9B4539406F15}" srcOrd="0" destOrd="0" parTransId="{915CE2F7-B6DA-4BF8-AB0D-B2B71C1F2F4C}" sibTransId="{955A6184-967B-4081-834B-032FA66F3637}"/>
    <dgm:cxn modelId="{65A5D78F-1F97-4640-92C1-C3B7C30C9BF6}" type="presOf" srcId="{21B29172-32D8-4B5D-AD4D-E8596D8C70B0}" destId="{2A6349FE-7B9B-4FBD-A37E-63E029DEA20C}" srcOrd="0" destOrd="0" presId="urn:microsoft.com/office/officeart/2005/8/layout/hProcess11"/>
    <dgm:cxn modelId="{0C1BF394-1550-4B0E-BA45-8E06194529FE}" srcId="{18EEAF6C-871A-470F-B5CE-B6B49E46F58A}" destId="{557D3F50-DAC6-42CE-AA68-AB5448DFC72D}" srcOrd="3" destOrd="0" parTransId="{A4752C4A-3854-45FF-8FE2-7BB050FE3EC6}" sibTransId="{C4A95B2A-6CF1-4CB6-A8BF-0432A8B2FB41}"/>
    <dgm:cxn modelId="{45FE7F95-E6BE-485A-B051-1B6314BB0129}" type="presOf" srcId="{557D3F50-DAC6-42CE-AA68-AB5448DFC72D}" destId="{48A22733-B828-48B9-BFBC-024BE0BC56C2}" srcOrd="0" destOrd="0" presId="urn:microsoft.com/office/officeart/2005/8/layout/hProcess11"/>
    <dgm:cxn modelId="{8ED882B4-ECAE-4A7D-8FC6-19C205B2E53B}" type="presOf" srcId="{5DFBDEF3-6865-4300-92A4-9B4539406F15}" destId="{0059E3F9-706E-4A94-9325-FDEBB82C7FBF}" srcOrd="0" destOrd="0" presId="urn:microsoft.com/office/officeart/2005/8/layout/hProcess11"/>
    <dgm:cxn modelId="{39A8E3DA-C308-474A-8645-17054F821AB7}" type="presParOf" srcId="{3D10B7EF-334B-42FC-ACC8-9741946F367F}" destId="{A4F76038-7F9A-41E9-A457-E6321352F13A}" srcOrd="0" destOrd="0" presId="urn:microsoft.com/office/officeart/2005/8/layout/hProcess11"/>
    <dgm:cxn modelId="{73078B72-E50F-4F13-B6FF-27DCB9B29470}" type="presParOf" srcId="{3D10B7EF-334B-42FC-ACC8-9741946F367F}" destId="{D8D22F7F-C795-4CAB-848C-2AB2DE02DDC6}" srcOrd="1" destOrd="0" presId="urn:microsoft.com/office/officeart/2005/8/layout/hProcess11"/>
    <dgm:cxn modelId="{6243752F-9FCC-4942-B561-A4F058463ACF}" type="presParOf" srcId="{D8D22F7F-C795-4CAB-848C-2AB2DE02DDC6}" destId="{2DE0A3F0-80DD-46B2-93B7-89680D195518}" srcOrd="0" destOrd="0" presId="urn:microsoft.com/office/officeart/2005/8/layout/hProcess11"/>
    <dgm:cxn modelId="{36ADF87A-1753-4A7F-BB9E-FB620F82DB6E}" type="presParOf" srcId="{2DE0A3F0-80DD-46B2-93B7-89680D195518}" destId="{0059E3F9-706E-4A94-9325-FDEBB82C7FBF}" srcOrd="0" destOrd="0" presId="urn:microsoft.com/office/officeart/2005/8/layout/hProcess11"/>
    <dgm:cxn modelId="{6B7C0A0C-1E7A-4F21-94F1-4833064C5314}" type="presParOf" srcId="{2DE0A3F0-80DD-46B2-93B7-89680D195518}" destId="{11EA24EA-1177-4570-A542-624C35CA141B}" srcOrd="1" destOrd="0" presId="urn:microsoft.com/office/officeart/2005/8/layout/hProcess11"/>
    <dgm:cxn modelId="{89D7BFEB-69D3-4C50-94BE-400B1B8175BE}" type="presParOf" srcId="{2DE0A3F0-80DD-46B2-93B7-89680D195518}" destId="{C90BE544-8C55-45ED-BA34-ECB24319B4D3}" srcOrd="2" destOrd="0" presId="urn:microsoft.com/office/officeart/2005/8/layout/hProcess11"/>
    <dgm:cxn modelId="{3C831ECA-D283-4A67-AC21-CF1DA27F49FD}" type="presParOf" srcId="{D8D22F7F-C795-4CAB-848C-2AB2DE02DDC6}" destId="{864DC5BD-C7C3-4DBE-B708-CA2B0CCC6E9F}" srcOrd="1" destOrd="0" presId="urn:microsoft.com/office/officeart/2005/8/layout/hProcess11"/>
    <dgm:cxn modelId="{94E024B4-9FCB-487E-8B3B-37BB18764987}" type="presParOf" srcId="{D8D22F7F-C795-4CAB-848C-2AB2DE02DDC6}" destId="{4CEFB78B-0282-4637-8218-D701A689A663}" srcOrd="2" destOrd="0" presId="urn:microsoft.com/office/officeart/2005/8/layout/hProcess11"/>
    <dgm:cxn modelId="{446F5268-70D3-4DC7-87D0-33C928E4C33D}" type="presParOf" srcId="{4CEFB78B-0282-4637-8218-D701A689A663}" destId="{2A6349FE-7B9B-4FBD-A37E-63E029DEA20C}" srcOrd="0" destOrd="0" presId="urn:microsoft.com/office/officeart/2005/8/layout/hProcess11"/>
    <dgm:cxn modelId="{81BBC610-AD92-4139-B7F3-978DFC9CED09}" type="presParOf" srcId="{4CEFB78B-0282-4637-8218-D701A689A663}" destId="{81578F3F-6511-4E4D-8183-23BB4C1741AE}" srcOrd="1" destOrd="0" presId="urn:microsoft.com/office/officeart/2005/8/layout/hProcess11"/>
    <dgm:cxn modelId="{92CFC91D-67C5-41F2-AA04-F63E30BD5221}" type="presParOf" srcId="{4CEFB78B-0282-4637-8218-D701A689A663}" destId="{26A1D828-1A59-4055-B4A4-CF7B04BFFB78}" srcOrd="2" destOrd="0" presId="urn:microsoft.com/office/officeart/2005/8/layout/hProcess11"/>
    <dgm:cxn modelId="{AE002CE7-74E3-4406-9051-805B3B7C8BA2}" type="presParOf" srcId="{D8D22F7F-C795-4CAB-848C-2AB2DE02DDC6}" destId="{19A10983-0A68-42A0-BBA3-3C1BF83B59CE}" srcOrd="3" destOrd="0" presId="urn:microsoft.com/office/officeart/2005/8/layout/hProcess11"/>
    <dgm:cxn modelId="{5793582C-926D-4E88-96A4-166679EF4E50}" type="presParOf" srcId="{D8D22F7F-C795-4CAB-848C-2AB2DE02DDC6}" destId="{E0E64823-7A0D-4C50-8C04-D6C3B2707C2C}" srcOrd="4" destOrd="0" presId="urn:microsoft.com/office/officeart/2005/8/layout/hProcess11"/>
    <dgm:cxn modelId="{55E71CC1-BB29-4F76-9822-301A7E749578}" type="presParOf" srcId="{E0E64823-7A0D-4C50-8C04-D6C3B2707C2C}" destId="{34627502-7DCF-4B2B-98E8-A718D80543EF}" srcOrd="0" destOrd="0" presId="urn:microsoft.com/office/officeart/2005/8/layout/hProcess11"/>
    <dgm:cxn modelId="{671CACA4-D701-4F98-AB70-B8B6C1A165B9}" type="presParOf" srcId="{E0E64823-7A0D-4C50-8C04-D6C3B2707C2C}" destId="{6FF55663-8DC9-462D-9469-2E22AB53896F}" srcOrd="1" destOrd="0" presId="urn:microsoft.com/office/officeart/2005/8/layout/hProcess11"/>
    <dgm:cxn modelId="{BE64FC72-C87C-4ACC-90A0-F51B5722DBA0}" type="presParOf" srcId="{E0E64823-7A0D-4C50-8C04-D6C3B2707C2C}" destId="{C7AFD8CC-6BC1-407E-9F90-6C52A9D05F89}" srcOrd="2" destOrd="0" presId="urn:microsoft.com/office/officeart/2005/8/layout/hProcess11"/>
    <dgm:cxn modelId="{3A900631-0D1F-4B71-B0B5-8B8AF1E1C39E}" type="presParOf" srcId="{D8D22F7F-C795-4CAB-848C-2AB2DE02DDC6}" destId="{D103AA48-B598-4B2B-B95D-E752291CFC33}" srcOrd="5" destOrd="0" presId="urn:microsoft.com/office/officeart/2005/8/layout/hProcess11"/>
    <dgm:cxn modelId="{B04998F0-614D-4DC9-ADC0-674AF05A94E3}" type="presParOf" srcId="{D8D22F7F-C795-4CAB-848C-2AB2DE02DDC6}" destId="{57B803C8-D2DE-4BEC-AA6B-26DC274F3AFD}" srcOrd="6" destOrd="0" presId="urn:microsoft.com/office/officeart/2005/8/layout/hProcess11"/>
    <dgm:cxn modelId="{9C5CA2BA-9991-43C4-90A4-7FB6765740D9}" type="presParOf" srcId="{57B803C8-D2DE-4BEC-AA6B-26DC274F3AFD}" destId="{48A22733-B828-48B9-BFBC-024BE0BC56C2}" srcOrd="0" destOrd="0" presId="urn:microsoft.com/office/officeart/2005/8/layout/hProcess11"/>
    <dgm:cxn modelId="{0E6DBA11-7BBE-4026-8B2E-05F725C7F951}" type="presParOf" srcId="{57B803C8-D2DE-4BEC-AA6B-26DC274F3AFD}" destId="{C0F8991E-D222-4157-A8DB-A55292DB758F}" srcOrd="1" destOrd="0" presId="urn:microsoft.com/office/officeart/2005/8/layout/hProcess11"/>
    <dgm:cxn modelId="{EADF1B02-2CE4-4FC3-AFD8-DCEF13017FD2}" type="presParOf" srcId="{57B803C8-D2DE-4BEC-AA6B-26DC274F3AFD}" destId="{99BDDCEF-F501-4773-B9A8-0379627E939B}"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6" qsCatId="simple" csTypeId="urn:microsoft.com/office/officeart/2005/8/colors/accent1_2#6" csCatId="accent1" phldr="1"/>
      <dgm:spPr/>
      <dgm:t>
        <a:bodyPr/>
        <a:lstStyle/>
        <a:p>
          <a:endParaRPr lang="en-GB"/>
        </a:p>
      </dgm:t>
    </dgm:pt>
    <dgm:pt modelId="{5DFBDEF3-6865-4300-92A4-9B4539406F15}">
      <dgm:prSet phldrT="[Text]" phldr="0"/>
      <dgm:spPr/>
      <dgm:t>
        <a:bodyPr/>
        <a:lstStyle/>
        <a:p>
          <a:r>
            <a:rPr lang="en-GB"/>
            <a:t>Checkpoint 3: </a:t>
          </a:r>
          <a:r>
            <a:rPr lang="en-US" b="0" i="0"/>
            <a:t>Prepare a golden dataset covering requirements ↔ components ↔ evidence, plus expected compliance outcomes (Satisfied / Not Satisfied / Not Applicable), to benchmark both linking and compliance evaluation</a:t>
          </a:r>
          <a:endParaRPr lang="en-US" b="0"/>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pPr rtl="0"/>
          <a:r>
            <a:rPr lang="en-GB"/>
            <a:t>Milestone 7: </a:t>
          </a:r>
          <a:r>
            <a:rPr lang="en-US" b="0" i="0"/>
            <a:t>Implement automated reasoning that links technical requirements to the specific components they apply to, enabling technical‑compliance inference</a:t>
          </a:r>
          <a:endParaRPr lang="en-GB"/>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07F9254C-6D8B-4143-8549-D094285723E2}">
      <dgm:prSet phldrT="[Text]" phldr="0"/>
      <dgm:spPr/>
      <dgm:t>
        <a:bodyPr/>
        <a:lstStyle/>
        <a:p>
          <a:r>
            <a:rPr lang="en-GB"/>
            <a:t>Checkpoint 1: </a:t>
          </a:r>
          <a:r>
            <a:rPr lang="en-US" b="0" i="0"/>
            <a:t>Implement the linking logic (rules/queries) that determines which components each technical requirement applies to.</a:t>
          </a:r>
          <a:endParaRPr lang="en-GB">
            <a:latin typeface="Arial"/>
          </a:endParaRPr>
        </a:p>
      </dgm:t>
    </dgm:pt>
    <dgm:pt modelId="{12C33B16-AE05-4A96-9587-183EA6B12C1A}" type="parTrans" cxnId="{190C03C1-68F2-4F5B-9181-D445FD928483}">
      <dgm:prSet/>
      <dgm:spPr/>
      <dgm:t>
        <a:bodyPr/>
        <a:lstStyle/>
        <a:p>
          <a:endParaRPr lang="en-GB"/>
        </a:p>
      </dgm:t>
    </dgm:pt>
    <dgm:pt modelId="{2E060522-7B8B-416C-A313-73BE74AC8155}" type="sibTrans" cxnId="{190C03C1-68F2-4F5B-9181-D445FD928483}">
      <dgm:prSet/>
      <dgm:spPr/>
      <dgm:t>
        <a:bodyPr/>
        <a:lstStyle/>
        <a:p>
          <a:endParaRPr lang="en-GB"/>
        </a:p>
      </dgm:t>
    </dgm:pt>
    <dgm:pt modelId="{4D631B4F-6631-44F8-9FE0-72DAC14C1C03}">
      <dgm:prSet phldr="0"/>
      <dgm:spPr/>
      <dgm:t>
        <a:bodyPr/>
        <a:lstStyle/>
        <a:p>
          <a:pPr rtl="0"/>
          <a:r>
            <a:rPr lang="en-GB" sz="1100">
              <a:latin typeface="Calibri"/>
              <a:ea typeface="Calibri"/>
              <a:cs typeface="Calibri"/>
            </a:rPr>
            <a:t>Checkpoint 2: </a:t>
          </a:r>
          <a:r>
            <a:rPr lang="en-US" sz="1100" b="0" i="0"/>
            <a:t>Integrate evidence extracted from product certificates, user manuals, and service cards into the asset model (leveraging artifacts from the PoC where relevant)</a:t>
          </a:r>
          <a:endParaRPr lang="en-GB">
            <a:latin typeface="Arial"/>
          </a:endParaRPr>
        </a:p>
      </dgm:t>
    </dgm:pt>
    <dgm:pt modelId="{02728852-8DBB-4CE5-A326-780FB4692B21}" type="parTrans" cxnId="{DBDF1A30-585C-4327-81DD-4F6090116E20}">
      <dgm:prSet/>
      <dgm:spPr/>
      <dgm:t>
        <a:bodyPr/>
        <a:lstStyle/>
        <a:p>
          <a:endParaRPr lang="en-GB"/>
        </a:p>
      </dgm:t>
    </dgm:pt>
    <dgm:pt modelId="{FD73D6A1-AA53-45F0-BC7D-0BE8BC44384D}" type="sibTrans" cxnId="{DBDF1A30-585C-4327-81DD-4F6090116E20}">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FA5F02C4-5888-490D-8824-562907CB5D7C}" type="pres">
      <dgm:prSet presAssocID="{07F9254C-6D8B-4143-8549-D094285723E2}" presName="compositeA" presStyleCnt="0"/>
      <dgm:spPr/>
    </dgm:pt>
    <dgm:pt modelId="{60B427F2-51F2-4168-B98C-579ED430605D}" type="pres">
      <dgm:prSet presAssocID="{07F9254C-6D8B-4143-8549-D094285723E2}" presName="textA" presStyleLbl="revTx" presStyleIdx="0" presStyleCnt="4">
        <dgm:presLayoutVars>
          <dgm:bulletEnabled val="1"/>
        </dgm:presLayoutVars>
      </dgm:prSet>
      <dgm:spPr/>
    </dgm:pt>
    <dgm:pt modelId="{0274C2C5-9C0F-4C17-873E-8DD64407222F}" type="pres">
      <dgm:prSet presAssocID="{07F9254C-6D8B-4143-8549-D094285723E2}" presName="circleA" presStyleLbl="node1" presStyleIdx="0" presStyleCnt="4"/>
      <dgm:spPr/>
    </dgm:pt>
    <dgm:pt modelId="{020BB860-D080-4560-84C0-282333DC9699}" type="pres">
      <dgm:prSet presAssocID="{07F9254C-6D8B-4143-8549-D094285723E2}" presName="spaceA" presStyleCnt="0"/>
      <dgm:spPr/>
    </dgm:pt>
    <dgm:pt modelId="{4798844E-FC45-492E-9EE0-5FB5688BC8E5}" type="pres">
      <dgm:prSet presAssocID="{2E060522-7B8B-416C-A313-73BE74AC8155}" presName="space" presStyleCnt="0"/>
      <dgm:spPr/>
    </dgm:pt>
    <dgm:pt modelId="{E5587AAE-2E04-423D-A02F-7DB78250BD58}" type="pres">
      <dgm:prSet presAssocID="{4D631B4F-6631-44F8-9FE0-72DAC14C1C03}" presName="compositeB" presStyleCnt="0"/>
      <dgm:spPr/>
    </dgm:pt>
    <dgm:pt modelId="{8E616F36-6915-48CF-8EF3-1F2FF90D10D7}" type="pres">
      <dgm:prSet presAssocID="{4D631B4F-6631-44F8-9FE0-72DAC14C1C03}" presName="textB" presStyleLbl="revTx" presStyleIdx="1" presStyleCnt="4">
        <dgm:presLayoutVars>
          <dgm:bulletEnabled val="1"/>
        </dgm:presLayoutVars>
      </dgm:prSet>
      <dgm:spPr/>
    </dgm:pt>
    <dgm:pt modelId="{8DE4F2D7-29C4-4A9B-8A42-3FA84F32C296}" type="pres">
      <dgm:prSet presAssocID="{4D631B4F-6631-44F8-9FE0-72DAC14C1C03}" presName="circleB" presStyleLbl="node1" presStyleIdx="1" presStyleCnt="4"/>
      <dgm:spPr/>
    </dgm:pt>
    <dgm:pt modelId="{005688EB-1A97-4806-B92F-BE747A52367A}" type="pres">
      <dgm:prSet presAssocID="{4D631B4F-6631-44F8-9FE0-72DAC14C1C03}" presName="spaceB" presStyleCnt="0"/>
      <dgm:spPr/>
    </dgm:pt>
    <dgm:pt modelId="{E65CA69D-BA15-4785-8D70-950C0568768B}" type="pres">
      <dgm:prSet presAssocID="{FD73D6A1-AA53-45F0-BC7D-0BE8BC44384D}" presName="space" presStyleCnt="0"/>
      <dgm:spPr/>
    </dgm:pt>
    <dgm:pt modelId="{3C5AE609-4683-4E2F-95C3-530D96ED2645}" type="pres">
      <dgm:prSet presAssocID="{5DFBDEF3-6865-4300-92A4-9B4539406F15}" presName="compositeA" presStyleCnt="0"/>
      <dgm:spPr/>
    </dgm:pt>
    <dgm:pt modelId="{62CAB047-BEFD-4712-9E2F-B282AAF757EA}" type="pres">
      <dgm:prSet presAssocID="{5DFBDEF3-6865-4300-92A4-9B4539406F15}" presName="textA" presStyleLbl="revTx" presStyleIdx="2" presStyleCnt="4">
        <dgm:presLayoutVars>
          <dgm:bulletEnabled val="1"/>
        </dgm:presLayoutVars>
      </dgm:prSet>
      <dgm:spPr/>
    </dgm:pt>
    <dgm:pt modelId="{F2C801CB-6C1F-4692-A9C3-883E081668D0}" type="pres">
      <dgm:prSet presAssocID="{5DFBDEF3-6865-4300-92A4-9B4539406F15}" presName="circleA" presStyleLbl="node1" presStyleIdx="2" presStyleCnt="4"/>
      <dgm:spPr/>
    </dgm:pt>
    <dgm:pt modelId="{1E2F4313-2E6B-4FDF-8E77-1431577611D9}" type="pres">
      <dgm:prSet presAssocID="{5DFBDEF3-6865-4300-92A4-9B4539406F15}" presName="spaceA" presStyleCnt="0"/>
      <dgm:spPr/>
    </dgm:pt>
    <dgm:pt modelId="{864DC5BD-C7C3-4DBE-B708-CA2B0CCC6E9F}" type="pres">
      <dgm:prSet presAssocID="{955A6184-967B-4081-834B-032FA66F3637}" presName="space" presStyleCnt="0"/>
      <dgm:spPr/>
    </dgm:pt>
    <dgm:pt modelId="{4D420B52-4EFC-4585-829A-3DFEEF20803B}" type="pres">
      <dgm:prSet presAssocID="{63BB7563-3B63-4523-BD4D-316B495B5CEF}" presName="compositeB" presStyleCnt="0"/>
      <dgm:spPr/>
    </dgm:pt>
    <dgm:pt modelId="{C0D83585-5C14-42DD-8FF5-5C20B4E8A8D4}" type="pres">
      <dgm:prSet presAssocID="{63BB7563-3B63-4523-BD4D-316B495B5CEF}" presName="textB" presStyleLbl="revTx" presStyleIdx="3" presStyleCnt="4">
        <dgm:presLayoutVars>
          <dgm:bulletEnabled val="1"/>
        </dgm:presLayoutVars>
      </dgm:prSet>
      <dgm:spPr/>
    </dgm:pt>
    <dgm:pt modelId="{FC20B558-7147-464E-B7FD-5C916CCA76ED}" type="pres">
      <dgm:prSet presAssocID="{63BB7563-3B63-4523-BD4D-316B495B5CEF}" presName="circleB" presStyleLbl="node1" presStyleIdx="3" presStyleCnt="4"/>
      <dgm:spPr>
        <a:solidFill>
          <a:schemeClr val="accent6"/>
        </a:solidFill>
      </dgm:spPr>
    </dgm:pt>
    <dgm:pt modelId="{7B07A846-2B62-4CFE-A60D-2FE8B914EF9C}" type="pres">
      <dgm:prSet presAssocID="{63BB7563-3B63-4523-BD4D-316B495B5CEF}" presName="spaceB" presStyleCnt="0"/>
      <dgm:spPr/>
    </dgm:pt>
  </dgm:ptLst>
  <dgm:cxnLst>
    <dgm:cxn modelId="{805AB025-31EA-4200-B736-75AF79D641A2}" type="presOf" srcId="{63BB7563-3B63-4523-BD4D-316B495B5CEF}" destId="{C0D83585-5C14-42DD-8FF5-5C20B4E8A8D4}" srcOrd="0" destOrd="0" presId="urn:microsoft.com/office/officeart/2005/8/layout/hProcess11"/>
    <dgm:cxn modelId="{BE2FFB2F-7B11-4E24-96B0-17ECB16202CD}" type="presOf" srcId="{4D631B4F-6631-44F8-9FE0-72DAC14C1C03}" destId="{8E616F36-6915-48CF-8EF3-1F2FF90D10D7}" srcOrd="0" destOrd="0" presId="urn:microsoft.com/office/officeart/2005/8/layout/hProcess11"/>
    <dgm:cxn modelId="{DBDF1A30-585C-4327-81DD-4F6090116E20}" srcId="{18EEAF6C-871A-470F-B5CE-B6B49E46F58A}" destId="{4D631B4F-6631-44F8-9FE0-72DAC14C1C03}" srcOrd="1" destOrd="0" parTransId="{02728852-8DBB-4CE5-A326-780FB4692B21}" sibTransId="{FD73D6A1-AA53-45F0-BC7D-0BE8BC44384D}"/>
    <dgm:cxn modelId="{5A3FAC62-62DD-434E-A29F-6D5E8B41A59D}" type="presOf" srcId="{18EEAF6C-871A-470F-B5CE-B6B49E46F58A}" destId="{3D10B7EF-334B-42FC-ACC8-9741946F367F}" srcOrd="0" destOrd="0" presId="urn:microsoft.com/office/officeart/2005/8/layout/hProcess11"/>
    <dgm:cxn modelId="{D547AA6E-6D8E-4697-93CB-897F5CA76332}" srcId="{18EEAF6C-871A-470F-B5CE-B6B49E46F58A}" destId="{5DFBDEF3-6865-4300-92A4-9B4539406F15}" srcOrd="2" destOrd="0" parTransId="{915CE2F7-B6DA-4BF8-AB0D-B2B71C1F2F4C}" sibTransId="{955A6184-967B-4081-834B-032FA66F3637}"/>
    <dgm:cxn modelId="{9174236F-1FCB-4599-B517-44EE86888420}" type="presOf" srcId="{5DFBDEF3-6865-4300-92A4-9B4539406F15}" destId="{62CAB047-BEFD-4712-9E2F-B282AAF757EA}" srcOrd="0" destOrd="0" presId="urn:microsoft.com/office/officeart/2005/8/layout/hProcess11"/>
    <dgm:cxn modelId="{0B0BEA53-E27B-466A-8AD2-1584DC87817A}" srcId="{18EEAF6C-871A-470F-B5CE-B6B49E46F58A}" destId="{63BB7563-3B63-4523-BD4D-316B495B5CEF}" srcOrd="3" destOrd="0" parTransId="{49CDEF82-E623-482A-AB21-71C79482BF7A}" sibTransId="{18E17C3C-7805-4E36-8F03-BC458F5FE667}"/>
    <dgm:cxn modelId="{F85190AC-D1B4-446A-A026-5ED416188AC6}" type="presOf" srcId="{07F9254C-6D8B-4143-8549-D094285723E2}" destId="{60B427F2-51F2-4168-B98C-579ED430605D}" srcOrd="0" destOrd="0" presId="urn:microsoft.com/office/officeart/2005/8/layout/hProcess11"/>
    <dgm:cxn modelId="{190C03C1-68F2-4F5B-9181-D445FD928483}" srcId="{18EEAF6C-871A-470F-B5CE-B6B49E46F58A}" destId="{07F9254C-6D8B-4143-8549-D094285723E2}" srcOrd="0" destOrd="0" parTransId="{12C33B16-AE05-4A96-9587-183EA6B12C1A}" sibTransId="{2E060522-7B8B-416C-A313-73BE74AC8155}"/>
    <dgm:cxn modelId="{218B8442-9879-4F5F-B52B-D3BB940DACF3}" type="presParOf" srcId="{3D10B7EF-334B-42FC-ACC8-9741946F367F}" destId="{A4F76038-7F9A-41E9-A457-E6321352F13A}" srcOrd="0" destOrd="0" presId="urn:microsoft.com/office/officeart/2005/8/layout/hProcess11"/>
    <dgm:cxn modelId="{73C1B4C3-3957-4130-89C7-EA25CDD7F09F}" type="presParOf" srcId="{3D10B7EF-334B-42FC-ACC8-9741946F367F}" destId="{D8D22F7F-C795-4CAB-848C-2AB2DE02DDC6}" srcOrd="1" destOrd="0" presId="urn:microsoft.com/office/officeart/2005/8/layout/hProcess11"/>
    <dgm:cxn modelId="{445BC4F7-C444-43ED-A115-F5149C284BDE}" type="presParOf" srcId="{D8D22F7F-C795-4CAB-848C-2AB2DE02DDC6}" destId="{FA5F02C4-5888-490D-8824-562907CB5D7C}" srcOrd="0" destOrd="0" presId="urn:microsoft.com/office/officeart/2005/8/layout/hProcess11"/>
    <dgm:cxn modelId="{0945C14A-8304-4D8A-8900-2BA8786E5599}" type="presParOf" srcId="{FA5F02C4-5888-490D-8824-562907CB5D7C}" destId="{60B427F2-51F2-4168-B98C-579ED430605D}" srcOrd="0" destOrd="0" presId="urn:microsoft.com/office/officeart/2005/8/layout/hProcess11"/>
    <dgm:cxn modelId="{18BB7503-EF09-4BBE-92F0-CE5609159CEC}" type="presParOf" srcId="{FA5F02C4-5888-490D-8824-562907CB5D7C}" destId="{0274C2C5-9C0F-4C17-873E-8DD64407222F}" srcOrd="1" destOrd="0" presId="urn:microsoft.com/office/officeart/2005/8/layout/hProcess11"/>
    <dgm:cxn modelId="{9C18A8C2-EF53-42CE-A9ED-82927A7E4F64}" type="presParOf" srcId="{FA5F02C4-5888-490D-8824-562907CB5D7C}" destId="{020BB860-D080-4560-84C0-282333DC9699}" srcOrd="2" destOrd="0" presId="urn:microsoft.com/office/officeart/2005/8/layout/hProcess11"/>
    <dgm:cxn modelId="{20034C7F-E6D2-442E-8798-37F95CE45499}" type="presParOf" srcId="{D8D22F7F-C795-4CAB-848C-2AB2DE02DDC6}" destId="{4798844E-FC45-492E-9EE0-5FB5688BC8E5}" srcOrd="1" destOrd="0" presId="urn:microsoft.com/office/officeart/2005/8/layout/hProcess11"/>
    <dgm:cxn modelId="{DD0F5551-71E0-4C30-9693-9F8DB7241851}" type="presParOf" srcId="{D8D22F7F-C795-4CAB-848C-2AB2DE02DDC6}" destId="{E5587AAE-2E04-423D-A02F-7DB78250BD58}" srcOrd="2" destOrd="0" presId="urn:microsoft.com/office/officeart/2005/8/layout/hProcess11"/>
    <dgm:cxn modelId="{067FE237-9681-4D76-A1A2-4E522D868F7B}" type="presParOf" srcId="{E5587AAE-2E04-423D-A02F-7DB78250BD58}" destId="{8E616F36-6915-48CF-8EF3-1F2FF90D10D7}" srcOrd="0" destOrd="0" presId="urn:microsoft.com/office/officeart/2005/8/layout/hProcess11"/>
    <dgm:cxn modelId="{8FC72E92-9CA7-42E6-BE9E-CADE35C983EF}" type="presParOf" srcId="{E5587AAE-2E04-423D-A02F-7DB78250BD58}" destId="{8DE4F2D7-29C4-4A9B-8A42-3FA84F32C296}" srcOrd="1" destOrd="0" presId="urn:microsoft.com/office/officeart/2005/8/layout/hProcess11"/>
    <dgm:cxn modelId="{D277D495-FC44-4DE3-B152-45A47D768D32}" type="presParOf" srcId="{E5587AAE-2E04-423D-A02F-7DB78250BD58}" destId="{005688EB-1A97-4806-B92F-BE747A52367A}" srcOrd="2" destOrd="0" presId="urn:microsoft.com/office/officeart/2005/8/layout/hProcess11"/>
    <dgm:cxn modelId="{C63856BE-6333-49B4-A752-2D1ADC192DFE}" type="presParOf" srcId="{D8D22F7F-C795-4CAB-848C-2AB2DE02DDC6}" destId="{E65CA69D-BA15-4785-8D70-950C0568768B}" srcOrd="3" destOrd="0" presId="urn:microsoft.com/office/officeart/2005/8/layout/hProcess11"/>
    <dgm:cxn modelId="{A882E5AD-001F-4418-815A-B8B6AC7BA60A}" type="presParOf" srcId="{D8D22F7F-C795-4CAB-848C-2AB2DE02DDC6}" destId="{3C5AE609-4683-4E2F-95C3-530D96ED2645}" srcOrd="4" destOrd="0" presId="urn:microsoft.com/office/officeart/2005/8/layout/hProcess11"/>
    <dgm:cxn modelId="{3763998E-5047-4314-8E81-2CA6EDDEAC68}" type="presParOf" srcId="{3C5AE609-4683-4E2F-95C3-530D96ED2645}" destId="{62CAB047-BEFD-4712-9E2F-B282AAF757EA}" srcOrd="0" destOrd="0" presId="urn:microsoft.com/office/officeart/2005/8/layout/hProcess11"/>
    <dgm:cxn modelId="{72F673EE-B6D8-44F3-A694-B0A465D682D6}" type="presParOf" srcId="{3C5AE609-4683-4E2F-95C3-530D96ED2645}" destId="{F2C801CB-6C1F-4692-A9C3-883E081668D0}" srcOrd="1" destOrd="0" presId="urn:microsoft.com/office/officeart/2005/8/layout/hProcess11"/>
    <dgm:cxn modelId="{B8CDCE51-F447-4419-AC64-86F18D8C5E0E}" type="presParOf" srcId="{3C5AE609-4683-4E2F-95C3-530D96ED2645}" destId="{1E2F4313-2E6B-4FDF-8E77-1431577611D9}" srcOrd="2" destOrd="0" presId="urn:microsoft.com/office/officeart/2005/8/layout/hProcess11"/>
    <dgm:cxn modelId="{13C0E73A-5AED-4399-8B24-413607626A84}" type="presParOf" srcId="{D8D22F7F-C795-4CAB-848C-2AB2DE02DDC6}" destId="{864DC5BD-C7C3-4DBE-B708-CA2B0CCC6E9F}" srcOrd="5" destOrd="0" presId="urn:microsoft.com/office/officeart/2005/8/layout/hProcess11"/>
    <dgm:cxn modelId="{A9C262C6-FCD4-4A28-B20B-EB54F51EBF26}" type="presParOf" srcId="{D8D22F7F-C795-4CAB-848C-2AB2DE02DDC6}" destId="{4D420B52-4EFC-4585-829A-3DFEEF20803B}" srcOrd="6" destOrd="0" presId="urn:microsoft.com/office/officeart/2005/8/layout/hProcess11"/>
    <dgm:cxn modelId="{A010A919-C436-4182-84DB-809557A0440C}" type="presParOf" srcId="{4D420B52-4EFC-4585-829A-3DFEEF20803B}" destId="{C0D83585-5C14-42DD-8FF5-5C20B4E8A8D4}" srcOrd="0" destOrd="0" presId="urn:microsoft.com/office/officeart/2005/8/layout/hProcess11"/>
    <dgm:cxn modelId="{D3C95C50-DA25-4F8F-9831-19FEA2B370FC}" type="presParOf" srcId="{4D420B52-4EFC-4585-829A-3DFEEF20803B}" destId="{FC20B558-7147-464E-B7FD-5C916CCA76ED}" srcOrd="1" destOrd="0" presId="urn:microsoft.com/office/officeart/2005/8/layout/hProcess11"/>
    <dgm:cxn modelId="{0D24D08E-D6E0-44CE-BF8A-9F7DF04293AF}" type="presParOf" srcId="{4D420B52-4EFC-4585-829A-3DFEEF20803B}" destId="{7B07A846-2B62-4CFE-A60D-2FE8B914EF9C}"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7" qsCatId="simple" csTypeId="urn:microsoft.com/office/officeart/2005/8/colors/accent1_2#7" csCatId="accent1" phldr="1"/>
      <dgm:spPr/>
      <dgm:t>
        <a:bodyPr/>
        <a:lstStyle/>
        <a:p>
          <a:endParaRPr lang="en-GB"/>
        </a:p>
      </dgm:t>
    </dgm:pt>
    <dgm:pt modelId="{63BB7563-3B63-4523-BD4D-316B495B5CEF}">
      <dgm:prSet phldrT="[Text]" phldr="0" custT="1"/>
      <dgm:spPr/>
      <dgm:t>
        <a:bodyPr/>
        <a:lstStyle/>
        <a:p>
          <a:pPr rtl="0"/>
          <a:r>
            <a:rPr lang="en-GB" sz="900">
              <a:solidFill>
                <a:srgbClr val="000000"/>
              </a:solidFill>
              <a:latin typeface="Calibri"/>
              <a:ea typeface="Calibri"/>
              <a:cs typeface="Calibri"/>
            </a:rPr>
            <a:t>Checkpoint 9: </a:t>
          </a:r>
          <a:r>
            <a:rPr lang="en-US" sz="900" b="0" i="0"/>
            <a:t>Establish a QA workflow that monitors extraction‑agent outputs, flags anomalies, and routes results to SMEs for human‑in‑the‑loop review and approval</a:t>
          </a:r>
          <a:endParaRPr lang="en-GB" sz="900">
            <a:solidFill>
              <a:srgbClr val="000000"/>
            </a:solidFill>
            <a:latin typeface="Calibri"/>
            <a:ea typeface="Calibri"/>
            <a:cs typeface="Calibri"/>
          </a:endParaRPr>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424C4567-F09B-4407-AC83-3584D77489F1}">
      <dgm:prSet phldr="0" custT="1"/>
      <dgm:spPr/>
      <dgm:t>
        <a:bodyPr/>
        <a:lstStyle/>
        <a:p>
          <a:pPr rtl="0"/>
          <a:r>
            <a:rPr lang="en-GB" sz="900"/>
            <a:t>Checkpoint 1: </a:t>
          </a:r>
          <a:r>
            <a:rPr lang="en-US" sz="900" b="0" i="0"/>
            <a:t>Create an ontology that models the document‑extraction process, with specialized sub‑ontologies for each document type.</a:t>
          </a:r>
          <a:endParaRPr lang="en-GB" sz="900" b="1">
            <a:latin typeface="Arial"/>
          </a:endParaRPr>
        </a:p>
      </dgm:t>
    </dgm:pt>
    <dgm:pt modelId="{3A9634EB-A22C-4BF2-91E9-EB1D4AEF17F6}" type="parTrans" cxnId="{207A7CAB-692E-4DCB-AA47-8005CB6D7069}">
      <dgm:prSet/>
      <dgm:spPr/>
      <dgm:t>
        <a:bodyPr/>
        <a:lstStyle/>
        <a:p>
          <a:endParaRPr lang="en-GB"/>
        </a:p>
      </dgm:t>
    </dgm:pt>
    <dgm:pt modelId="{774A507F-EC68-4EE7-8047-374DD6CD3645}" type="sibTrans" cxnId="{207A7CAB-692E-4DCB-AA47-8005CB6D7069}">
      <dgm:prSet/>
      <dgm:spPr/>
      <dgm:t>
        <a:bodyPr/>
        <a:lstStyle/>
        <a:p>
          <a:endParaRPr lang="en-GB"/>
        </a:p>
      </dgm:t>
    </dgm:pt>
    <dgm:pt modelId="{ADB539B7-1EC8-46B0-8966-BB2770EBD212}">
      <dgm:prSet phldr="0" custT="1"/>
      <dgm:spPr/>
      <dgm:t>
        <a:bodyPr/>
        <a:lstStyle/>
        <a:p>
          <a:pPr rtl="0"/>
          <a:r>
            <a:rPr lang="en-GB" sz="900">
              <a:latin typeface="Arial"/>
            </a:rPr>
            <a:t>Checkpoint 4: </a:t>
          </a:r>
          <a:r>
            <a:rPr lang="en-US" sz="900" b="0" i="0"/>
            <a:t>Implement the PoC for detecting duplicate user manuals using metadata and content‑based checks of user-manuals (from the onboarding process)</a:t>
          </a:r>
          <a:endParaRPr lang="en-US" sz="900"/>
        </a:p>
      </dgm:t>
    </dgm:pt>
    <dgm:pt modelId="{796D5A4B-856C-43F8-91CE-A0068CA93B66}" type="parTrans" cxnId="{23DCBAC8-2308-4566-B267-B10DF2446800}">
      <dgm:prSet/>
      <dgm:spPr/>
      <dgm:t>
        <a:bodyPr/>
        <a:lstStyle/>
        <a:p>
          <a:endParaRPr lang="en-GB"/>
        </a:p>
      </dgm:t>
    </dgm:pt>
    <dgm:pt modelId="{902CD8E8-D6E2-454A-8192-896E71ED8CA1}" type="sibTrans" cxnId="{23DCBAC8-2308-4566-B267-B10DF2446800}">
      <dgm:prSet/>
      <dgm:spPr/>
      <dgm:t>
        <a:bodyPr/>
        <a:lstStyle/>
        <a:p>
          <a:endParaRPr lang="en-GB"/>
        </a:p>
      </dgm:t>
    </dgm:pt>
    <dgm:pt modelId="{06A58317-CDBB-48B2-B1B9-63CC04B4591C}">
      <dgm:prSet phldr="0" custT="1"/>
      <dgm:spPr/>
      <dgm:t>
        <a:bodyPr/>
        <a:lstStyle/>
        <a:p>
          <a:pPr rtl="0"/>
          <a:r>
            <a:rPr lang="en-GB" sz="900" b="0">
              <a:latin typeface="Arial"/>
            </a:rPr>
            <a:t>Checkpoint 2: Develop a</a:t>
          </a:r>
          <a:r>
            <a:rPr lang="en-GB" sz="900">
              <a:solidFill>
                <a:schemeClr val="accent1"/>
              </a:solidFill>
            </a:rPr>
            <a:t>n ontology-guided extraction agent for certificates (and service cards), </a:t>
          </a:r>
          <a:r>
            <a:rPr lang="en-US" sz="900" b="0" i="0"/>
            <a:t>and integrate the extracted parameters into the asset model</a:t>
          </a:r>
          <a:endParaRPr lang="en-GB" sz="900" b="0">
            <a:latin typeface="Arial"/>
          </a:endParaRPr>
        </a:p>
      </dgm:t>
    </dgm:pt>
    <dgm:pt modelId="{A89BE28C-41F9-40E6-8D35-D546822FFE5A}" type="parTrans" cxnId="{7B5C3FF5-CCAD-485F-BDD9-39B76C8097BA}">
      <dgm:prSet/>
      <dgm:spPr/>
      <dgm:t>
        <a:bodyPr/>
        <a:lstStyle/>
        <a:p>
          <a:endParaRPr lang="en-GB"/>
        </a:p>
      </dgm:t>
    </dgm:pt>
    <dgm:pt modelId="{8B284BAB-E8C5-475A-9C5D-9EB4F3B96BF0}" type="sibTrans" cxnId="{7B5C3FF5-CCAD-485F-BDD9-39B76C8097BA}">
      <dgm:prSet/>
      <dgm:spPr/>
      <dgm:t>
        <a:bodyPr/>
        <a:lstStyle/>
        <a:p>
          <a:endParaRPr lang="en-GB"/>
        </a:p>
      </dgm:t>
    </dgm:pt>
    <dgm:pt modelId="{FD17B980-E8AC-4647-8B44-85419ADA6A6F}">
      <dgm:prSet phldr="0" custT="1"/>
      <dgm:spPr/>
      <dgm:t>
        <a:bodyPr/>
        <a:lstStyle/>
        <a:p>
          <a:pPr rtl="0"/>
          <a:r>
            <a:rPr lang="en-GB" sz="900">
              <a:solidFill>
                <a:srgbClr val="000000"/>
              </a:solidFill>
              <a:latin typeface="Arial"/>
            </a:rPr>
            <a:t>Checkpoint 6: </a:t>
          </a:r>
          <a:r>
            <a:rPr lang="en-US" sz="900" b="0" i="0"/>
            <a:t>Validate the agent’s output against the golden action lists and deploy it if it reaches 90–95% accuracy</a:t>
          </a:r>
          <a:endParaRPr lang="en-GB" sz="900">
            <a:solidFill>
              <a:srgbClr val="000000"/>
            </a:solidFill>
            <a:latin typeface="Arial"/>
          </a:endParaRPr>
        </a:p>
      </dgm:t>
    </dgm:pt>
    <dgm:pt modelId="{852B857A-5708-4F05-BF74-D1BAD41E8AAB}" type="parTrans" cxnId="{DD95397C-BFFA-40D9-B900-86C39CC296A5}">
      <dgm:prSet/>
      <dgm:spPr/>
      <dgm:t>
        <a:bodyPr/>
        <a:lstStyle/>
        <a:p>
          <a:endParaRPr lang="en-GB"/>
        </a:p>
      </dgm:t>
    </dgm:pt>
    <dgm:pt modelId="{32DB5F8C-BF29-43B9-AB2D-B625196BD836}" type="sibTrans" cxnId="{DD95397C-BFFA-40D9-B900-86C39CC296A5}">
      <dgm:prSet/>
      <dgm:spPr/>
      <dgm:t>
        <a:bodyPr/>
        <a:lstStyle/>
        <a:p>
          <a:endParaRPr lang="en-GB"/>
        </a:p>
      </dgm:t>
    </dgm:pt>
    <dgm:pt modelId="{1E346DFF-D42D-4419-8E4F-A04C657B05C8}">
      <dgm:prSet phldr="0" custT="1"/>
      <dgm:spPr/>
      <dgm:t>
        <a:bodyPr/>
        <a:lstStyle/>
        <a:p>
          <a:r>
            <a:rPr lang="en-GB" sz="900"/>
            <a:t>Checkpoint 5: </a:t>
          </a:r>
          <a:r>
            <a:rPr lang="en-GB" sz="900" b="0">
              <a:latin typeface="Arial"/>
            </a:rPr>
            <a:t>Develop a</a:t>
          </a:r>
          <a:r>
            <a:rPr lang="en-GB" sz="900">
              <a:solidFill>
                <a:schemeClr val="accent1"/>
              </a:solidFill>
            </a:rPr>
            <a:t>n ontology-guided extraction agent for user-manuals, </a:t>
          </a:r>
          <a:r>
            <a:rPr lang="en-US" sz="900" b="0" i="0"/>
            <a:t>integrating the extracted actions/requirements into the asset model</a:t>
          </a:r>
          <a:endParaRPr lang="en-US" sz="900"/>
        </a:p>
      </dgm:t>
    </dgm:pt>
    <dgm:pt modelId="{A7D4B9E5-42A4-4B12-8C1C-E86127885BB7}" type="parTrans" cxnId="{55FC574D-6BDF-45CE-8DBB-08030FE82642}">
      <dgm:prSet/>
      <dgm:spPr/>
      <dgm:t>
        <a:bodyPr/>
        <a:lstStyle/>
        <a:p>
          <a:endParaRPr lang="en-GB"/>
        </a:p>
      </dgm:t>
    </dgm:pt>
    <dgm:pt modelId="{9D723CB6-F0D0-4F28-86C7-85999414F78A}" type="sibTrans" cxnId="{55FC574D-6BDF-45CE-8DBB-08030FE82642}">
      <dgm:prSet/>
      <dgm:spPr/>
      <dgm:t>
        <a:bodyPr/>
        <a:lstStyle/>
        <a:p>
          <a:endParaRPr lang="en-GB"/>
        </a:p>
      </dgm:t>
    </dgm:pt>
    <dgm:pt modelId="{72BDFC70-E189-47B8-88F2-5406C3EEF15C}">
      <dgm:prSet phldr="0" custT="1"/>
      <dgm:spPr/>
      <dgm:t>
        <a:bodyPr/>
        <a:lstStyle/>
        <a:p>
          <a:pPr rtl="0"/>
          <a:r>
            <a:rPr lang="en-GB" sz="900" b="0">
              <a:latin typeface="Arial"/>
            </a:rPr>
            <a:t>Checkpoint 3: </a:t>
          </a:r>
          <a:r>
            <a:rPr lang="en-US" sz="900" b="0" i="0"/>
            <a:t>Test the agent on prepared test data and deploy it if accuracy meets the predefined threshold</a:t>
          </a:r>
          <a:endParaRPr lang="en-GB" sz="900" b="0">
            <a:latin typeface="Arial"/>
          </a:endParaRPr>
        </a:p>
      </dgm:t>
    </dgm:pt>
    <dgm:pt modelId="{733DF219-076C-486D-8AF2-FBC7B7275423}" type="parTrans" cxnId="{33BC0EE9-AE83-4BC8-B722-7E928F66E4CC}">
      <dgm:prSet/>
      <dgm:spPr/>
      <dgm:t>
        <a:bodyPr/>
        <a:lstStyle/>
        <a:p>
          <a:endParaRPr lang="en-GB"/>
        </a:p>
      </dgm:t>
    </dgm:pt>
    <dgm:pt modelId="{D6247C45-7ADA-48EC-AC89-8655C4B29418}" type="sibTrans" cxnId="{33BC0EE9-AE83-4BC8-B722-7E928F66E4CC}">
      <dgm:prSet/>
      <dgm:spPr/>
      <dgm:t>
        <a:bodyPr/>
        <a:lstStyle/>
        <a:p>
          <a:endParaRPr lang="en-GB"/>
        </a:p>
      </dgm:t>
    </dgm:pt>
    <dgm:pt modelId="{3EC3F261-194F-4D76-A9C2-2924C7C98878}">
      <dgm:prSet phldr="0" custT="1"/>
      <dgm:spPr/>
      <dgm:t>
        <a:bodyPr/>
        <a:lstStyle/>
        <a:p>
          <a:r>
            <a:rPr lang="en-GB" sz="900"/>
            <a:t>Checkpoint 7: </a:t>
          </a:r>
          <a:r>
            <a:rPr lang="en-GB" sz="900" b="0">
              <a:latin typeface="Arial"/>
            </a:rPr>
            <a:t>Develop a</a:t>
          </a:r>
          <a:r>
            <a:rPr lang="en-GB" sz="900">
              <a:solidFill>
                <a:schemeClr val="accent1"/>
              </a:solidFill>
            </a:rPr>
            <a:t>n ontology-guided extraction agent for design documents, </a:t>
          </a:r>
          <a:r>
            <a:rPr lang="en-GB" sz="900"/>
            <a:t> </a:t>
          </a:r>
          <a:r>
            <a:rPr lang="en-US" sz="900" b="0" i="0"/>
            <a:t>integrating the extracted technical requirements into the asset model</a:t>
          </a:r>
          <a:endParaRPr lang="en-GB" sz="900">
            <a:solidFill>
              <a:srgbClr val="000000"/>
            </a:solidFill>
            <a:latin typeface="Arial"/>
          </a:endParaRPr>
        </a:p>
      </dgm:t>
    </dgm:pt>
    <dgm:pt modelId="{0844374B-5DD5-49F0-9BE3-88CB989F92AF}" type="parTrans" cxnId="{33A75EFB-2535-477B-B975-719B1738E739}">
      <dgm:prSet/>
      <dgm:spPr/>
      <dgm:t>
        <a:bodyPr/>
        <a:lstStyle/>
        <a:p>
          <a:endParaRPr lang="en-GB"/>
        </a:p>
      </dgm:t>
    </dgm:pt>
    <dgm:pt modelId="{1CE1DD25-B640-4890-B52A-18CD4B28C966}" type="sibTrans" cxnId="{33A75EFB-2535-477B-B975-719B1738E739}">
      <dgm:prSet/>
      <dgm:spPr/>
      <dgm:t>
        <a:bodyPr/>
        <a:lstStyle/>
        <a:p>
          <a:endParaRPr lang="en-GB"/>
        </a:p>
      </dgm:t>
    </dgm:pt>
    <dgm:pt modelId="{32FC7369-311F-4B92-9FAA-822EDC7BFA6F}">
      <dgm:prSet phldr="0" custT="1"/>
      <dgm:spPr/>
      <dgm:t>
        <a:bodyPr/>
        <a:lstStyle/>
        <a:p>
          <a:pPr rtl="0"/>
          <a:r>
            <a:rPr lang="en-GB" sz="900">
              <a:solidFill>
                <a:srgbClr val="000000"/>
              </a:solidFill>
              <a:latin typeface="Arial"/>
            </a:rPr>
            <a:t>Checkpoint 8: </a:t>
          </a:r>
          <a:r>
            <a:rPr lang="en-US" sz="900" b="0" i="0"/>
            <a:t>Validate the technical‑requirements agent against the golden dataset and deploy it if accuracy reaches 90–95%</a:t>
          </a:r>
          <a:endParaRPr lang="en-GB" sz="900">
            <a:solidFill>
              <a:srgbClr val="000000"/>
            </a:solidFill>
            <a:latin typeface="Arial"/>
          </a:endParaRPr>
        </a:p>
      </dgm:t>
    </dgm:pt>
    <dgm:pt modelId="{C6EABA45-DAF0-4B1B-A390-9F577DF6E229}" type="parTrans" cxnId="{9779D911-83C1-475A-9AFC-A9CF7656E13D}">
      <dgm:prSet/>
      <dgm:spPr/>
      <dgm:t>
        <a:bodyPr/>
        <a:lstStyle/>
        <a:p>
          <a:endParaRPr lang="en-GB"/>
        </a:p>
      </dgm:t>
    </dgm:pt>
    <dgm:pt modelId="{598514CF-FCC2-43D0-8335-9E9140AADA07}" type="sibTrans" cxnId="{9779D911-83C1-475A-9AFC-A9CF7656E13D}">
      <dgm:prSet/>
      <dgm:spPr/>
      <dgm:t>
        <a:bodyPr/>
        <a:lstStyle/>
        <a:p>
          <a:endParaRPr lang="en-GB"/>
        </a:p>
      </dgm:t>
    </dgm:pt>
    <dgm:pt modelId="{89F3700E-A46D-478C-A012-A683F84AECAF}">
      <dgm:prSet phldrT="[Text]" phldr="0" custT="1"/>
      <dgm:spPr/>
      <dgm:t>
        <a:bodyPr/>
        <a:lstStyle/>
        <a:p>
          <a:pPr rtl="0"/>
          <a:r>
            <a:rPr lang="en-GB" sz="900">
              <a:solidFill>
                <a:schemeClr val="accent1"/>
              </a:solidFill>
            </a:rPr>
            <a:t>Milestone 8</a:t>
          </a:r>
          <a:r>
            <a:rPr lang="en-GB" sz="900">
              <a:solidFill>
                <a:schemeClr val="accent1"/>
              </a:solidFill>
              <a:latin typeface="Arial"/>
            </a:rPr>
            <a:t>: </a:t>
          </a:r>
          <a:r>
            <a:rPr lang="en-US" sz="900" b="0" i="0"/>
            <a:t>Achieve end‑to‑end automation of the extraction process, while retaining human‑in‑the‑loop checkpoints for review and approval</a:t>
          </a:r>
          <a:endParaRPr lang="en-GB" sz="900">
            <a:solidFill>
              <a:srgbClr val="000000"/>
            </a:solidFill>
            <a:latin typeface="Calibri"/>
            <a:ea typeface="Calibri"/>
            <a:cs typeface="Calibri"/>
          </a:endParaRPr>
        </a:p>
      </dgm:t>
    </dgm:pt>
    <dgm:pt modelId="{B87B8CBE-0F53-4A66-A31B-E5B3232B1BED}" type="parTrans" cxnId="{B0AAD8CF-F752-42A1-B659-ACC5CF319818}">
      <dgm:prSet/>
      <dgm:spPr/>
      <dgm:t>
        <a:bodyPr/>
        <a:lstStyle/>
        <a:p>
          <a:endParaRPr lang="en-GB"/>
        </a:p>
      </dgm:t>
    </dgm:pt>
    <dgm:pt modelId="{6820985B-7CBF-4ED8-916D-176FD672890E}" type="sibTrans" cxnId="{B0AAD8CF-F752-42A1-B659-ACC5CF319818}">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824D4515-DE54-45DC-A895-13631F66C2C9}" type="pres">
      <dgm:prSet presAssocID="{424C4567-F09B-4407-AC83-3584D77489F1}" presName="compositeA" presStyleCnt="0"/>
      <dgm:spPr/>
    </dgm:pt>
    <dgm:pt modelId="{A1064C8B-7250-41FD-BE25-451E346099F5}" type="pres">
      <dgm:prSet presAssocID="{424C4567-F09B-4407-AC83-3584D77489F1}" presName="textA" presStyleLbl="revTx" presStyleIdx="0" presStyleCnt="10">
        <dgm:presLayoutVars>
          <dgm:bulletEnabled val="1"/>
        </dgm:presLayoutVars>
      </dgm:prSet>
      <dgm:spPr/>
    </dgm:pt>
    <dgm:pt modelId="{D6E71A8F-8C26-44DE-8D55-9B4375B66741}" type="pres">
      <dgm:prSet presAssocID="{424C4567-F09B-4407-AC83-3584D77489F1}" presName="circleA" presStyleLbl="node1" presStyleIdx="0" presStyleCnt="10"/>
      <dgm:spPr/>
    </dgm:pt>
    <dgm:pt modelId="{5B2D1426-2573-4F88-B717-CBAD9D8F4D34}" type="pres">
      <dgm:prSet presAssocID="{424C4567-F09B-4407-AC83-3584D77489F1}" presName="spaceA" presStyleCnt="0"/>
      <dgm:spPr/>
    </dgm:pt>
    <dgm:pt modelId="{36F19F1A-092F-4469-B4A1-63587282B6A9}" type="pres">
      <dgm:prSet presAssocID="{774A507F-EC68-4EE7-8047-374DD6CD3645}" presName="space" presStyleCnt="0"/>
      <dgm:spPr/>
    </dgm:pt>
    <dgm:pt modelId="{9AD2BB11-F9D1-43DD-814B-BC41C9017EB2}" type="pres">
      <dgm:prSet presAssocID="{06A58317-CDBB-48B2-B1B9-63CC04B4591C}" presName="compositeB" presStyleCnt="0"/>
      <dgm:spPr/>
    </dgm:pt>
    <dgm:pt modelId="{C4F963C1-CD59-4CA9-8BC0-9C2AD6C8295B}" type="pres">
      <dgm:prSet presAssocID="{06A58317-CDBB-48B2-B1B9-63CC04B4591C}" presName="textB" presStyleLbl="revTx" presStyleIdx="1" presStyleCnt="10">
        <dgm:presLayoutVars>
          <dgm:bulletEnabled val="1"/>
        </dgm:presLayoutVars>
      </dgm:prSet>
      <dgm:spPr/>
    </dgm:pt>
    <dgm:pt modelId="{50028D8A-F695-4D0A-A98B-92D353660BB9}" type="pres">
      <dgm:prSet presAssocID="{06A58317-CDBB-48B2-B1B9-63CC04B4591C}" presName="circleB" presStyleLbl="node1" presStyleIdx="1" presStyleCnt="10"/>
      <dgm:spPr/>
    </dgm:pt>
    <dgm:pt modelId="{EDCA7181-09D8-4B8D-8F6C-1B7BE27226F0}" type="pres">
      <dgm:prSet presAssocID="{06A58317-CDBB-48B2-B1B9-63CC04B4591C}" presName="spaceB" presStyleCnt="0"/>
      <dgm:spPr/>
    </dgm:pt>
    <dgm:pt modelId="{8DB7997D-F3D2-4F79-A405-ADA760119E70}" type="pres">
      <dgm:prSet presAssocID="{8B284BAB-E8C5-475A-9C5D-9EB4F3B96BF0}" presName="space" presStyleCnt="0"/>
      <dgm:spPr/>
    </dgm:pt>
    <dgm:pt modelId="{6D7F9BB9-1E75-4DFE-BA31-EDAFB7E17937}" type="pres">
      <dgm:prSet presAssocID="{72BDFC70-E189-47B8-88F2-5406C3EEF15C}" presName="compositeA" presStyleCnt="0"/>
      <dgm:spPr/>
    </dgm:pt>
    <dgm:pt modelId="{AB49A539-9151-4E48-A3F0-65EA6278F117}" type="pres">
      <dgm:prSet presAssocID="{72BDFC70-E189-47B8-88F2-5406C3EEF15C}" presName="textA" presStyleLbl="revTx" presStyleIdx="2" presStyleCnt="10">
        <dgm:presLayoutVars>
          <dgm:bulletEnabled val="1"/>
        </dgm:presLayoutVars>
      </dgm:prSet>
      <dgm:spPr/>
    </dgm:pt>
    <dgm:pt modelId="{39F5EF14-D3C9-476F-B33D-DEAB29382056}" type="pres">
      <dgm:prSet presAssocID="{72BDFC70-E189-47B8-88F2-5406C3EEF15C}" presName="circleA" presStyleLbl="node1" presStyleIdx="2" presStyleCnt="10"/>
      <dgm:spPr/>
    </dgm:pt>
    <dgm:pt modelId="{06B03DC2-D8D8-4D01-B045-F145866C006D}" type="pres">
      <dgm:prSet presAssocID="{72BDFC70-E189-47B8-88F2-5406C3EEF15C}" presName="spaceA" presStyleCnt="0"/>
      <dgm:spPr/>
    </dgm:pt>
    <dgm:pt modelId="{E6A86F24-4CEE-4FAC-954E-CBD0722CBA25}" type="pres">
      <dgm:prSet presAssocID="{D6247C45-7ADA-48EC-AC89-8655C4B29418}" presName="space" presStyleCnt="0"/>
      <dgm:spPr/>
    </dgm:pt>
    <dgm:pt modelId="{8A5AF069-0EE2-4BB0-9C76-5628AD878424}" type="pres">
      <dgm:prSet presAssocID="{ADB539B7-1EC8-46B0-8966-BB2770EBD212}" presName="compositeB" presStyleCnt="0"/>
      <dgm:spPr/>
    </dgm:pt>
    <dgm:pt modelId="{5F3A9463-BCBA-4BBE-9AF6-FCF1A6CCAF94}" type="pres">
      <dgm:prSet presAssocID="{ADB539B7-1EC8-46B0-8966-BB2770EBD212}" presName="textB" presStyleLbl="revTx" presStyleIdx="3" presStyleCnt="10">
        <dgm:presLayoutVars>
          <dgm:bulletEnabled val="1"/>
        </dgm:presLayoutVars>
      </dgm:prSet>
      <dgm:spPr/>
    </dgm:pt>
    <dgm:pt modelId="{0899566C-3166-4E99-9F6C-E83E76A8B82C}" type="pres">
      <dgm:prSet presAssocID="{ADB539B7-1EC8-46B0-8966-BB2770EBD212}" presName="circleB" presStyleLbl="node1" presStyleIdx="3" presStyleCnt="10"/>
      <dgm:spPr/>
    </dgm:pt>
    <dgm:pt modelId="{198A413A-C4D2-4147-BDCD-3A8DB553D882}" type="pres">
      <dgm:prSet presAssocID="{ADB539B7-1EC8-46B0-8966-BB2770EBD212}" presName="spaceB" presStyleCnt="0"/>
      <dgm:spPr/>
    </dgm:pt>
    <dgm:pt modelId="{F39002B4-5592-475F-B5A1-89BB5D8D081E}" type="pres">
      <dgm:prSet presAssocID="{902CD8E8-D6E2-454A-8192-896E71ED8CA1}" presName="space" presStyleCnt="0"/>
      <dgm:spPr/>
    </dgm:pt>
    <dgm:pt modelId="{3DB52077-A28D-4CAE-9058-26EDFF6883BB}" type="pres">
      <dgm:prSet presAssocID="{1E346DFF-D42D-4419-8E4F-A04C657B05C8}" presName="compositeA" presStyleCnt="0"/>
      <dgm:spPr/>
    </dgm:pt>
    <dgm:pt modelId="{09C97EF2-1675-4B1C-B70E-29C2D20BB020}" type="pres">
      <dgm:prSet presAssocID="{1E346DFF-D42D-4419-8E4F-A04C657B05C8}" presName="textA" presStyleLbl="revTx" presStyleIdx="4" presStyleCnt="10">
        <dgm:presLayoutVars>
          <dgm:bulletEnabled val="1"/>
        </dgm:presLayoutVars>
      </dgm:prSet>
      <dgm:spPr/>
    </dgm:pt>
    <dgm:pt modelId="{D4A4939B-717B-4D8D-826D-1B70FF1F551F}" type="pres">
      <dgm:prSet presAssocID="{1E346DFF-D42D-4419-8E4F-A04C657B05C8}" presName="circleA" presStyleLbl="node1" presStyleIdx="4" presStyleCnt="10"/>
      <dgm:spPr/>
    </dgm:pt>
    <dgm:pt modelId="{059633E1-9FDA-4F96-9BD7-62FF2E993D94}" type="pres">
      <dgm:prSet presAssocID="{1E346DFF-D42D-4419-8E4F-A04C657B05C8}" presName="spaceA" presStyleCnt="0"/>
      <dgm:spPr/>
    </dgm:pt>
    <dgm:pt modelId="{5345CA95-2555-441F-878D-D0D726AC960E}" type="pres">
      <dgm:prSet presAssocID="{9D723CB6-F0D0-4F28-86C7-85999414F78A}" presName="space" presStyleCnt="0"/>
      <dgm:spPr/>
    </dgm:pt>
    <dgm:pt modelId="{7F988659-41E2-48D1-BABA-3134C8D4480E}" type="pres">
      <dgm:prSet presAssocID="{FD17B980-E8AC-4647-8B44-85419ADA6A6F}" presName="compositeB" presStyleCnt="0"/>
      <dgm:spPr/>
    </dgm:pt>
    <dgm:pt modelId="{6A1FF761-2C95-49E7-8F13-C7CD27527AD7}" type="pres">
      <dgm:prSet presAssocID="{FD17B980-E8AC-4647-8B44-85419ADA6A6F}" presName="textB" presStyleLbl="revTx" presStyleIdx="5" presStyleCnt="10">
        <dgm:presLayoutVars>
          <dgm:bulletEnabled val="1"/>
        </dgm:presLayoutVars>
      </dgm:prSet>
      <dgm:spPr/>
    </dgm:pt>
    <dgm:pt modelId="{CE28808D-CD94-46A9-BBAF-15EF21EF42F6}" type="pres">
      <dgm:prSet presAssocID="{FD17B980-E8AC-4647-8B44-85419ADA6A6F}" presName="circleB" presStyleLbl="node1" presStyleIdx="5" presStyleCnt="10"/>
      <dgm:spPr/>
    </dgm:pt>
    <dgm:pt modelId="{FB47D030-8773-45C1-9F9A-1AED3373488C}" type="pres">
      <dgm:prSet presAssocID="{FD17B980-E8AC-4647-8B44-85419ADA6A6F}" presName="spaceB" presStyleCnt="0"/>
      <dgm:spPr/>
    </dgm:pt>
    <dgm:pt modelId="{A99760AF-7373-495C-817A-DEACFDBC07DA}" type="pres">
      <dgm:prSet presAssocID="{32DB5F8C-BF29-43B9-AB2D-B625196BD836}" presName="space" presStyleCnt="0"/>
      <dgm:spPr/>
    </dgm:pt>
    <dgm:pt modelId="{86DC1343-E42B-428A-9550-06864EFB8A8D}" type="pres">
      <dgm:prSet presAssocID="{3EC3F261-194F-4D76-A9C2-2924C7C98878}" presName="compositeA" presStyleCnt="0"/>
      <dgm:spPr/>
    </dgm:pt>
    <dgm:pt modelId="{81C396E7-3F38-4C27-B496-278979CE825B}" type="pres">
      <dgm:prSet presAssocID="{3EC3F261-194F-4D76-A9C2-2924C7C98878}" presName="textA" presStyleLbl="revTx" presStyleIdx="6" presStyleCnt="10">
        <dgm:presLayoutVars>
          <dgm:bulletEnabled val="1"/>
        </dgm:presLayoutVars>
      </dgm:prSet>
      <dgm:spPr/>
    </dgm:pt>
    <dgm:pt modelId="{9447AF32-3C62-482A-8238-68550EE4F895}" type="pres">
      <dgm:prSet presAssocID="{3EC3F261-194F-4D76-A9C2-2924C7C98878}" presName="circleA" presStyleLbl="node1" presStyleIdx="6" presStyleCnt="10"/>
      <dgm:spPr/>
    </dgm:pt>
    <dgm:pt modelId="{FD332293-1759-4D26-86E0-8682B856CAAD}" type="pres">
      <dgm:prSet presAssocID="{3EC3F261-194F-4D76-A9C2-2924C7C98878}" presName="spaceA" presStyleCnt="0"/>
      <dgm:spPr/>
    </dgm:pt>
    <dgm:pt modelId="{2409EF32-C17A-4510-9E6B-66A75A1D2259}" type="pres">
      <dgm:prSet presAssocID="{1CE1DD25-B640-4890-B52A-18CD4B28C966}" presName="space" presStyleCnt="0"/>
      <dgm:spPr/>
    </dgm:pt>
    <dgm:pt modelId="{25569DB8-B6BA-44E8-896F-3A84A38F113C}" type="pres">
      <dgm:prSet presAssocID="{32FC7369-311F-4B92-9FAA-822EDC7BFA6F}" presName="compositeB" presStyleCnt="0"/>
      <dgm:spPr/>
    </dgm:pt>
    <dgm:pt modelId="{2D57AD0A-95D7-4E35-A094-AC753C8AF9D0}" type="pres">
      <dgm:prSet presAssocID="{32FC7369-311F-4B92-9FAA-822EDC7BFA6F}" presName="textB" presStyleLbl="revTx" presStyleIdx="7" presStyleCnt="10">
        <dgm:presLayoutVars>
          <dgm:bulletEnabled val="1"/>
        </dgm:presLayoutVars>
      </dgm:prSet>
      <dgm:spPr/>
    </dgm:pt>
    <dgm:pt modelId="{4BB097D3-5EA2-4A38-A5CF-D359133A0047}" type="pres">
      <dgm:prSet presAssocID="{32FC7369-311F-4B92-9FAA-822EDC7BFA6F}" presName="circleB" presStyleLbl="node1" presStyleIdx="7" presStyleCnt="10"/>
      <dgm:spPr/>
    </dgm:pt>
    <dgm:pt modelId="{6F329801-F503-4840-95F1-4215371C7717}" type="pres">
      <dgm:prSet presAssocID="{32FC7369-311F-4B92-9FAA-822EDC7BFA6F}" presName="spaceB" presStyleCnt="0"/>
      <dgm:spPr/>
    </dgm:pt>
    <dgm:pt modelId="{603A6030-EA17-44E8-B675-8F161B93D357}" type="pres">
      <dgm:prSet presAssocID="{598514CF-FCC2-43D0-8335-9E9140AADA07}" presName="space" presStyleCnt="0"/>
      <dgm:spPr/>
    </dgm:pt>
    <dgm:pt modelId="{49853579-5ACC-45CD-A59A-7CFA9F4A33AF}" type="pres">
      <dgm:prSet presAssocID="{63BB7563-3B63-4523-BD4D-316B495B5CEF}" presName="compositeA" presStyleCnt="0"/>
      <dgm:spPr/>
    </dgm:pt>
    <dgm:pt modelId="{79363E40-CDF0-40CD-BB19-8BA5720D60B0}" type="pres">
      <dgm:prSet presAssocID="{63BB7563-3B63-4523-BD4D-316B495B5CEF}" presName="textA" presStyleLbl="revTx" presStyleIdx="8" presStyleCnt="10">
        <dgm:presLayoutVars>
          <dgm:bulletEnabled val="1"/>
        </dgm:presLayoutVars>
      </dgm:prSet>
      <dgm:spPr/>
    </dgm:pt>
    <dgm:pt modelId="{05481BDB-029A-4C2B-8386-4E5C23E86622}" type="pres">
      <dgm:prSet presAssocID="{63BB7563-3B63-4523-BD4D-316B495B5CEF}" presName="circleA" presStyleLbl="node1" presStyleIdx="8" presStyleCnt="10"/>
      <dgm:spPr/>
    </dgm:pt>
    <dgm:pt modelId="{0C91BC3F-F4C3-4210-B924-0557495176D4}" type="pres">
      <dgm:prSet presAssocID="{63BB7563-3B63-4523-BD4D-316B495B5CEF}" presName="spaceA" presStyleCnt="0"/>
      <dgm:spPr/>
    </dgm:pt>
    <dgm:pt modelId="{4FACA9D0-A3BD-491C-BCDE-7E913EFB3898}" type="pres">
      <dgm:prSet presAssocID="{18E17C3C-7805-4E36-8F03-BC458F5FE667}" presName="space" presStyleCnt="0"/>
      <dgm:spPr/>
    </dgm:pt>
    <dgm:pt modelId="{ED0DA831-699E-411A-8EEC-781F0E1E5C81}" type="pres">
      <dgm:prSet presAssocID="{89F3700E-A46D-478C-A012-A683F84AECAF}" presName="compositeB" presStyleCnt="0"/>
      <dgm:spPr/>
    </dgm:pt>
    <dgm:pt modelId="{3F2CF887-5C75-4E73-B713-0540D2A3DD29}" type="pres">
      <dgm:prSet presAssocID="{89F3700E-A46D-478C-A012-A683F84AECAF}" presName="textB" presStyleLbl="revTx" presStyleIdx="9" presStyleCnt="10">
        <dgm:presLayoutVars>
          <dgm:bulletEnabled val="1"/>
        </dgm:presLayoutVars>
      </dgm:prSet>
      <dgm:spPr/>
    </dgm:pt>
    <dgm:pt modelId="{B53DB69A-BE23-47C7-9B92-023F72D1DA3F}" type="pres">
      <dgm:prSet presAssocID="{89F3700E-A46D-478C-A012-A683F84AECAF}" presName="circleB" presStyleLbl="node1" presStyleIdx="9" presStyleCnt="10"/>
      <dgm:spPr>
        <a:solidFill>
          <a:schemeClr val="accent6"/>
        </a:solidFill>
      </dgm:spPr>
    </dgm:pt>
    <dgm:pt modelId="{AB19F16F-5924-457C-B573-7E1450BF877F}" type="pres">
      <dgm:prSet presAssocID="{89F3700E-A46D-478C-A012-A683F84AECAF}" presName="spaceB" presStyleCnt="0"/>
      <dgm:spPr/>
    </dgm:pt>
  </dgm:ptLst>
  <dgm:cxnLst>
    <dgm:cxn modelId="{9779D911-83C1-475A-9AFC-A9CF7656E13D}" srcId="{18EEAF6C-871A-470F-B5CE-B6B49E46F58A}" destId="{32FC7369-311F-4B92-9FAA-822EDC7BFA6F}" srcOrd="7" destOrd="0" parTransId="{C6EABA45-DAF0-4B1B-A390-9F577DF6E229}" sibTransId="{598514CF-FCC2-43D0-8335-9E9140AADA07}"/>
    <dgm:cxn modelId="{CB122917-86B8-4E15-8740-CEC1E6FB5FDF}" type="presOf" srcId="{424C4567-F09B-4407-AC83-3584D77489F1}" destId="{A1064C8B-7250-41FD-BE25-451E346099F5}" srcOrd="0" destOrd="0" presId="urn:microsoft.com/office/officeart/2005/8/layout/hProcess11"/>
    <dgm:cxn modelId="{EC353C1C-2B2F-42B4-A684-4069224EA01A}" type="presOf" srcId="{ADB539B7-1EC8-46B0-8966-BB2770EBD212}" destId="{5F3A9463-BCBA-4BBE-9AF6-FCF1A6CCAF94}" srcOrd="0" destOrd="0" presId="urn:microsoft.com/office/officeart/2005/8/layout/hProcess11"/>
    <dgm:cxn modelId="{F6CD761E-8466-4752-93A3-E5D02B93773F}" type="presOf" srcId="{63BB7563-3B63-4523-BD4D-316B495B5CEF}" destId="{79363E40-CDF0-40CD-BB19-8BA5720D60B0}"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55FC574D-6BDF-45CE-8DBB-08030FE82642}" srcId="{18EEAF6C-871A-470F-B5CE-B6B49E46F58A}" destId="{1E346DFF-D42D-4419-8E4F-A04C657B05C8}" srcOrd="4" destOrd="0" parTransId="{A7D4B9E5-42A4-4B12-8C1C-E86127885BB7}" sibTransId="{9D723CB6-F0D0-4F28-86C7-85999414F78A}"/>
    <dgm:cxn modelId="{0B0BEA53-E27B-466A-8AD2-1584DC87817A}" srcId="{18EEAF6C-871A-470F-B5CE-B6B49E46F58A}" destId="{63BB7563-3B63-4523-BD4D-316B495B5CEF}" srcOrd="8" destOrd="0" parTransId="{49CDEF82-E623-482A-AB21-71C79482BF7A}" sibTransId="{18E17C3C-7805-4E36-8F03-BC458F5FE667}"/>
    <dgm:cxn modelId="{DD95397C-BFFA-40D9-B900-86C39CC296A5}" srcId="{18EEAF6C-871A-470F-B5CE-B6B49E46F58A}" destId="{FD17B980-E8AC-4647-8B44-85419ADA6A6F}" srcOrd="5" destOrd="0" parTransId="{852B857A-5708-4F05-BF74-D1BAD41E8AAB}" sibTransId="{32DB5F8C-BF29-43B9-AB2D-B625196BD836}"/>
    <dgm:cxn modelId="{5F98787D-6CD9-43C9-96EE-948943C4AA3C}" type="presOf" srcId="{32FC7369-311F-4B92-9FAA-822EDC7BFA6F}" destId="{2D57AD0A-95D7-4E35-A094-AC753C8AF9D0}" srcOrd="0" destOrd="0" presId="urn:microsoft.com/office/officeart/2005/8/layout/hProcess11"/>
    <dgm:cxn modelId="{D431AB90-EF75-4DDC-BCBC-ECD446E5EECF}" type="presOf" srcId="{72BDFC70-E189-47B8-88F2-5406C3EEF15C}" destId="{AB49A539-9151-4E48-A3F0-65EA6278F117}" srcOrd="0" destOrd="0" presId="urn:microsoft.com/office/officeart/2005/8/layout/hProcess11"/>
    <dgm:cxn modelId="{EEA3A991-7B6C-4A2B-9F72-74EB312EDA9F}" type="presOf" srcId="{89F3700E-A46D-478C-A012-A683F84AECAF}" destId="{3F2CF887-5C75-4E73-B713-0540D2A3DD29}" srcOrd="0" destOrd="0" presId="urn:microsoft.com/office/officeart/2005/8/layout/hProcess11"/>
    <dgm:cxn modelId="{A3E18D95-B608-4B78-80F5-920C8480AA96}" type="presOf" srcId="{06A58317-CDBB-48B2-B1B9-63CC04B4591C}" destId="{C4F963C1-CD59-4CA9-8BC0-9C2AD6C8295B}" srcOrd="0" destOrd="0" presId="urn:microsoft.com/office/officeart/2005/8/layout/hProcess11"/>
    <dgm:cxn modelId="{8A19B495-D2CC-40D5-8157-FC60D7C0B5A3}" type="presOf" srcId="{1E346DFF-D42D-4419-8E4F-A04C657B05C8}" destId="{09C97EF2-1675-4B1C-B70E-29C2D20BB020}" srcOrd="0" destOrd="0" presId="urn:microsoft.com/office/officeart/2005/8/layout/hProcess11"/>
    <dgm:cxn modelId="{207A7CAB-692E-4DCB-AA47-8005CB6D7069}" srcId="{18EEAF6C-871A-470F-B5CE-B6B49E46F58A}" destId="{424C4567-F09B-4407-AC83-3584D77489F1}" srcOrd="0" destOrd="0" parTransId="{3A9634EB-A22C-4BF2-91E9-EB1D4AEF17F6}" sibTransId="{774A507F-EC68-4EE7-8047-374DD6CD3645}"/>
    <dgm:cxn modelId="{78B3ABC2-67C6-46B6-A266-71A816E3F666}" type="presOf" srcId="{FD17B980-E8AC-4647-8B44-85419ADA6A6F}" destId="{6A1FF761-2C95-49E7-8F13-C7CD27527AD7}" srcOrd="0" destOrd="0" presId="urn:microsoft.com/office/officeart/2005/8/layout/hProcess11"/>
    <dgm:cxn modelId="{23DCBAC8-2308-4566-B267-B10DF2446800}" srcId="{18EEAF6C-871A-470F-B5CE-B6B49E46F58A}" destId="{ADB539B7-1EC8-46B0-8966-BB2770EBD212}" srcOrd="3" destOrd="0" parTransId="{796D5A4B-856C-43F8-91CE-A0068CA93B66}" sibTransId="{902CD8E8-D6E2-454A-8192-896E71ED8CA1}"/>
    <dgm:cxn modelId="{ED3E5ECA-EE06-4CBC-B61C-EB7042C951D9}" type="presOf" srcId="{3EC3F261-194F-4D76-A9C2-2924C7C98878}" destId="{81C396E7-3F38-4C27-B496-278979CE825B}" srcOrd="0" destOrd="0" presId="urn:microsoft.com/office/officeart/2005/8/layout/hProcess11"/>
    <dgm:cxn modelId="{B0AAD8CF-F752-42A1-B659-ACC5CF319818}" srcId="{18EEAF6C-871A-470F-B5CE-B6B49E46F58A}" destId="{89F3700E-A46D-478C-A012-A683F84AECAF}" srcOrd="9" destOrd="0" parTransId="{B87B8CBE-0F53-4A66-A31B-E5B3232B1BED}" sibTransId="{6820985B-7CBF-4ED8-916D-176FD672890E}"/>
    <dgm:cxn modelId="{33BC0EE9-AE83-4BC8-B722-7E928F66E4CC}" srcId="{18EEAF6C-871A-470F-B5CE-B6B49E46F58A}" destId="{72BDFC70-E189-47B8-88F2-5406C3EEF15C}" srcOrd="2" destOrd="0" parTransId="{733DF219-076C-486D-8AF2-FBC7B7275423}" sibTransId="{D6247C45-7ADA-48EC-AC89-8655C4B29418}"/>
    <dgm:cxn modelId="{7B5C3FF5-CCAD-485F-BDD9-39B76C8097BA}" srcId="{18EEAF6C-871A-470F-B5CE-B6B49E46F58A}" destId="{06A58317-CDBB-48B2-B1B9-63CC04B4591C}" srcOrd="1" destOrd="0" parTransId="{A89BE28C-41F9-40E6-8D35-D546822FFE5A}" sibTransId="{8B284BAB-E8C5-475A-9C5D-9EB4F3B96BF0}"/>
    <dgm:cxn modelId="{33A75EFB-2535-477B-B975-719B1738E739}" srcId="{18EEAF6C-871A-470F-B5CE-B6B49E46F58A}" destId="{3EC3F261-194F-4D76-A9C2-2924C7C98878}" srcOrd="6" destOrd="0" parTransId="{0844374B-5DD5-49F0-9BE3-88CB989F92AF}" sibTransId="{1CE1DD25-B640-4890-B52A-18CD4B28C966}"/>
    <dgm:cxn modelId="{42B6A880-E0F2-4193-9FB1-F9522B02E29E}" type="presParOf" srcId="{3D10B7EF-334B-42FC-ACC8-9741946F367F}" destId="{A4F76038-7F9A-41E9-A457-E6321352F13A}" srcOrd="0" destOrd="0" presId="urn:microsoft.com/office/officeart/2005/8/layout/hProcess11"/>
    <dgm:cxn modelId="{37C13981-78D0-4CA0-AE08-01B605038357}" type="presParOf" srcId="{3D10B7EF-334B-42FC-ACC8-9741946F367F}" destId="{D8D22F7F-C795-4CAB-848C-2AB2DE02DDC6}" srcOrd="1" destOrd="0" presId="urn:microsoft.com/office/officeart/2005/8/layout/hProcess11"/>
    <dgm:cxn modelId="{A1A547A8-F754-4E55-BACB-EC403C7116F4}" type="presParOf" srcId="{D8D22F7F-C795-4CAB-848C-2AB2DE02DDC6}" destId="{824D4515-DE54-45DC-A895-13631F66C2C9}" srcOrd="0" destOrd="0" presId="urn:microsoft.com/office/officeart/2005/8/layout/hProcess11"/>
    <dgm:cxn modelId="{9B480F0C-1540-4523-A0EE-B8FF4D692623}" type="presParOf" srcId="{824D4515-DE54-45DC-A895-13631F66C2C9}" destId="{A1064C8B-7250-41FD-BE25-451E346099F5}" srcOrd="0" destOrd="0" presId="urn:microsoft.com/office/officeart/2005/8/layout/hProcess11"/>
    <dgm:cxn modelId="{9CB48582-3B61-4B86-9048-4EF4E998C3DD}" type="presParOf" srcId="{824D4515-DE54-45DC-A895-13631F66C2C9}" destId="{D6E71A8F-8C26-44DE-8D55-9B4375B66741}" srcOrd="1" destOrd="0" presId="urn:microsoft.com/office/officeart/2005/8/layout/hProcess11"/>
    <dgm:cxn modelId="{9AE95A8B-A0DE-4584-B9B9-617683A95B9E}" type="presParOf" srcId="{824D4515-DE54-45DC-A895-13631F66C2C9}" destId="{5B2D1426-2573-4F88-B717-CBAD9D8F4D34}" srcOrd="2" destOrd="0" presId="urn:microsoft.com/office/officeart/2005/8/layout/hProcess11"/>
    <dgm:cxn modelId="{44541A15-9074-4AA3-BBA2-124AE9450D39}" type="presParOf" srcId="{D8D22F7F-C795-4CAB-848C-2AB2DE02DDC6}" destId="{36F19F1A-092F-4469-B4A1-63587282B6A9}" srcOrd="1" destOrd="0" presId="urn:microsoft.com/office/officeart/2005/8/layout/hProcess11"/>
    <dgm:cxn modelId="{80EB2FD7-704C-40A7-8544-E65B2CDEFA79}" type="presParOf" srcId="{D8D22F7F-C795-4CAB-848C-2AB2DE02DDC6}" destId="{9AD2BB11-F9D1-43DD-814B-BC41C9017EB2}" srcOrd="2" destOrd="0" presId="urn:microsoft.com/office/officeart/2005/8/layout/hProcess11"/>
    <dgm:cxn modelId="{0265BDA2-2D45-424F-8A4D-FB43884AE6EB}" type="presParOf" srcId="{9AD2BB11-F9D1-43DD-814B-BC41C9017EB2}" destId="{C4F963C1-CD59-4CA9-8BC0-9C2AD6C8295B}" srcOrd="0" destOrd="0" presId="urn:microsoft.com/office/officeart/2005/8/layout/hProcess11"/>
    <dgm:cxn modelId="{A8CCC662-15D8-4550-9B7B-638556C1BC0F}" type="presParOf" srcId="{9AD2BB11-F9D1-43DD-814B-BC41C9017EB2}" destId="{50028D8A-F695-4D0A-A98B-92D353660BB9}" srcOrd="1" destOrd="0" presId="urn:microsoft.com/office/officeart/2005/8/layout/hProcess11"/>
    <dgm:cxn modelId="{39BEEF73-BDE7-4D81-BE5E-68A7122E34A5}" type="presParOf" srcId="{9AD2BB11-F9D1-43DD-814B-BC41C9017EB2}" destId="{EDCA7181-09D8-4B8D-8F6C-1B7BE27226F0}" srcOrd="2" destOrd="0" presId="urn:microsoft.com/office/officeart/2005/8/layout/hProcess11"/>
    <dgm:cxn modelId="{C8A29064-F390-4BFC-AFE1-BAE84C0344CB}" type="presParOf" srcId="{D8D22F7F-C795-4CAB-848C-2AB2DE02DDC6}" destId="{8DB7997D-F3D2-4F79-A405-ADA760119E70}" srcOrd="3" destOrd="0" presId="urn:microsoft.com/office/officeart/2005/8/layout/hProcess11"/>
    <dgm:cxn modelId="{38B9D6D2-4020-412F-A972-70F6DB8469DD}" type="presParOf" srcId="{D8D22F7F-C795-4CAB-848C-2AB2DE02DDC6}" destId="{6D7F9BB9-1E75-4DFE-BA31-EDAFB7E17937}" srcOrd="4" destOrd="0" presId="urn:microsoft.com/office/officeart/2005/8/layout/hProcess11"/>
    <dgm:cxn modelId="{DAF7F7F5-AAB2-41E8-804E-B01D11D9BCF4}" type="presParOf" srcId="{6D7F9BB9-1E75-4DFE-BA31-EDAFB7E17937}" destId="{AB49A539-9151-4E48-A3F0-65EA6278F117}" srcOrd="0" destOrd="0" presId="urn:microsoft.com/office/officeart/2005/8/layout/hProcess11"/>
    <dgm:cxn modelId="{74B8A417-9AB9-44FA-A0FD-22FF2AB63BA1}" type="presParOf" srcId="{6D7F9BB9-1E75-4DFE-BA31-EDAFB7E17937}" destId="{39F5EF14-D3C9-476F-B33D-DEAB29382056}" srcOrd="1" destOrd="0" presId="urn:microsoft.com/office/officeart/2005/8/layout/hProcess11"/>
    <dgm:cxn modelId="{4F71FBCC-47DC-4EE6-8B97-F5DE487064F6}" type="presParOf" srcId="{6D7F9BB9-1E75-4DFE-BA31-EDAFB7E17937}" destId="{06B03DC2-D8D8-4D01-B045-F145866C006D}" srcOrd="2" destOrd="0" presId="urn:microsoft.com/office/officeart/2005/8/layout/hProcess11"/>
    <dgm:cxn modelId="{82309E5A-03EB-4420-A445-50324D596877}" type="presParOf" srcId="{D8D22F7F-C795-4CAB-848C-2AB2DE02DDC6}" destId="{E6A86F24-4CEE-4FAC-954E-CBD0722CBA25}" srcOrd="5" destOrd="0" presId="urn:microsoft.com/office/officeart/2005/8/layout/hProcess11"/>
    <dgm:cxn modelId="{8CA20844-D4CA-41D1-8BD8-AECE1221F7B7}" type="presParOf" srcId="{D8D22F7F-C795-4CAB-848C-2AB2DE02DDC6}" destId="{8A5AF069-0EE2-4BB0-9C76-5628AD878424}" srcOrd="6" destOrd="0" presId="urn:microsoft.com/office/officeart/2005/8/layout/hProcess11"/>
    <dgm:cxn modelId="{3FB78EEC-E8FC-4B58-85A4-29ED773F7C1F}" type="presParOf" srcId="{8A5AF069-0EE2-4BB0-9C76-5628AD878424}" destId="{5F3A9463-BCBA-4BBE-9AF6-FCF1A6CCAF94}" srcOrd="0" destOrd="0" presId="urn:microsoft.com/office/officeart/2005/8/layout/hProcess11"/>
    <dgm:cxn modelId="{8A9EA111-E88A-4EC8-B61A-B1CC83B00900}" type="presParOf" srcId="{8A5AF069-0EE2-4BB0-9C76-5628AD878424}" destId="{0899566C-3166-4E99-9F6C-E83E76A8B82C}" srcOrd="1" destOrd="0" presId="urn:microsoft.com/office/officeart/2005/8/layout/hProcess11"/>
    <dgm:cxn modelId="{47E3B4A2-261C-4788-821E-46A3516110DD}" type="presParOf" srcId="{8A5AF069-0EE2-4BB0-9C76-5628AD878424}" destId="{198A413A-C4D2-4147-BDCD-3A8DB553D882}" srcOrd="2" destOrd="0" presId="urn:microsoft.com/office/officeart/2005/8/layout/hProcess11"/>
    <dgm:cxn modelId="{E5F19504-DC59-4CC3-8573-870B95E1FD33}" type="presParOf" srcId="{D8D22F7F-C795-4CAB-848C-2AB2DE02DDC6}" destId="{F39002B4-5592-475F-B5A1-89BB5D8D081E}" srcOrd="7" destOrd="0" presId="urn:microsoft.com/office/officeart/2005/8/layout/hProcess11"/>
    <dgm:cxn modelId="{668B60EC-39AC-48D4-A6BD-829FD930932D}" type="presParOf" srcId="{D8D22F7F-C795-4CAB-848C-2AB2DE02DDC6}" destId="{3DB52077-A28D-4CAE-9058-26EDFF6883BB}" srcOrd="8" destOrd="0" presId="urn:microsoft.com/office/officeart/2005/8/layout/hProcess11"/>
    <dgm:cxn modelId="{1031B08E-23D4-4286-8242-C6C71421841A}" type="presParOf" srcId="{3DB52077-A28D-4CAE-9058-26EDFF6883BB}" destId="{09C97EF2-1675-4B1C-B70E-29C2D20BB020}" srcOrd="0" destOrd="0" presId="urn:microsoft.com/office/officeart/2005/8/layout/hProcess11"/>
    <dgm:cxn modelId="{8161FA99-0944-4256-81DD-0A60928E79F6}" type="presParOf" srcId="{3DB52077-A28D-4CAE-9058-26EDFF6883BB}" destId="{D4A4939B-717B-4D8D-826D-1B70FF1F551F}" srcOrd="1" destOrd="0" presId="urn:microsoft.com/office/officeart/2005/8/layout/hProcess11"/>
    <dgm:cxn modelId="{0A3DEDCD-F451-41E4-90D0-5691BA4252DE}" type="presParOf" srcId="{3DB52077-A28D-4CAE-9058-26EDFF6883BB}" destId="{059633E1-9FDA-4F96-9BD7-62FF2E993D94}" srcOrd="2" destOrd="0" presId="urn:microsoft.com/office/officeart/2005/8/layout/hProcess11"/>
    <dgm:cxn modelId="{6AB8E6DC-CA06-4F98-8DBC-85B0A0E9A4DB}" type="presParOf" srcId="{D8D22F7F-C795-4CAB-848C-2AB2DE02DDC6}" destId="{5345CA95-2555-441F-878D-D0D726AC960E}" srcOrd="9" destOrd="0" presId="urn:microsoft.com/office/officeart/2005/8/layout/hProcess11"/>
    <dgm:cxn modelId="{A02B9356-707D-4540-9D8A-842C60665D88}" type="presParOf" srcId="{D8D22F7F-C795-4CAB-848C-2AB2DE02DDC6}" destId="{7F988659-41E2-48D1-BABA-3134C8D4480E}" srcOrd="10" destOrd="0" presId="urn:microsoft.com/office/officeart/2005/8/layout/hProcess11"/>
    <dgm:cxn modelId="{B847A999-2AB3-498B-8EBA-C645BDAD1DB2}" type="presParOf" srcId="{7F988659-41E2-48D1-BABA-3134C8D4480E}" destId="{6A1FF761-2C95-49E7-8F13-C7CD27527AD7}" srcOrd="0" destOrd="0" presId="urn:microsoft.com/office/officeart/2005/8/layout/hProcess11"/>
    <dgm:cxn modelId="{BB11D4F2-25DA-4334-AF57-67DB9D382BDD}" type="presParOf" srcId="{7F988659-41E2-48D1-BABA-3134C8D4480E}" destId="{CE28808D-CD94-46A9-BBAF-15EF21EF42F6}" srcOrd="1" destOrd="0" presId="urn:microsoft.com/office/officeart/2005/8/layout/hProcess11"/>
    <dgm:cxn modelId="{2D70154D-889A-48ED-8C9B-4FB38E741132}" type="presParOf" srcId="{7F988659-41E2-48D1-BABA-3134C8D4480E}" destId="{FB47D030-8773-45C1-9F9A-1AED3373488C}" srcOrd="2" destOrd="0" presId="urn:microsoft.com/office/officeart/2005/8/layout/hProcess11"/>
    <dgm:cxn modelId="{C8BD796F-B11F-4268-B193-34FD10BC925A}" type="presParOf" srcId="{D8D22F7F-C795-4CAB-848C-2AB2DE02DDC6}" destId="{A99760AF-7373-495C-817A-DEACFDBC07DA}" srcOrd="11" destOrd="0" presId="urn:microsoft.com/office/officeart/2005/8/layout/hProcess11"/>
    <dgm:cxn modelId="{D91DE505-63C0-43EE-B6C7-9345A99C5B4A}" type="presParOf" srcId="{D8D22F7F-C795-4CAB-848C-2AB2DE02DDC6}" destId="{86DC1343-E42B-428A-9550-06864EFB8A8D}" srcOrd="12" destOrd="0" presId="urn:microsoft.com/office/officeart/2005/8/layout/hProcess11"/>
    <dgm:cxn modelId="{38A29263-E784-48B9-9539-07D15B7ADA8B}" type="presParOf" srcId="{86DC1343-E42B-428A-9550-06864EFB8A8D}" destId="{81C396E7-3F38-4C27-B496-278979CE825B}" srcOrd="0" destOrd="0" presId="urn:microsoft.com/office/officeart/2005/8/layout/hProcess11"/>
    <dgm:cxn modelId="{ED3FF66E-89D4-4F8E-B0A3-32F7C44678AE}" type="presParOf" srcId="{86DC1343-E42B-428A-9550-06864EFB8A8D}" destId="{9447AF32-3C62-482A-8238-68550EE4F895}" srcOrd="1" destOrd="0" presId="urn:microsoft.com/office/officeart/2005/8/layout/hProcess11"/>
    <dgm:cxn modelId="{54AFCE77-6889-407A-83CB-C065E0DE955D}" type="presParOf" srcId="{86DC1343-E42B-428A-9550-06864EFB8A8D}" destId="{FD332293-1759-4D26-86E0-8682B856CAAD}" srcOrd="2" destOrd="0" presId="urn:microsoft.com/office/officeart/2005/8/layout/hProcess11"/>
    <dgm:cxn modelId="{5D38ADA4-1008-4D93-B685-035D8E7AA757}" type="presParOf" srcId="{D8D22F7F-C795-4CAB-848C-2AB2DE02DDC6}" destId="{2409EF32-C17A-4510-9E6B-66A75A1D2259}" srcOrd="13" destOrd="0" presId="urn:microsoft.com/office/officeart/2005/8/layout/hProcess11"/>
    <dgm:cxn modelId="{20ED9AF5-5EA0-4763-ADCB-66CE99D4627C}" type="presParOf" srcId="{D8D22F7F-C795-4CAB-848C-2AB2DE02DDC6}" destId="{25569DB8-B6BA-44E8-896F-3A84A38F113C}" srcOrd="14" destOrd="0" presId="urn:microsoft.com/office/officeart/2005/8/layout/hProcess11"/>
    <dgm:cxn modelId="{8E2ED4F4-E32F-4407-97A7-44A1874E8620}" type="presParOf" srcId="{25569DB8-B6BA-44E8-896F-3A84A38F113C}" destId="{2D57AD0A-95D7-4E35-A094-AC753C8AF9D0}" srcOrd="0" destOrd="0" presId="urn:microsoft.com/office/officeart/2005/8/layout/hProcess11"/>
    <dgm:cxn modelId="{7F836A04-F56B-4126-A9DF-3B14A6FCE344}" type="presParOf" srcId="{25569DB8-B6BA-44E8-896F-3A84A38F113C}" destId="{4BB097D3-5EA2-4A38-A5CF-D359133A0047}" srcOrd="1" destOrd="0" presId="urn:microsoft.com/office/officeart/2005/8/layout/hProcess11"/>
    <dgm:cxn modelId="{A4910A9E-8D31-41F6-8016-E7575AD63070}" type="presParOf" srcId="{25569DB8-B6BA-44E8-896F-3A84A38F113C}" destId="{6F329801-F503-4840-95F1-4215371C7717}" srcOrd="2" destOrd="0" presId="urn:microsoft.com/office/officeart/2005/8/layout/hProcess11"/>
    <dgm:cxn modelId="{1F5B98E6-1CD6-4F97-B54D-7983ED7DA581}" type="presParOf" srcId="{D8D22F7F-C795-4CAB-848C-2AB2DE02DDC6}" destId="{603A6030-EA17-44E8-B675-8F161B93D357}" srcOrd="15" destOrd="0" presId="urn:microsoft.com/office/officeart/2005/8/layout/hProcess11"/>
    <dgm:cxn modelId="{D4D3AEB5-1B9A-44CA-B554-4B6E334A7267}" type="presParOf" srcId="{D8D22F7F-C795-4CAB-848C-2AB2DE02DDC6}" destId="{49853579-5ACC-45CD-A59A-7CFA9F4A33AF}" srcOrd="16" destOrd="0" presId="urn:microsoft.com/office/officeart/2005/8/layout/hProcess11"/>
    <dgm:cxn modelId="{1124FD76-2CD2-4297-B303-306ACDA10BB7}" type="presParOf" srcId="{49853579-5ACC-45CD-A59A-7CFA9F4A33AF}" destId="{79363E40-CDF0-40CD-BB19-8BA5720D60B0}" srcOrd="0" destOrd="0" presId="urn:microsoft.com/office/officeart/2005/8/layout/hProcess11"/>
    <dgm:cxn modelId="{6B93933C-909B-480B-8A54-9D8048FB032F}" type="presParOf" srcId="{49853579-5ACC-45CD-A59A-7CFA9F4A33AF}" destId="{05481BDB-029A-4C2B-8386-4E5C23E86622}" srcOrd="1" destOrd="0" presId="urn:microsoft.com/office/officeart/2005/8/layout/hProcess11"/>
    <dgm:cxn modelId="{E72D6F8F-C9B7-47CA-A495-3E22267C2000}" type="presParOf" srcId="{49853579-5ACC-45CD-A59A-7CFA9F4A33AF}" destId="{0C91BC3F-F4C3-4210-B924-0557495176D4}" srcOrd="2" destOrd="0" presId="urn:microsoft.com/office/officeart/2005/8/layout/hProcess11"/>
    <dgm:cxn modelId="{88347471-B7B8-45A6-9BEB-AB1D8896F4FB}" type="presParOf" srcId="{D8D22F7F-C795-4CAB-848C-2AB2DE02DDC6}" destId="{4FACA9D0-A3BD-491C-BCDE-7E913EFB3898}" srcOrd="17" destOrd="0" presId="urn:microsoft.com/office/officeart/2005/8/layout/hProcess11"/>
    <dgm:cxn modelId="{B1DB2B9B-CC28-479E-BB3D-BC5E7CED6A2A}" type="presParOf" srcId="{D8D22F7F-C795-4CAB-848C-2AB2DE02DDC6}" destId="{ED0DA831-699E-411A-8EEC-781F0E1E5C81}" srcOrd="18" destOrd="0" presId="urn:microsoft.com/office/officeart/2005/8/layout/hProcess11"/>
    <dgm:cxn modelId="{2B70B7E1-4E92-4028-A6BD-3C25D3631D72}" type="presParOf" srcId="{ED0DA831-699E-411A-8EEC-781F0E1E5C81}" destId="{3F2CF887-5C75-4E73-B713-0540D2A3DD29}" srcOrd="0" destOrd="0" presId="urn:microsoft.com/office/officeart/2005/8/layout/hProcess11"/>
    <dgm:cxn modelId="{DA0AF11A-995E-4B8F-A807-AF3839D1D73B}" type="presParOf" srcId="{ED0DA831-699E-411A-8EEC-781F0E1E5C81}" destId="{B53DB69A-BE23-47C7-9B92-023F72D1DA3F}" srcOrd="1" destOrd="0" presId="urn:microsoft.com/office/officeart/2005/8/layout/hProcess11"/>
    <dgm:cxn modelId="{BE0472C4-6C06-4A0F-A1FF-958A23E17F9E}" type="presParOf" srcId="{ED0DA831-699E-411A-8EEC-781F0E1E5C81}" destId="{AB19F16F-5924-457C-B573-7E1450BF877F}"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8" qsCatId="simple" csTypeId="urn:microsoft.com/office/officeart/2005/8/colors/accent1_2#8" csCatId="accent1" phldr="1"/>
      <dgm:spPr/>
      <dgm:t>
        <a:bodyPr/>
        <a:lstStyle/>
        <a:p>
          <a:endParaRPr lang="en-GB"/>
        </a:p>
      </dgm:t>
    </dgm:pt>
    <dgm:pt modelId="{5DFBDEF3-6865-4300-92A4-9B4539406F15}">
      <dgm:prSet phldrT="[Text]" phldr="0"/>
      <dgm:spPr/>
      <dgm:t>
        <a:bodyPr/>
        <a:lstStyle/>
        <a:p>
          <a:r>
            <a:rPr lang="en-GB"/>
            <a:t>Checkpoint </a:t>
          </a:r>
          <a:r>
            <a:rPr lang="en-GB">
              <a:latin typeface="Arial"/>
            </a:rPr>
            <a:t>1</a:t>
          </a:r>
          <a:r>
            <a:rPr lang="en-GB"/>
            <a:t>: Develop test cases to validate simple compliance checks using the formulated requirements and the user-generated responses captured from the frontend</a:t>
          </a:r>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pPr rtl="0"/>
          <a:r>
            <a:rPr lang="en-GB">
              <a:solidFill>
                <a:schemeClr val="accent1"/>
              </a:solidFill>
            </a:rPr>
            <a:t>Milestone </a:t>
          </a:r>
          <a:r>
            <a:rPr lang="en-GB">
              <a:solidFill>
                <a:schemeClr val="accent1"/>
              </a:solidFill>
              <a:latin typeface="Arial"/>
            </a:rPr>
            <a:t>9: </a:t>
          </a:r>
          <a:r>
            <a:rPr lang="en-US" b="0" i="0"/>
            <a:t>Deploy and integrate the compliance‑status product into the customer‑facing frontend so customers can view real‑time compliance results based on requirements and available evidence</a:t>
          </a:r>
          <a:endParaRPr lang="en-GB"/>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21B29172-32D8-4B5D-AD4D-E8596D8C70B0}">
      <dgm:prSet phldrT="[Text]" phldr="0"/>
      <dgm:spPr/>
      <dgm:t>
        <a:bodyPr/>
        <a:lstStyle/>
        <a:p>
          <a:r>
            <a:rPr lang="en-GB"/>
            <a:t>Checkpoint </a:t>
          </a:r>
          <a:r>
            <a:rPr lang="en-GB">
              <a:latin typeface="Arial"/>
            </a:rPr>
            <a:t>2</a:t>
          </a:r>
          <a:r>
            <a:rPr lang="en-GB"/>
            <a:t>: </a:t>
          </a:r>
          <a:r>
            <a:rPr lang="en-US" b="0" i="0"/>
            <a:t>Conduct security and penetration testing on the compliance product to ensure safe exposure to customer‑facing environments</a:t>
          </a:r>
          <a:endParaRPr lang="en-GB"/>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3445D113-29B5-4A95-823C-8E464A8AFA66}" type="pres">
      <dgm:prSet presAssocID="{5DFBDEF3-6865-4300-92A4-9B4539406F15}" presName="compositeA" presStyleCnt="0"/>
      <dgm:spPr/>
    </dgm:pt>
    <dgm:pt modelId="{0F9AB1BF-D230-4819-96B9-E25040D20549}" type="pres">
      <dgm:prSet presAssocID="{5DFBDEF3-6865-4300-92A4-9B4539406F15}" presName="textA" presStyleLbl="revTx" presStyleIdx="0" presStyleCnt="3">
        <dgm:presLayoutVars>
          <dgm:bulletEnabled val="1"/>
        </dgm:presLayoutVars>
      </dgm:prSet>
      <dgm:spPr/>
    </dgm:pt>
    <dgm:pt modelId="{0221403D-C9E9-4B0A-B255-03DCF073ABD7}" type="pres">
      <dgm:prSet presAssocID="{5DFBDEF3-6865-4300-92A4-9B4539406F15}" presName="circleA" presStyleLbl="node1" presStyleIdx="0" presStyleCnt="3"/>
      <dgm:spPr/>
    </dgm:pt>
    <dgm:pt modelId="{76828B70-65A7-4F8E-B6A2-C596E518093D}" type="pres">
      <dgm:prSet presAssocID="{5DFBDEF3-6865-4300-92A4-9B4539406F15}" presName="spaceA" presStyleCnt="0"/>
      <dgm:spPr/>
    </dgm:pt>
    <dgm:pt modelId="{864DC5BD-C7C3-4DBE-B708-CA2B0CCC6E9F}" type="pres">
      <dgm:prSet presAssocID="{955A6184-967B-4081-834B-032FA66F3637}" presName="space" presStyleCnt="0"/>
      <dgm:spPr/>
    </dgm:pt>
    <dgm:pt modelId="{676B958D-B23F-46CE-9ECC-7B98C4229338}" type="pres">
      <dgm:prSet presAssocID="{21B29172-32D8-4B5D-AD4D-E8596D8C70B0}" presName="compositeB" presStyleCnt="0"/>
      <dgm:spPr/>
    </dgm:pt>
    <dgm:pt modelId="{E8D1CA19-37C4-488E-9CA8-24F165735739}" type="pres">
      <dgm:prSet presAssocID="{21B29172-32D8-4B5D-AD4D-E8596D8C70B0}" presName="textB" presStyleLbl="revTx" presStyleIdx="1" presStyleCnt="3">
        <dgm:presLayoutVars>
          <dgm:bulletEnabled val="1"/>
        </dgm:presLayoutVars>
      </dgm:prSet>
      <dgm:spPr/>
    </dgm:pt>
    <dgm:pt modelId="{7B614651-0CA6-4863-9CC7-EF9B09E1E64A}" type="pres">
      <dgm:prSet presAssocID="{21B29172-32D8-4B5D-AD4D-E8596D8C70B0}" presName="circleB" presStyleLbl="node1" presStyleIdx="1" presStyleCnt="3"/>
      <dgm:spPr/>
    </dgm:pt>
    <dgm:pt modelId="{40ADDEFD-B721-465F-9E39-92459BDD2B63}" type="pres">
      <dgm:prSet presAssocID="{21B29172-32D8-4B5D-AD4D-E8596D8C70B0}" presName="spaceB" presStyleCnt="0"/>
      <dgm:spPr/>
    </dgm:pt>
    <dgm:pt modelId="{19A10983-0A68-42A0-BBA3-3C1BF83B59CE}" type="pres">
      <dgm:prSet presAssocID="{AC16D8E8-F4AF-46E9-BE04-13685CA277DA}" presName="space" presStyleCnt="0"/>
      <dgm:spPr/>
    </dgm:pt>
    <dgm:pt modelId="{FBB483B6-6D4C-4BE9-92A9-65A590517C67}" type="pres">
      <dgm:prSet presAssocID="{63BB7563-3B63-4523-BD4D-316B495B5CEF}" presName="compositeA" presStyleCnt="0"/>
      <dgm:spPr/>
    </dgm:pt>
    <dgm:pt modelId="{803B38B7-24BD-4DC7-A38B-ADC20FBE19CF}" type="pres">
      <dgm:prSet presAssocID="{63BB7563-3B63-4523-BD4D-316B495B5CEF}" presName="textA" presStyleLbl="revTx" presStyleIdx="2" presStyleCnt="3">
        <dgm:presLayoutVars>
          <dgm:bulletEnabled val="1"/>
        </dgm:presLayoutVars>
      </dgm:prSet>
      <dgm:spPr/>
    </dgm:pt>
    <dgm:pt modelId="{591A39CD-25BA-42E2-82EC-0DA1474C6A79}" type="pres">
      <dgm:prSet presAssocID="{63BB7563-3B63-4523-BD4D-316B495B5CEF}" presName="circleA" presStyleLbl="node1" presStyleIdx="2" presStyleCnt="3"/>
      <dgm:spPr>
        <a:solidFill>
          <a:schemeClr val="accent6"/>
        </a:solidFill>
      </dgm:spPr>
    </dgm:pt>
    <dgm:pt modelId="{1578AF60-B70A-4E46-8FF6-14CA82188EA5}" type="pres">
      <dgm:prSet presAssocID="{63BB7563-3B63-4523-BD4D-316B495B5CEF}" presName="spaceA" presStyleCnt="0"/>
      <dgm:spPr/>
    </dgm:pt>
  </dgm:ptLst>
  <dgm:cxnLst>
    <dgm:cxn modelId="{07130503-22B3-4B9A-A301-5BF65F0D8A8B}" srcId="{18EEAF6C-871A-470F-B5CE-B6B49E46F58A}" destId="{21B29172-32D8-4B5D-AD4D-E8596D8C70B0}" srcOrd="1" destOrd="0" parTransId="{19993F7E-E8F2-4924-B191-4212E1B5CD8F}" sibTransId="{AC16D8E8-F4AF-46E9-BE04-13685CA277DA}"/>
    <dgm:cxn modelId="{73A72F11-3AE0-4609-A5DC-C8A7A4290FA9}" type="presOf" srcId="{5DFBDEF3-6865-4300-92A4-9B4539406F15}" destId="{0F9AB1BF-D230-4819-96B9-E25040D20549}" srcOrd="0" destOrd="0" presId="urn:microsoft.com/office/officeart/2005/8/layout/hProcess11"/>
    <dgm:cxn modelId="{67595861-9E44-45AB-BE4A-FA646A96FC93}" type="presOf" srcId="{63BB7563-3B63-4523-BD4D-316B495B5CEF}" destId="{803B38B7-24BD-4DC7-A38B-ADC20FBE19CF}"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FF96E26C-F3DE-4BCF-85E6-2428D61ACAF5}" type="presOf" srcId="{21B29172-32D8-4B5D-AD4D-E8596D8C70B0}" destId="{E8D1CA19-37C4-488E-9CA8-24F165735739}" srcOrd="0" destOrd="0" presId="urn:microsoft.com/office/officeart/2005/8/layout/hProcess11"/>
    <dgm:cxn modelId="{D547AA6E-6D8E-4697-93CB-897F5CA76332}" srcId="{18EEAF6C-871A-470F-B5CE-B6B49E46F58A}" destId="{5DFBDEF3-6865-4300-92A4-9B4539406F15}" srcOrd="0" destOrd="0" parTransId="{915CE2F7-B6DA-4BF8-AB0D-B2B71C1F2F4C}" sibTransId="{955A6184-967B-4081-834B-032FA66F3637}"/>
    <dgm:cxn modelId="{0B0BEA53-E27B-466A-8AD2-1584DC87817A}" srcId="{18EEAF6C-871A-470F-B5CE-B6B49E46F58A}" destId="{63BB7563-3B63-4523-BD4D-316B495B5CEF}" srcOrd="2" destOrd="0" parTransId="{49CDEF82-E623-482A-AB21-71C79482BF7A}" sibTransId="{18E17C3C-7805-4E36-8F03-BC458F5FE667}"/>
    <dgm:cxn modelId="{34B8275F-064A-4F00-86CB-88D4479C68D1}" type="presParOf" srcId="{3D10B7EF-334B-42FC-ACC8-9741946F367F}" destId="{A4F76038-7F9A-41E9-A457-E6321352F13A}" srcOrd="0" destOrd="0" presId="urn:microsoft.com/office/officeart/2005/8/layout/hProcess11"/>
    <dgm:cxn modelId="{2B0E0BA0-D66C-4BC6-868B-9B24C433EC07}" type="presParOf" srcId="{3D10B7EF-334B-42FC-ACC8-9741946F367F}" destId="{D8D22F7F-C795-4CAB-848C-2AB2DE02DDC6}" srcOrd="1" destOrd="0" presId="urn:microsoft.com/office/officeart/2005/8/layout/hProcess11"/>
    <dgm:cxn modelId="{6B15EC4F-9E03-4F6D-977F-A62BA7936616}" type="presParOf" srcId="{D8D22F7F-C795-4CAB-848C-2AB2DE02DDC6}" destId="{3445D113-29B5-4A95-823C-8E464A8AFA66}" srcOrd="0" destOrd="0" presId="urn:microsoft.com/office/officeart/2005/8/layout/hProcess11"/>
    <dgm:cxn modelId="{0FA9CFF8-D660-491E-B724-946E2DB8C25E}" type="presParOf" srcId="{3445D113-29B5-4A95-823C-8E464A8AFA66}" destId="{0F9AB1BF-D230-4819-96B9-E25040D20549}" srcOrd="0" destOrd="0" presId="urn:microsoft.com/office/officeart/2005/8/layout/hProcess11"/>
    <dgm:cxn modelId="{4A18B6DC-1AF1-4E04-87A8-D6AFF116F20A}" type="presParOf" srcId="{3445D113-29B5-4A95-823C-8E464A8AFA66}" destId="{0221403D-C9E9-4B0A-B255-03DCF073ABD7}" srcOrd="1" destOrd="0" presId="urn:microsoft.com/office/officeart/2005/8/layout/hProcess11"/>
    <dgm:cxn modelId="{C36665D6-4757-4F02-BE70-EC621BD2F8F0}" type="presParOf" srcId="{3445D113-29B5-4A95-823C-8E464A8AFA66}" destId="{76828B70-65A7-4F8E-B6A2-C596E518093D}" srcOrd="2" destOrd="0" presId="urn:microsoft.com/office/officeart/2005/8/layout/hProcess11"/>
    <dgm:cxn modelId="{956A917C-AF3C-4B9B-8F6D-FDAE22F1070B}" type="presParOf" srcId="{D8D22F7F-C795-4CAB-848C-2AB2DE02DDC6}" destId="{864DC5BD-C7C3-4DBE-B708-CA2B0CCC6E9F}" srcOrd="1" destOrd="0" presId="urn:microsoft.com/office/officeart/2005/8/layout/hProcess11"/>
    <dgm:cxn modelId="{9EF985AE-9407-41B5-9B1F-78ABF6C852BC}" type="presParOf" srcId="{D8D22F7F-C795-4CAB-848C-2AB2DE02DDC6}" destId="{676B958D-B23F-46CE-9ECC-7B98C4229338}" srcOrd="2" destOrd="0" presId="urn:microsoft.com/office/officeart/2005/8/layout/hProcess11"/>
    <dgm:cxn modelId="{C23C87B2-5CA4-4129-BC78-4CBD155A9371}" type="presParOf" srcId="{676B958D-B23F-46CE-9ECC-7B98C4229338}" destId="{E8D1CA19-37C4-488E-9CA8-24F165735739}" srcOrd="0" destOrd="0" presId="urn:microsoft.com/office/officeart/2005/8/layout/hProcess11"/>
    <dgm:cxn modelId="{E646660D-A169-4167-B4A9-204E367F4325}" type="presParOf" srcId="{676B958D-B23F-46CE-9ECC-7B98C4229338}" destId="{7B614651-0CA6-4863-9CC7-EF9B09E1E64A}" srcOrd="1" destOrd="0" presId="urn:microsoft.com/office/officeart/2005/8/layout/hProcess11"/>
    <dgm:cxn modelId="{232E4881-9975-4B13-83F1-3587CF31690E}" type="presParOf" srcId="{676B958D-B23F-46CE-9ECC-7B98C4229338}" destId="{40ADDEFD-B721-465F-9E39-92459BDD2B63}" srcOrd="2" destOrd="0" presId="urn:microsoft.com/office/officeart/2005/8/layout/hProcess11"/>
    <dgm:cxn modelId="{E52D82D1-C228-4882-9DCA-04A09CAA6AFC}" type="presParOf" srcId="{D8D22F7F-C795-4CAB-848C-2AB2DE02DDC6}" destId="{19A10983-0A68-42A0-BBA3-3C1BF83B59CE}" srcOrd="3" destOrd="0" presId="urn:microsoft.com/office/officeart/2005/8/layout/hProcess11"/>
    <dgm:cxn modelId="{5190C0DB-8E0F-4C20-814E-2B3341ABE7E2}" type="presParOf" srcId="{D8D22F7F-C795-4CAB-848C-2AB2DE02DDC6}" destId="{FBB483B6-6D4C-4BE9-92A9-65A590517C67}" srcOrd="4" destOrd="0" presId="urn:microsoft.com/office/officeart/2005/8/layout/hProcess11"/>
    <dgm:cxn modelId="{C118588D-E35E-4753-BC79-584D7E065AC3}" type="presParOf" srcId="{FBB483B6-6D4C-4BE9-92A9-65A590517C67}" destId="{803B38B7-24BD-4DC7-A38B-ADC20FBE19CF}" srcOrd="0" destOrd="0" presId="urn:microsoft.com/office/officeart/2005/8/layout/hProcess11"/>
    <dgm:cxn modelId="{4BF73D63-1C7E-4D55-BE2A-04DE743369E3}" type="presParOf" srcId="{FBB483B6-6D4C-4BE9-92A9-65A590517C67}" destId="{591A39CD-25BA-42E2-82EC-0DA1474C6A79}" srcOrd="1" destOrd="0" presId="urn:microsoft.com/office/officeart/2005/8/layout/hProcess11"/>
    <dgm:cxn modelId="{73088DAB-C40C-4198-912C-99DF8B291048}" type="presParOf" srcId="{FBB483B6-6D4C-4BE9-92A9-65A590517C67}" destId="{1578AF60-B70A-4E46-8FF6-14CA82188EA5}"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9" qsCatId="simple" csTypeId="urn:microsoft.com/office/officeart/2005/8/colors/accent1_2#9" csCatId="accent1" phldr="1"/>
      <dgm:spPr/>
      <dgm:t>
        <a:bodyPr/>
        <a:lstStyle/>
        <a:p>
          <a:endParaRPr lang="en-GB"/>
        </a:p>
      </dgm:t>
    </dgm:pt>
    <dgm:pt modelId="{5DFBDEF3-6865-4300-92A4-9B4539406F15}">
      <dgm:prSet phldrT="[Text]" phldr="0"/>
      <dgm:spPr/>
      <dgm:t>
        <a:bodyPr/>
        <a:lstStyle/>
        <a:p>
          <a:r>
            <a:rPr lang="en-GB"/>
            <a:t>Checkpoint 1: Model the extraction process as an ontology</a:t>
          </a:r>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r>
            <a:rPr lang="en-GB"/>
            <a:t>Milestone 6: </a:t>
          </a:r>
          <a:r>
            <a:rPr lang="en-GB">
              <a:solidFill>
                <a:schemeClr val="accent1"/>
              </a:solidFill>
            </a:rPr>
            <a:t>An ontology-guided certificate extraction agent</a:t>
          </a:r>
          <a:endParaRPr lang="en-GB"/>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21B29172-32D8-4B5D-AD4D-E8596D8C70B0}">
      <dgm:prSet phldrT="[Text]" phldr="0"/>
      <dgm:spPr/>
      <dgm:t>
        <a:bodyPr/>
        <a:lstStyle/>
        <a:p>
          <a:r>
            <a:rPr lang="en-GB"/>
            <a:t>Checkpoint 2: Utilize open-source libraries to design the extraction pipeline. The extracted parameters are integrated back into the asset model.</a:t>
          </a:r>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2DE0A3F0-80DD-46B2-93B7-89680D195518}" type="pres">
      <dgm:prSet presAssocID="{5DFBDEF3-6865-4300-92A4-9B4539406F15}" presName="compositeA" presStyleCnt="0"/>
      <dgm:spPr/>
    </dgm:pt>
    <dgm:pt modelId="{0059E3F9-706E-4A94-9325-FDEBB82C7FBF}" type="pres">
      <dgm:prSet presAssocID="{5DFBDEF3-6865-4300-92A4-9B4539406F15}" presName="textA" presStyleLbl="revTx" presStyleIdx="0" presStyleCnt="3">
        <dgm:presLayoutVars>
          <dgm:bulletEnabled val="1"/>
        </dgm:presLayoutVars>
      </dgm:prSet>
      <dgm:spPr/>
    </dgm:pt>
    <dgm:pt modelId="{11EA24EA-1177-4570-A542-624C35CA141B}" type="pres">
      <dgm:prSet presAssocID="{5DFBDEF3-6865-4300-92A4-9B4539406F15}" presName="circleA" presStyleLbl="node1" presStyleIdx="0" presStyleCnt="3"/>
      <dgm:spPr/>
    </dgm:pt>
    <dgm:pt modelId="{C90BE544-8C55-45ED-BA34-ECB24319B4D3}" type="pres">
      <dgm:prSet presAssocID="{5DFBDEF3-6865-4300-92A4-9B4539406F15}" presName="spaceA" presStyleCnt="0"/>
      <dgm:spPr/>
    </dgm:pt>
    <dgm:pt modelId="{864DC5BD-C7C3-4DBE-B708-CA2B0CCC6E9F}" type="pres">
      <dgm:prSet presAssocID="{955A6184-967B-4081-834B-032FA66F3637}" presName="space" presStyleCnt="0"/>
      <dgm:spPr/>
    </dgm:pt>
    <dgm:pt modelId="{4CEFB78B-0282-4637-8218-D701A689A663}" type="pres">
      <dgm:prSet presAssocID="{21B29172-32D8-4B5D-AD4D-E8596D8C70B0}" presName="compositeB" presStyleCnt="0"/>
      <dgm:spPr/>
    </dgm:pt>
    <dgm:pt modelId="{2A6349FE-7B9B-4FBD-A37E-63E029DEA20C}" type="pres">
      <dgm:prSet presAssocID="{21B29172-32D8-4B5D-AD4D-E8596D8C70B0}" presName="textB" presStyleLbl="revTx" presStyleIdx="1" presStyleCnt="3">
        <dgm:presLayoutVars>
          <dgm:bulletEnabled val="1"/>
        </dgm:presLayoutVars>
      </dgm:prSet>
      <dgm:spPr/>
    </dgm:pt>
    <dgm:pt modelId="{81578F3F-6511-4E4D-8183-23BB4C1741AE}" type="pres">
      <dgm:prSet presAssocID="{21B29172-32D8-4B5D-AD4D-E8596D8C70B0}" presName="circleB" presStyleLbl="node1" presStyleIdx="1" presStyleCnt="3"/>
      <dgm:spPr/>
    </dgm:pt>
    <dgm:pt modelId="{26A1D828-1A59-4055-B4A4-CF7B04BFFB78}" type="pres">
      <dgm:prSet presAssocID="{21B29172-32D8-4B5D-AD4D-E8596D8C70B0}" presName="spaceB" presStyleCnt="0"/>
      <dgm:spPr/>
    </dgm:pt>
    <dgm:pt modelId="{19A10983-0A68-42A0-BBA3-3C1BF83B59CE}" type="pres">
      <dgm:prSet presAssocID="{AC16D8E8-F4AF-46E9-BE04-13685CA277DA}" presName="space" presStyleCnt="0"/>
      <dgm:spPr/>
    </dgm:pt>
    <dgm:pt modelId="{8E815DD6-91B9-478E-9415-085F1E5637AB}" type="pres">
      <dgm:prSet presAssocID="{63BB7563-3B63-4523-BD4D-316B495B5CEF}" presName="compositeA" presStyleCnt="0"/>
      <dgm:spPr/>
    </dgm:pt>
    <dgm:pt modelId="{A37518B1-468A-4BAA-A28D-5D4CE8BEDC36}" type="pres">
      <dgm:prSet presAssocID="{63BB7563-3B63-4523-BD4D-316B495B5CEF}" presName="textA" presStyleLbl="revTx" presStyleIdx="2" presStyleCnt="3">
        <dgm:presLayoutVars>
          <dgm:bulletEnabled val="1"/>
        </dgm:presLayoutVars>
      </dgm:prSet>
      <dgm:spPr/>
    </dgm:pt>
    <dgm:pt modelId="{1A936ED0-501E-43B8-896D-59DD5109BA7D}" type="pres">
      <dgm:prSet presAssocID="{63BB7563-3B63-4523-BD4D-316B495B5CEF}" presName="circleA" presStyleLbl="node1" presStyleIdx="2" presStyleCnt="3"/>
      <dgm:spPr>
        <a:solidFill>
          <a:srgbClr val="00B050"/>
        </a:solidFill>
      </dgm:spPr>
    </dgm:pt>
    <dgm:pt modelId="{8EC8D3D4-AD3A-477D-81A7-FBC4657DF363}" type="pres">
      <dgm:prSet presAssocID="{63BB7563-3B63-4523-BD4D-316B495B5CEF}" presName="spaceA" presStyleCnt="0"/>
      <dgm:spPr/>
    </dgm:pt>
  </dgm:ptLst>
  <dgm:cxnLst>
    <dgm:cxn modelId="{07130503-22B3-4B9A-A301-5BF65F0D8A8B}" srcId="{18EEAF6C-871A-470F-B5CE-B6B49E46F58A}" destId="{21B29172-32D8-4B5D-AD4D-E8596D8C70B0}" srcOrd="1" destOrd="0" parTransId="{19993F7E-E8F2-4924-B191-4212E1B5CD8F}" sibTransId="{AC16D8E8-F4AF-46E9-BE04-13685CA277DA}"/>
    <dgm:cxn modelId="{249B270A-5D77-4C83-A1E3-00CCD4CAA0EA}" type="presOf" srcId="{63BB7563-3B63-4523-BD4D-316B495B5CEF}" destId="{A37518B1-468A-4BAA-A28D-5D4CE8BEDC36}"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D547AA6E-6D8E-4697-93CB-897F5CA76332}" srcId="{18EEAF6C-871A-470F-B5CE-B6B49E46F58A}" destId="{5DFBDEF3-6865-4300-92A4-9B4539406F15}" srcOrd="0" destOrd="0" parTransId="{915CE2F7-B6DA-4BF8-AB0D-B2B71C1F2F4C}" sibTransId="{955A6184-967B-4081-834B-032FA66F3637}"/>
    <dgm:cxn modelId="{0B0BEA53-E27B-466A-8AD2-1584DC87817A}" srcId="{18EEAF6C-871A-470F-B5CE-B6B49E46F58A}" destId="{63BB7563-3B63-4523-BD4D-316B495B5CEF}" srcOrd="2" destOrd="0" parTransId="{49CDEF82-E623-482A-AB21-71C79482BF7A}" sibTransId="{18E17C3C-7805-4E36-8F03-BC458F5FE667}"/>
    <dgm:cxn modelId="{65A5D78F-1F97-4640-92C1-C3B7C30C9BF6}" type="presOf" srcId="{21B29172-32D8-4B5D-AD4D-E8596D8C70B0}" destId="{2A6349FE-7B9B-4FBD-A37E-63E029DEA20C}" srcOrd="0" destOrd="0" presId="urn:microsoft.com/office/officeart/2005/8/layout/hProcess11"/>
    <dgm:cxn modelId="{8ED882B4-ECAE-4A7D-8FC6-19C205B2E53B}" type="presOf" srcId="{5DFBDEF3-6865-4300-92A4-9B4539406F15}" destId="{0059E3F9-706E-4A94-9325-FDEBB82C7FBF}" srcOrd="0" destOrd="0" presId="urn:microsoft.com/office/officeart/2005/8/layout/hProcess11"/>
    <dgm:cxn modelId="{39A8E3DA-C308-474A-8645-17054F821AB7}" type="presParOf" srcId="{3D10B7EF-334B-42FC-ACC8-9741946F367F}" destId="{A4F76038-7F9A-41E9-A457-E6321352F13A}" srcOrd="0" destOrd="0" presId="urn:microsoft.com/office/officeart/2005/8/layout/hProcess11"/>
    <dgm:cxn modelId="{73078B72-E50F-4F13-B6FF-27DCB9B29470}" type="presParOf" srcId="{3D10B7EF-334B-42FC-ACC8-9741946F367F}" destId="{D8D22F7F-C795-4CAB-848C-2AB2DE02DDC6}" srcOrd="1" destOrd="0" presId="urn:microsoft.com/office/officeart/2005/8/layout/hProcess11"/>
    <dgm:cxn modelId="{6243752F-9FCC-4942-B561-A4F058463ACF}" type="presParOf" srcId="{D8D22F7F-C795-4CAB-848C-2AB2DE02DDC6}" destId="{2DE0A3F0-80DD-46B2-93B7-89680D195518}" srcOrd="0" destOrd="0" presId="urn:microsoft.com/office/officeart/2005/8/layout/hProcess11"/>
    <dgm:cxn modelId="{36ADF87A-1753-4A7F-BB9E-FB620F82DB6E}" type="presParOf" srcId="{2DE0A3F0-80DD-46B2-93B7-89680D195518}" destId="{0059E3F9-706E-4A94-9325-FDEBB82C7FBF}" srcOrd="0" destOrd="0" presId="urn:microsoft.com/office/officeart/2005/8/layout/hProcess11"/>
    <dgm:cxn modelId="{6B7C0A0C-1E7A-4F21-94F1-4833064C5314}" type="presParOf" srcId="{2DE0A3F0-80DD-46B2-93B7-89680D195518}" destId="{11EA24EA-1177-4570-A542-624C35CA141B}" srcOrd="1" destOrd="0" presId="urn:microsoft.com/office/officeart/2005/8/layout/hProcess11"/>
    <dgm:cxn modelId="{89D7BFEB-69D3-4C50-94BE-400B1B8175BE}" type="presParOf" srcId="{2DE0A3F0-80DD-46B2-93B7-89680D195518}" destId="{C90BE544-8C55-45ED-BA34-ECB24319B4D3}" srcOrd="2" destOrd="0" presId="urn:microsoft.com/office/officeart/2005/8/layout/hProcess11"/>
    <dgm:cxn modelId="{3C831ECA-D283-4A67-AC21-CF1DA27F49FD}" type="presParOf" srcId="{D8D22F7F-C795-4CAB-848C-2AB2DE02DDC6}" destId="{864DC5BD-C7C3-4DBE-B708-CA2B0CCC6E9F}" srcOrd="1" destOrd="0" presId="urn:microsoft.com/office/officeart/2005/8/layout/hProcess11"/>
    <dgm:cxn modelId="{94E024B4-9FCB-487E-8B3B-37BB18764987}" type="presParOf" srcId="{D8D22F7F-C795-4CAB-848C-2AB2DE02DDC6}" destId="{4CEFB78B-0282-4637-8218-D701A689A663}" srcOrd="2" destOrd="0" presId="urn:microsoft.com/office/officeart/2005/8/layout/hProcess11"/>
    <dgm:cxn modelId="{446F5268-70D3-4DC7-87D0-33C928E4C33D}" type="presParOf" srcId="{4CEFB78B-0282-4637-8218-D701A689A663}" destId="{2A6349FE-7B9B-4FBD-A37E-63E029DEA20C}" srcOrd="0" destOrd="0" presId="urn:microsoft.com/office/officeart/2005/8/layout/hProcess11"/>
    <dgm:cxn modelId="{81BBC610-AD92-4139-B7F3-978DFC9CED09}" type="presParOf" srcId="{4CEFB78B-0282-4637-8218-D701A689A663}" destId="{81578F3F-6511-4E4D-8183-23BB4C1741AE}" srcOrd="1" destOrd="0" presId="urn:microsoft.com/office/officeart/2005/8/layout/hProcess11"/>
    <dgm:cxn modelId="{92CFC91D-67C5-41F2-AA04-F63E30BD5221}" type="presParOf" srcId="{4CEFB78B-0282-4637-8218-D701A689A663}" destId="{26A1D828-1A59-4055-B4A4-CF7B04BFFB78}" srcOrd="2" destOrd="0" presId="urn:microsoft.com/office/officeart/2005/8/layout/hProcess11"/>
    <dgm:cxn modelId="{AE002CE7-74E3-4406-9051-805B3B7C8BA2}" type="presParOf" srcId="{D8D22F7F-C795-4CAB-848C-2AB2DE02DDC6}" destId="{19A10983-0A68-42A0-BBA3-3C1BF83B59CE}" srcOrd="3" destOrd="0" presId="urn:microsoft.com/office/officeart/2005/8/layout/hProcess11"/>
    <dgm:cxn modelId="{890B4784-1AD8-4A7B-814C-A8CE34DCFC5A}" type="presParOf" srcId="{D8D22F7F-C795-4CAB-848C-2AB2DE02DDC6}" destId="{8E815DD6-91B9-478E-9415-085F1E5637AB}" srcOrd="4" destOrd="0" presId="urn:microsoft.com/office/officeart/2005/8/layout/hProcess11"/>
    <dgm:cxn modelId="{6D1A14E1-7D3A-455B-93C7-F16E0EFE8D79}" type="presParOf" srcId="{8E815DD6-91B9-478E-9415-085F1E5637AB}" destId="{A37518B1-468A-4BAA-A28D-5D4CE8BEDC36}" srcOrd="0" destOrd="0" presId="urn:microsoft.com/office/officeart/2005/8/layout/hProcess11"/>
    <dgm:cxn modelId="{AD2D0A21-52C5-4261-8EB8-B455CA418135}" type="presParOf" srcId="{8E815DD6-91B9-478E-9415-085F1E5637AB}" destId="{1A936ED0-501E-43B8-896D-59DD5109BA7D}" srcOrd="1" destOrd="0" presId="urn:microsoft.com/office/officeart/2005/8/layout/hProcess11"/>
    <dgm:cxn modelId="{2F7D6D50-D860-4233-B2B3-0C066C873979}" type="presParOf" srcId="{8E815DD6-91B9-478E-9415-085F1E5637AB}" destId="{8EC8D3D4-AD3A-477D-81A7-FBC4657DF363}"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10" qsCatId="simple" csTypeId="urn:microsoft.com/office/officeart/2005/8/colors/accent1_2#10" csCatId="accent1" phldr="1"/>
      <dgm:spPr/>
      <dgm:t>
        <a:bodyPr/>
        <a:lstStyle/>
        <a:p>
          <a:endParaRPr lang="en-GB"/>
        </a:p>
      </dgm:t>
    </dgm:pt>
    <dgm:pt modelId="{5DFBDEF3-6865-4300-92A4-9B4539406F15}">
      <dgm:prSet phldrT="[Text]" phldr="0"/>
      <dgm:spPr/>
      <dgm:t>
        <a:bodyPr/>
        <a:lstStyle/>
        <a:p>
          <a:r>
            <a:rPr lang="en-GB"/>
            <a:t>Checkpoint </a:t>
          </a:r>
          <a:r>
            <a:rPr lang="en-GB">
              <a:latin typeface="Arial"/>
            </a:rPr>
            <a:t>2</a:t>
          </a:r>
          <a:r>
            <a:rPr lang="en-GB"/>
            <a:t>: Formulate rules/requirements for the extraction of actions from the user-manual</a:t>
          </a:r>
        </a:p>
      </dgm:t>
    </dgm:pt>
    <dgm:pt modelId="{915CE2F7-B6DA-4BF8-AB0D-B2B71C1F2F4C}" type="parTrans" cxnId="{D547AA6E-6D8E-4697-93CB-897F5CA76332}">
      <dgm:prSet/>
      <dgm:spPr/>
      <dgm:t>
        <a:bodyPr/>
        <a:lstStyle/>
        <a:p>
          <a:endParaRPr lang="en-GB"/>
        </a:p>
      </dgm:t>
    </dgm:pt>
    <dgm:pt modelId="{955A6184-967B-4081-834B-032FA66F3637}" type="sibTrans" cxnId="{D547AA6E-6D8E-4697-93CB-897F5CA76332}">
      <dgm:prSet/>
      <dgm:spPr/>
      <dgm:t>
        <a:bodyPr/>
        <a:lstStyle/>
        <a:p>
          <a:endParaRPr lang="en-GB"/>
        </a:p>
      </dgm:t>
    </dgm:pt>
    <dgm:pt modelId="{63BB7563-3B63-4523-BD4D-316B495B5CEF}">
      <dgm:prSet phldrT="[Text]" phldr="0"/>
      <dgm:spPr/>
      <dgm:t>
        <a:bodyPr/>
        <a:lstStyle/>
        <a:p>
          <a:pPr rtl="0"/>
          <a:r>
            <a:rPr lang="en-GB"/>
            <a:t>Milestone 7: </a:t>
          </a:r>
          <a:r>
            <a:rPr lang="en-GB">
              <a:solidFill>
                <a:schemeClr val="accent1"/>
              </a:solidFill>
              <a:latin typeface="Arial"/>
            </a:rPr>
            <a:t>A requirement</a:t>
          </a:r>
          <a:r>
            <a:rPr lang="en-GB">
              <a:solidFill>
                <a:schemeClr val="accent1"/>
              </a:solidFill>
            </a:rPr>
            <a:t> extraction agent that automatically extracts procedural requirements/actions from any user manual with reasonable accuracy (90-95%, measured against golden action lists)</a:t>
          </a:r>
          <a:endParaRPr lang="en-GB"/>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21B29172-32D8-4B5D-AD4D-E8596D8C70B0}">
      <dgm:prSet phldrT="[Text]" phldr="0"/>
      <dgm:spPr/>
      <dgm:t>
        <a:bodyPr/>
        <a:lstStyle/>
        <a:p>
          <a:r>
            <a:rPr lang="en-GB"/>
            <a:t>Checkpoint </a:t>
          </a:r>
          <a:r>
            <a:rPr lang="en-GB">
              <a:latin typeface="Arial"/>
            </a:rPr>
            <a:t>3</a:t>
          </a:r>
          <a:r>
            <a:rPr lang="en-GB"/>
            <a:t>: Develop an extraction agent guided by the rules/requirements. Test the output against the golden action-lists that have been prepared</a:t>
          </a:r>
        </a:p>
      </dgm:t>
    </dgm:pt>
    <dgm:pt modelId="{19993F7E-E8F2-4924-B191-4212E1B5CD8F}" type="parTrans" cxnId="{07130503-22B3-4B9A-A301-5BF65F0D8A8B}">
      <dgm:prSet/>
      <dgm:spPr/>
      <dgm:t>
        <a:bodyPr/>
        <a:lstStyle/>
        <a:p>
          <a:endParaRPr lang="en-GB"/>
        </a:p>
      </dgm:t>
    </dgm:pt>
    <dgm:pt modelId="{AC16D8E8-F4AF-46E9-BE04-13685CA277DA}" type="sibTrans" cxnId="{07130503-22B3-4B9A-A301-5BF65F0D8A8B}">
      <dgm:prSet/>
      <dgm:spPr/>
      <dgm:t>
        <a:bodyPr/>
        <a:lstStyle/>
        <a:p>
          <a:endParaRPr lang="en-GB"/>
        </a:p>
      </dgm:t>
    </dgm:pt>
    <dgm:pt modelId="{07F9254C-6D8B-4143-8549-D094285723E2}">
      <dgm:prSet phldr="0"/>
      <dgm:spPr/>
      <dgm:t>
        <a:bodyPr/>
        <a:lstStyle/>
        <a:p>
          <a:pPr rtl="0"/>
          <a:r>
            <a:rPr lang="en-GB" sz="1100">
              <a:latin typeface="Calibri"/>
              <a:ea typeface="Calibri"/>
              <a:cs typeface="Calibri"/>
            </a:rPr>
            <a:t>Checkpoint 1: Include the POC of checking for user-manual duplication based on its metadata and user-manual content check (from Onboarding Process)</a:t>
          </a:r>
          <a:endParaRPr lang="en-GB">
            <a:latin typeface="Arial"/>
          </a:endParaRPr>
        </a:p>
      </dgm:t>
    </dgm:pt>
    <dgm:pt modelId="{12C33B16-AE05-4A96-9587-183EA6B12C1A}" type="parTrans" cxnId="{190C03C1-68F2-4F5B-9181-D445FD928483}">
      <dgm:prSet/>
      <dgm:spPr/>
    </dgm:pt>
    <dgm:pt modelId="{2E060522-7B8B-416C-A313-73BE74AC8155}" type="sibTrans" cxnId="{190C03C1-68F2-4F5B-9181-D445FD928483}">
      <dgm:prSet/>
      <dgm:spPr/>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FA5F02C4-5888-490D-8824-562907CB5D7C}" type="pres">
      <dgm:prSet presAssocID="{07F9254C-6D8B-4143-8549-D094285723E2}" presName="compositeA" presStyleCnt="0"/>
      <dgm:spPr/>
    </dgm:pt>
    <dgm:pt modelId="{60B427F2-51F2-4168-B98C-579ED430605D}" type="pres">
      <dgm:prSet presAssocID="{07F9254C-6D8B-4143-8549-D094285723E2}" presName="textA" presStyleLbl="revTx" presStyleIdx="0" presStyleCnt="4">
        <dgm:presLayoutVars>
          <dgm:bulletEnabled val="1"/>
        </dgm:presLayoutVars>
      </dgm:prSet>
      <dgm:spPr/>
    </dgm:pt>
    <dgm:pt modelId="{0274C2C5-9C0F-4C17-873E-8DD64407222F}" type="pres">
      <dgm:prSet presAssocID="{07F9254C-6D8B-4143-8549-D094285723E2}" presName="circleA" presStyleLbl="node1" presStyleIdx="0" presStyleCnt="4"/>
      <dgm:spPr/>
    </dgm:pt>
    <dgm:pt modelId="{020BB860-D080-4560-84C0-282333DC9699}" type="pres">
      <dgm:prSet presAssocID="{07F9254C-6D8B-4143-8549-D094285723E2}" presName="spaceA" presStyleCnt="0"/>
      <dgm:spPr/>
    </dgm:pt>
    <dgm:pt modelId="{4798844E-FC45-492E-9EE0-5FB5688BC8E5}" type="pres">
      <dgm:prSet presAssocID="{2E060522-7B8B-416C-A313-73BE74AC8155}" presName="space" presStyleCnt="0"/>
      <dgm:spPr/>
    </dgm:pt>
    <dgm:pt modelId="{F428D286-8118-4334-BFCA-A4BE4850A9D8}" type="pres">
      <dgm:prSet presAssocID="{5DFBDEF3-6865-4300-92A4-9B4539406F15}" presName="compositeB" presStyleCnt="0"/>
      <dgm:spPr/>
    </dgm:pt>
    <dgm:pt modelId="{B9D6A352-4168-42D1-89CF-0FBC2832FED1}" type="pres">
      <dgm:prSet presAssocID="{5DFBDEF3-6865-4300-92A4-9B4539406F15}" presName="textB" presStyleLbl="revTx" presStyleIdx="1" presStyleCnt="4">
        <dgm:presLayoutVars>
          <dgm:bulletEnabled val="1"/>
        </dgm:presLayoutVars>
      </dgm:prSet>
      <dgm:spPr/>
    </dgm:pt>
    <dgm:pt modelId="{66B380D0-839B-42CC-AFC0-DAF1FD2958B3}" type="pres">
      <dgm:prSet presAssocID="{5DFBDEF3-6865-4300-92A4-9B4539406F15}" presName="circleB" presStyleLbl="node1" presStyleIdx="1" presStyleCnt="4"/>
      <dgm:spPr/>
    </dgm:pt>
    <dgm:pt modelId="{B53EE548-7A23-43C6-91CA-3D9E85584E72}" type="pres">
      <dgm:prSet presAssocID="{5DFBDEF3-6865-4300-92A4-9B4539406F15}" presName="spaceB" presStyleCnt="0"/>
      <dgm:spPr/>
    </dgm:pt>
    <dgm:pt modelId="{864DC5BD-C7C3-4DBE-B708-CA2B0CCC6E9F}" type="pres">
      <dgm:prSet presAssocID="{955A6184-967B-4081-834B-032FA66F3637}" presName="space" presStyleCnt="0"/>
      <dgm:spPr/>
    </dgm:pt>
    <dgm:pt modelId="{2EA01D54-C28A-4F8B-8BA9-B4173A619C10}" type="pres">
      <dgm:prSet presAssocID="{21B29172-32D8-4B5D-AD4D-E8596D8C70B0}" presName="compositeA" presStyleCnt="0"/>
      <dgm:spPr/>
    </dgm:pt>
    <dgm:pt modelId="{053FA887-F718-42DB-9B01-CCF5C5C35841}" type="pres">
      <dgm:prSet presAssocID="{21B29172-32D8-4B5D-AD4D-E8596D8C70B0}" presName="textA" presStyleLbl="revTx" presStyleIdx="2" presStyleCnt="4">
        <dgm:presLayoutVars>
          <dgm:bulletEnabled val="1"/>
        </dgm:presLayoutVars>
      </dgm:prSet>
      <dgm:spPr/>
    </dgm:pt>
    <dgm:pt modelId="{84B74A27-9470-43AD-80AA-8F97E3792CF4}" type="pres">
      <dgm:prSet presAssocID="{21B29172-32D8-4B5D-AD4D-E8596D8C70B0}" presName="circleA" presStyleLbl="node1" presStyleIdx="2" presStyleCnt="4"/>
      <dgm:spPr/>
    </dgm:pt>
    <dgm:pt modelId="{0ED8F32D-2A2A-4DB0-B2A4-D02650B9C220}" type="pres">
      <dgm:prSet presAssocID="{21B29172-32D8-4B5D-AD4D-E8596D8C70B0}" presName="spaceA" presStyleCnt="0"/>
      <dgm:spPr/>
    </dgm:pt>
    <dgm:pt modelId="{19A10983-0A68-42A0-BBA3-3C1BF83B59CE}" type="pres">
      <dgm:prSet presAssocID="{AC16D8E8-F4AF-46E9-BE04-13685CA277DA}" presName="space" presStyleCnt="0"/>
      <dgm:spPr/>
    </dgm:pt>
    <dgm:pt modelId="{4728DA65-8934-4EAB-8CB8-729ED563E973}" type="pres">
      <dgm:prSet presAssocID="{63BB7563-3B63-4523-BD4D-316B495B5CEF}" presName="compositeB" presStyleCnt="0"/>
      <dgm:spPr/>
    </dgm:pt>
    <dgm:pt modelId="{3ADE2F60-904F-4E3F-BCA2-27BCE9849463}" type="pres">
      <dgm:prSet presAssocID="{63BB7563-3B63-4523-BD4D-316B495B5CEF}" presName="textB" presStyleLbl="revTx" presStyleIdx="3" presStyleCnt="4">
        <dgm:presLayoutVars>
          <dgm:bulletEnabled val="1"/>
        </dgm:presLayoutVars>
      </dgm:prSet>
      <dgm:spPr/>
    </dgm:pt>
    <dgm:pt modelId="{F1E3F942-A2DA-40B2-8E2F-CF618E12FF0B}" type="pres">
      <dgm:prSet presAssocID="{63BB7563-3B63-4523-BD4D-316B495B5CEF}" presName="circleB" presStyleLbl="node1" presStyleIdx="3" presStyleCnt="4"/>
      <dgm:spPr>
        <a:solidFill>
          <a:schemeClr val="accent6"/>
        </a:solidFill>
      </dgm:spPr>
    </dgm:pt>
    <dgm:pt modelId="{104926AC-C88F-44C8-A0BA-66DE8797077B}" type="pres">
      <dgm:prSet presAssocID="{63BB7563-3B63-4523-BD4D-316B495B5CEF}" presName="spaceB" presStyleCnt="0"/>
      <dgm:spPr/>
    </dgm:pt>
  </dgm:ptLst>
  <dgm:cxnLst>
    <dgm:cxn modelId="{07130503-22B3-4B9A-A301-5BF65F0D8A8B}" srcId="{18EEAF6C-871A-470F-B5CE-B6B49E46F58A}" destId="{21B29172-32D8-4B5D-AD4D-E8596D8C70B0}" srcOrd="2" destOrd="0" parTransId="{19993F7E-E8F2-4924-B191-4212E1B5CD8F}" sibTransId="{AC16D8E8-F4AF-46E9-BE04-13685CA277DA}"/>
    <dgm:cxn modelId="{5A3FAC62-62DD-434E-A29F-6D5E8B41A59D}" type="presOf" srcId="{18EEAF6C-871A-470F-B5CE-B6B49E46F58A}" destId="{3D10B7EF-334B-42FC-ACC8-9741946F367F}" srcOrd="0" destOrd="0" presId="urn:microsoft.com/office/officeart/2005/8/layout/hProcess11"/>
    <dgm:cxn modelId="{006B726D-DCFB-4FCB-A782-8A2BB51D2553}" type="presOf" srcId="{63BB7563-3B63-4523-BD4D-316B495B5CEF}" destId="{3ADE2F60-904F-4E3F-BCA2-27BCE9849463}" srcOrd="0" destOrd="0" presId="urn:microsoft.com/office/officeart/2005/8/layout/hProcess11"/>
    <dgm:cxn modelId="{D547AA6E-6D8E-4697-93CB-897F5CA76332}" srcId="{18EEAF6C-871A-470F-B5CE-B6B49E46F58A}" destId="{5DFBDEF3-6865-4300-92A4-9B4539406F15}" srcOrd="1" destOrd="0" parTransId="{915CE2F7-B6DA-4BF8-AB0D-B2B71C1F2F4C}" sibTransId="{955A6184-967B-4081-834B-032FA66F3637}"/>
    <dgm:cxn modelId="{0B0BEA53-E27B-466A-8AD2-1584DC87817A}" srcId="{18EEAF6C-871A-470F-B5CE-B6B49E46F58A}" destId="{63BB7563-3B63-4523-BD4D-316B495B5CEF}" srcOrd="3" destOrd="0" parTransId="{49CDEF82-E623-482A-AB21-71C79482BF7A}" sibTransId="{18E17C3C-7805-4E36-8F03-BC458F5FE667}"/>
    <dgm:cxn modelId="{98604D92-C67B-4EF2-A633-6B7E84BA6525}" type="presOf" srcId="{21B29172-32D8-4B5D-AD4D-E8596D8C70B0}" destId="{053FA887-F718-42DB-9B01-CCF5C5C35841}" srcOrd="0" destOrd="0" presId="urn:microsoft.com/office/officeart/2005/8/layout/hProcess11"/>
    <dgm:cxn modelId="{D58F5898-2C51-4A7A-AA5F-DB8BE9ACA048}" type="presOf" srcId="{5DFBDEF3-6865-4300-92A4-9B4539406F15}" destId="{B9D6A352-4168-42D1-89CF-0FBC2832FED1}" srcOrd="0" destOrd="0" presId="urn:microsoft.com/office/officeart/2005/8/layout/hProcess11"/>
    <dgm:cxn modelId="{F85190AC-D1B4-446A-A026-5ED416188AC6}" type="presOf" srcId="{07F9254C-6D8B-4143-8549-D094285723E2}" destId="{60B427F2-51F2-4168-B98C-579ED430605D}" srcOrd="0" destOrd="0" presId="urn:microsoft.com/office/officeart/2005/8/layout/hProcess11"/>
    <dgm:cxn modelId="{190C03C1-68F2-4F5B-9181-D445FD928483}" srcId="{18EEAF6C-871A-470F-B5CE-B6B49E46F58A}" destId="{07F9254C-6D8B-4143-8549-D094285723E2}" srcOrd="0" destOrd="0" parTransId="{12C33B16-AE05-4A96-9587-183EA6B12C1A}" sibTransId="{2E060522-7B8B-416C-A313-73BE74AC8155}"/>
    <dgm:cxn modelId="{218B8442-9879-4F5F-B52B-D3BB940DACF3}" type="presParOf" srcId="{3D10B7EF-334B-42FC-ACC8-9741946F367F}" destId="{A4F76038-7F9A-41E9-A457-E6321352F13A}" srcOrd="0" destOrd="0" presId="urn:microsoft.com/office/officeart/2005/8/layout/hProcess11"/>
    <dgm:cxn modelId="{73C1B4C3-3957-4130-89C7-EA25CDD7F09F}" type="presParOf" srcId="{3D10B7EF-334B-42FC-ACC8-9741946F367F}" destId="{D8D22F7F-C795-4CAB-848C-2AB2DE02DDC6}" srcOrd="1" destOrd="0" presId="urn:microsoft.com/office/officeart/2005/8/layout/hProcess11"/>
    <dgm:cxn modelId="{445BC4F7-C444-43ED-A115-F5149C284BDE}" type="presParOf" srcId="{D8D22F7F-C795-4CAB-848C-2AB2DE02DDC6}" destId="{FA5F02C4-5888-490D-8824-562907CB5D7C}" srcOrd="0" destOrd="0" presId="urn:microsoft.com/office/officeart/2005/8/layout/hProcess11"/>
    <dgm:cxn modelId="{0945C14A-8304-4D8A-8900-2BA8786E5599}" type="presParOf" srcId="{FA5F02C4-5888-490D-8824-562907CB5D7C}" destId="{60B427F2-51F2-4168-B98C-579ED430605D}" srcOrd="0" destOrd="0" presId="urn:microsoft.com/office/officeart/2005/8/layout/hProcess11"/>
    <dgm:cxn modelId="{18BB7503-EF09-4BBE-92F0-CE5609159CEC}" type="presParOf" srcId="{FA5F02C4-5888-490D-8824-562907CB5D7C}" destId="{0274C2C5-9C0F-4C17-873E-8DD64407222F}" srcOrd="1" destOrd="0" presId="urn:microsoft.com/office/officeart/2005/8/layout/hProcess11"/>
    <dgm:cxn modelId="{9C18A8C2-EF53-42CE-A9ED-82927A7E4F64}" type="presParOf" srcId="{FA5F02C4-5888-490D-8824-562907CB5D7C}" destId="{020BB860-D080-4560-84C0-282333DC9699}" srcOrd="2" destOrd="0" presId="urn:microsoft.com/office/officeart/2005/8/layout/hProcess11"/>
    <dgm:cxn modelId="{20034C7F-E6D2-442E-8798-37F95CE45499}" type="presParOf" srcId="{D8D22F7F-C795-4CAB-848C-2AB2DE02DDC6}" destId="{4798844E-FC45-492E-9EE0-5FB5688BC8E5}" srcOrd="1" destOrd="0" presId="urn:microsoft.com/office/officeart/2005/8/layout/hProcess11"/>
    <dgm:cxn modelId="{0CA612EF-DB4E-4FF5-A2D1-C7F5C609BA47}" type="presParOf" srcId="{D8D22F7F-C795-4CAB-848C-2AB2DE02DDC6}" destId="{F428D286-8118-4334-BFCA-A4BE4850A9D8}" srcOrd="2" destOrd="0" presId="urn:microsoft.com/office/officeart/2005/8/layout/hProcess11"/>
    <dgm:cxn modelId="{04C28CF6-EDC2-4429-B8B2-BC2FB67AFCEF}" type="presParOf" srcId="{F428D286-8118-4334-BFCA-A4BE4850A9D8}" destId="{B9D6A352-4168-42D1-89CF-0FBC2832FED1}" srcOrd="0" destOrd="0" presId="urn:microsoft.com/office/officeart/2005/8/layout/hProcess11"/>
    <dgm:cxn modelId="{F5D5A8BB-39A4-4309-8336-CAB2EBEBA446}" type="presParOf" srcId="{F428D286-8118-4334-BFCA-A4BE4850A9D8}" destId="{66B380D0-839B-42CC-AFC0-DAF1FD2958B3}" srcOrd="1" destOrd="0" presId="urn:microsoft.com/office/officeart/2005/8/layout/hProcess11"/>
    <dgm:cxn modelId="{03C8D151-9712-40E4-8F07-ADF09C097975}" type="presParOf" srcId="{F428D286-8118-4334-BFCA-A4BE4850A9D8}" destId="{B53EE548-7A23-43C6-91CA-3D9E85584E72}" srcOrd="2" destOrd="0" presId="urn:microsoft.com/office/officeart/2005/8/layout/hProcess11"/>
    <dgm:cxn modelId="{13C0E73A-5AED-4399-8B24-413607626A84}" type="presParOf" srcId="{D8D22F7F-C795-4CAB-848C-2AB2DE02DDC6}" destId="{864DC5BD-C7C3-4DBE-B708-CA2B0CCC6E9F}" srcOrd="3" destOrd="0" presId="urn:microsoft.com/office/officeart/2005/8/layout/hProcess11"/>
    <dgm:cxn modelId="{9DC5EB2C-4C0A-4267-ABF7-E537E2E536E5}" type="presParOf" srcId="{D8D22F7F-C795-4CAB-848C-2AB2DE02DDC6}" destId="{2EA01D54-C28A-4F8B-8BA9-B4173A619C10}" srcOrd="4" destOrd="0" presId="urn:microsoft.com/office/officeart/2005/8/layout/hProcess11"/>
    <dgm:cxn modelId="{9CB676F1-917B-4E8A-B8C7-52C2B1E77AE9}" type="presParOf" srcId="{2EA01D54-C28A-4F8B-8BA9-B4173A619C10}" destId="{053FA887-F718-42DB-9B01-CCF5C5C35841}" srcOrd="0" destOrd="0" presId="urn:microsoft.com/office/officeart/2005/8/layout/hProcess11"/>
    <dgm:cxn modelId="{ECA16CB6-A619-4617-B080-093BD050064C}" type="presParOf" srcId="{2EA01D54-C28A-4F8B-8BA9-B4173A619C10}" destId="{84B74A27-9470-43AD-80AA-8F97E3792CF4}" srcOrd="1" destOrd="0" presId="urn:microsoft.com/office/officeart/2005/8/layout/hProcess11"/>
    <dgm:cxn modelId="{C10E619C-2771-44A8-B9AD-3A21460796A4}" type="presParOf" srcId="{2EA01D54-C28A-4F8B-8BA9-B4173A619C10}" destId="{0ED8F32D-2A2A-4DB0-B2A4-D02650B9C220}" srcOrd="2" destOrd="0" presId="urn:microsoft.com/office/officeart/2005/8/layout/hProcess11"/>
    <dgm:cxn modelId="{1157F6ED-929D-4743-AFED-67FFCBC8080B}" type="presParOf" srcId="{D8D22F7F-C795-4CAB-848C-2AB2DE02DDC6}" destId="{19A10983-0A68-42A0-BBA3-3C1BF83B59CE}" srcOrd="5" destOrd="0" presId="urn:microsoft.com/office/officeart/2005/8/layout/hProcess11"/>
    <dgm:cxn modelId="{BEFCC33A-33B3-43CB-BC14-9143389CBF34}" type="presParOf" srcId="{D8D22F7F-C795-4CAB-848C-2AB2DE02DDC6}" destId="{4728DA65-8934-4EAB-8CB8-729ED563E973}" srcOrd="6" destOrd="0" presId="urn:microsoft.com/office/officeart/2005/8/layout/hProcess11"/>
    <dgm:cxn modelId="{E270EB0A-1EF0-4C05-B5DA-71B86518F23F}" type="presParOf" srcId="{4728DA65-8934-4EAB-8CB8-729ED563E973}" destId="{3ADE2F60-904F-4E3F-BCA2-27BCE9849463}" srcOrd="0" destOrd="0" presId="urn:microsoft.com/office/officeart/2005/8/layout/hProcess11"/>
    <dgm:cxn modelId="{CCF4AAF8-DE52-4AA6-99A3-952DD31C5867}" type="presParOf" srcId="{4728DA65-8934-4EAB-8CB8-729ED563E973}" destId="{F1E3F942-A2DA-40B2-8E2F-CF618E12FF0B}" srcOrd="1" destOrd="0" presId="urn:microsoft.com/office/officeart/2005/8/layout/hProcess11"/>
    <dgm:cxn modelId="{5E83915C-4C9E-439A-AC58-B2700E515BDF}" type="presParOf" srcId="{4728DA65-8934-4EAB-8CB8-729ED563E973}" destId="{104926AC-C88F-44C8-A0BA-66DE8797077B}"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8EEAF6C-871A-470F-B5CE-B6B49E46F58A}" type="doc">
      <dgm:prSet loTypeId="urn:microsoft.com/office/officeart/2005/8/layout/hProcess11" loCatId="process" qsTypeId="urn:microsoft.com/office/officeart/2005/8/quickstyle/simple1#11" qsCatId="simple" csTypeId="urn:microsoft.com/office/officeart/2005/8/colors/accent1_2#11" csCatId="accent1" phldr="1"/>
      <dgm:spPr/>
      <dgm:t>
        <a:bodyPr/>
        <a:lstStyle/>
        <a:p>
          <a:endParaRPr lang="en-GB"/>
        </a:p>
      </dgm:t>
    </dgm:pt>
    <dgm:pt modelId="{63BB7563-3B63-4523-BD4D-316B495B5CEF}">
      <dgm:prSet phldrT="[Text]" phldr="0"/>
      <dgm:spPr/>
      <dgm:t>
        <a:bodyPr/>
        <a:lstStyle/>
        <a:p>
          <a:pPr rtl="0"/>
          <a:r>
            <a:rPr lang="en-GB">
              <a:solidFill>
                <a:schemeClr val="accent1"/>
              </a:solidFill>
            </a:rPr>
            <a:t>Milestone 8</a:t>
          </a:r>
          <a:r>
            <a:rPr lang="en-GB">
              <a:solidFill>
                <a:schemeClr val="accent1"/>
              </a:solidFill>
              <a:latin typeface="Arial"/>
            </a:rPr>
            <a:t>: </a:t>
          </a:r>
          <a:r>
            <a:rPr lang="en-GB" sz="1100">
              <a:solidFill>
                <a:srgbClr val="000000"/>
              </a:solidFill>
              <a:latin typeface="Calibri"/>
              <a:ea typeface="Calibri"/>
              <a:cs typeface="Calibri"/>
            </a:rPr>
            <a:t>A requirement extraction agent that automatically extracts technical requirements from any design document with reasonable accuracy (90-95%, measured against golden data)</a:t>
          </a:r>
        </a:p>
      </dgm:t>
    </dgm:pt>
    <dgm:pt modelId="{49CDEF82-E623-482A-AB21-71C79482BF7A}" type="parTrans" cxnId="{0B0BEA53-E27B-466A-8AD2-1584DC87817A}">
      <dgm:prSet/>
      <dgm:spPr/>
      <dgm:t>
        <a:bodyPr/>
        <a:lstStyle/>
        <a:p>
          <a:endParaRPr lang="en-GB"/>
        </a:p>
      </dgm:t>
    </dgm:pt>
    <dgm:pt modelId="{18E17C3C-7805-4E36-8F03-BC458F5FE667}" type="sibTrans" cxnId="{0B0BEA53-E27B-466A-8AD2-1584DC87817A}">
      <dgm:prSet/>
      <dgm:spPr/>
      <dgm:t>
        <a:bodyPr/>
        <a:lstStyle/>
        <a:p>
          <a:endParaRPr lang="en-GB"/>
        </a:p>
      </dgm:t>
    </dgm:pt>
    <dgm:pt modelId="{424C4567-F09B-4407-AC83-3584D77489F1}">
      <dgm:prSet phldr="0"/>
      <dgm:spPr/>
      <dgm:t>
        <a:bodyPr/>
        <a:lstStyle/>
        <a:p>
          <a:pPr rtl="0"/>
          <a:r>
            <a:rPr lang="en-GB">
              <a:latin typeface="Arial"/>
            </a:rPr>
            <a:t>Checkpoint 1: Parse the design documents (Mooring Analysis report and Site Survey) for extracting technical requirements (</a:t>
          </a:r>
          <a:r>
            <a:rPr lang="en-GB" b="1">
              <a:latin typeface="Arial"/>
            </a:rPr>
            <a:t>need to scope)</a:t>
          </a:r>
        </a:p>
      </dgm:t>
    </dgm:pt>
    <dgm:pt modelId="{3A9634EB-A22C-4BF2-91E9-EB1D4AEF17F6}" type="parTrans" cxnId="{207A7CAB-692E-4DCB-AA47-8005CB6D7069}">
      <dgm:prSet/>
      <dgm:spPr/>
      <dgm:t>
        <a:bodyPr/>
        <a:lstStyle/>
        <a:p>
          <a:endParaRPr lang="en-GB"/>
        </a:p>
      </dgm:t>
    </dgm:pt>
    <dgm:pt modelId="{774A507F-EC68-4EE7-8047-374DD6CD3645}" type="sibTrans" cxnId="{207A7CAB-692E-4DCB-AA47-8005CB6D7069}">
      <dgm:prSet/>
      <dgm:spPr/>
      <dgm:t>
        <a:bodyPr/>
        <a:lstStyle/>
        <a:p>
          <a:endParaRPr lang="en-GB"/>
        </a:p>
      </dgm:t>
    </dgm:pt>
    <dgm:pt modelId="{ADB539B7-1EC8-46B0-8966-BB2770EBD212}">
      <dgm:prSet phldr="0"/>
      <dgm:spPr/>
      <dgm:t>
        <a:bodyPr/>
        <a:lstStyle/>
        <a:p>
          <a:pPr rtl="0"/>
          <a:r>
            <a:rPr lang="en-GB">
              <a:latin typeface="Arial"/>
            </a:rPr>
            <a:t>Checkpoint 3: Integrate the evidences obtained from the documents (product certificates, user manual, service cards) to the asset model (partly borrow from PoC)</a:t>
          </a:r>
          <a:endParaRPr lang="en-US"/>
        </a:p>
      </dgm:t>
    </dgm:pt>
    <dgm:pt modelId="{796D5A4B-856C-43F8-91CE-A0068CA93B66}" type="parTrans" cxnId="{23DCBAC8-2308-4566-B267-B10DF2446800}">
      <dgm:prSet/>
      <dgm:spPr/>
      <dgm:t>
        <a:bodyPr/>
        <a:lstStyle/>
        <a:p>
          <a:endParaRPr lang="en-GB"/>
        </a:p>
      </dgm:t>
    </dgm:pt>
    <dgm:pt modelId="{902CD8E8-D6E2-454A-8192-896E71ED8CA1}" type="sibTrans" cxnId="{23DCBAC8-2308-4566-B267-B10DF2446800}">
      <dgm:prSet/>
      <dgm:spPr/>
      <dgm:t>
        <a:bodyPr/>
        <a:lstStyle/>
        <a:p>
          <a:endParaRPr lang="en-GB"/>
        </a:p>
      </dgm:t>
    </dgm:pt>
    <dgm:pt modelId="{06A58317-CDBB-48B2-B1B9-63CC04B4591C}">
      <dgm:prSet phldr="0"/>
      <dgm:spPr/>
      <dgm:t>
        <a:bodyPr/>
        <a:lstStyle/>
        <a:p>
          <a:pPr rtl="0"/>
          <a:r>
            <a:rPr lang="en-GB" b="0">
              <a:latin typeface="Arial"/>
            </a:rPr>
            <a:t>Checkpoint 2: Formulate the technical requirements and integrate it to the asset model</a:t>
          </a:r>
        </a:p>
      </dgm:t>
    </dgm:pt>
    <dgm:pt modelId="{A89BE28C-41F9-40E6-8D35-D546822FFE5A}" type="parTrans" cxnId="{7B5C3FF5-CCAD-485F-BDD9-39B76C8097BA}">
      <dgm:prSet/>
      <dgm:spPr/>
      <dgm:t>
        <a:bodyPr/>
        <a:lstStyle/>
        <a:p>
          <a:endParaRPr lang="en-GB"/>
        </a:p>
      </dgm:t>
    </dgm:pt>
    <dgm:pt modelId="{8B284BAB-E8C5-475A-9C5D-9EB4F3B96BF0}" type="sibTrans" cxnId="{7B5C3FF5-CCAD-485F-BDD9-39B76C8097BA}">
      <dgm:prSet/>
      <dgm:spPr/>
      <dgm:t>
        <a:bodyPr/>
        <a:lstStyle/>
        <a:p>
          <a:endParaRPr lang="en-GB"/>
        </a:p>
      </dgm:t>
    </dgm:pt>
    <dgm:pt modelId="{FD17B980-E8AC-4647-8B44-85419ADA6A6F}">
      <dgm:prSet phldr="0"/>
      <dgm:spPr/>
      <dgm:t>
        <a:bodyPr/>
        <a:lstStyle/>
        <a:p>
          <a:pPr rtl="0"/>
          <a:r>
            <a:rPr lang="en-GB">
              <a:solidFill>
                <a:srgbClr val="000000"/>
              </a:solidFill>
              <a:latin typeface="Arial"/>
            </a:rPr>
            <a:t>Checkpoint 4: Prepare a golden dataset of technical requirements extracted from a design document for testing</a:t>
          </a:r>
        </a:p>
      </dgm:t>
    </dgm:pt>
    <dgm:pt modelId="{852B857A-5708-4F05-BF74-D1BAD41E8AAB}" type="parTrans" cxnId="{DD95397C-BFFA-40D9-B900-86C39CC296A5}">
      <dgm:prSet/>
      <dgm:spPr/>
      <dgm:t>
        <a:bodyPr/>
        <a:lstStyle/>
        <a:p>
          <a:endParaRPr lang="en-GB"/>
        </a:p>
      </dgm:t>
    </dgm:pt>
    <dgm:pt modelId="{32DB5F8C-BF29-43B9-AB2D-B625196BD836}" type="sibTrans" cxnId="{DD95397C-BFFA-40D9-B900-86C39CC296A5}">
      <dgm:prSet/>
      <dgm:spPr/>
      <dgm:t>
        <a:bodyPr/>
        <a:lstStyle/>
        <a:p>
          <a:endParaRPr lang="en-GB"/>
        </a:p>
      </dgm:t>
    </dgm:pt>
    <dgm:pt modelId="{3D10B7EF-334B-42FC-ACC8-9741946F367F}" type="pres">
      <dgm:prSet presAssocID="{18EEAF6C-871A-470F-B5CE-B6B49E46F58A}" presName="Name0" presStyleCnt="0">
        <dgm:presLayoutVars>
          <dgm:dir/>
          <dgm:resizeHandles val="exact"/>
        </dgm:presLayoutVars>
      </dgm:prSet>
      <dgm:spPr/>
    </dgm:pt>
    <dgm:pt modelId="{A4F76038-7F9A-41E9-A457-E6321352F13A}" type="pres">
      <dgm:prSet presAssocID="{18EEAF6C-871A-470F-B5CE-B6B49E46F58A}" presName="arrow" presStyleLbl="bgShp" presStyleIdx="0" presStyleCnt="1"/>
      <dgm:spPr/>
    </dgm:pt>
    <dgm:pt modelId="{D8D22F7F-C795-4CAB-848C-2AB2DE02DDC6}" type="pres">
      <dgm:prSet presAssocID="{18EEAF6C-871A-470F-B5CE-B6B49E46F58A}" presName="points" presStyleCnt="0"/>
      <dgm:spPr/>
    </dgm:pt>
    <dgm:pt modelId="{824D4515-DE54-45DC-A895-13631F66C2C9}" type="pres">
      <dgm:prSet presAssocID="{424C4567-F09B-4407-AC83-3584D77489F1}" presName="compositeA" presStyleCnt="0"/>
      <dgm:spPr/>
    </dgm:pt>
    <dgm:pt modelId="{A1064C8B-7250-41FD-BE25-451E346099F5}" type="pres">
      <dgm:prSet presAssocID="{424C4567-F09B-4407-AC83-3584D77489F1}" presName="textA" presStyleLbl="revTx" presStyleIdx="0" presStyleCnt="5">
        <dgm:presLayoutVars>
          <dgm:bulletEnabled val="1"/>
        </dgm:presLayoutVars>
      </dgm:prSet>
      <dgm:spPr/>
    </dgm:pt>
    <dgm:pt modelId="{D6E71A8F-8C26-44DE-8D55-9B4375B66741}" type="pres">
      <dgm:prSet presAssocID="{424C4567-F09B-4407-AC83-3584D77489F1}" presName="circleA" presStyleLbl="node1" presStyleIdx="0" presStyleCnt="5"/>
      <dgm:spPr/>
    </dgm:pt>
    <dgm:pt modelId="{5B2D1426-2573-4F88-B717-CBAD9D8F4D34}" type="pres">
      <dgm:prSet presAssocID="{424C4567-F09B-4407-AC83-3584D77489F1}" presName="spaceA" presStyleCnt="0"/>
      <dgm:spPr/>
    </dgm:pt>
    <dgm:pt modelId="{36F19F1A-092F-4469-B4A1-63587282B6A9}" type="pres">
      <dgm:prSet presAssocID="{774A507F-EC68-4EE7-8047-374DD6CD3645}" presName="space" presStyleCnt="0"/>
      <dgm:spPr/>
    </dgm:pt>
    <dgm:pt modelId="{26A64959-E78B-4E40-8C42-B9C87EA2EDBD}" type="pres">
      <dgm:prSet presAssocID="{06A58317-CDBB-48B2-B1B9-63CC04B4591C}" presName="compositeB" presStyleCnt="0"/>
      <dgm:spPr/>
    </dgm:pt>
    <dgm:pt modelId="{86AD5502-104A-485B-B118-07EF15307A4D}" type="pres">
      <dgm:prSet presAssocID="{06A58317-CDBB-48B2-B1B9-63CC04B4591C}" presName="textB" presStyleLbl="revTx" presStyleIdx="1" presStyleCnt="5">
        <dgm:presLayoutVars>
          <dgm:bulletEnabled val="1"/>
        </dgm:presLayoutVars>
      </dgm:prSet>
      <dgm:spPr/>
    </dgm:pt>
    <dgm:pt modelId="{7524AD98-76C9-4D5D-8BD3-10FB1D4B045A}" type="pres">
      <dgm:prSet presAssocID="{06A58317-CDBB-48B2-B1B9-63CC04B4591C}" presName="circleB" presStyleLbl="node1" presStyleIdx="1" presStyleCnt="5"/>
      <dgm:spPr/>
    </dgm:pt>
    <dgm:pt modelId="{6E2999DB-A056-41B9-8AE9-76C50F875EAA}" type="pres">
      <dgm:prSet presAssocID="{06A58317-CDBB-48B2-B1B9-63CC04B4591C}" presName="spaceB" presStyleCnt="0"/>
      <dgm:spPr/>
    </dgm:pt>
    <dgm:pt modelId="{8DB7997D-F3D2-4F79-A405-ADA760119E70}" type="pres">
      <dgm:prSet presAssocID="{8B284BAB-E8C5-475A-9C5D-9EB4F3B96BF0}" presName="space" presStyleCnt="0"/>
      <dgm:spPr/>
    </dgm:pt>
    <dgm:pt modelId="{1856CAEF-D6CC-48A2-972F-8DF8A78DBE1F}" type="pres">
      <dgm:prSet presAssocID="{ADB539B7-1EC8-46B0-8966-BB2770EBD212}" presName="compositeA" presStyleCnt="0"/>
      <dgm:spPr/>
    </dgm:pt>
    <dgm:pt modelId="{A10C3064-C0FB-4661-B440-92EF81E6081D}" type="pres">
      <dgm:prSet presAssocID="{ADB539B7-1EC8-46B0-8966-BB2770EBD212}" presName="textA" presStyleLbl="revTx" presStyleIdx="2" presStyleCnt="5">
        <dgm:presLayoutVars>
          <dgm:bulletEnabled val="1"/>
        </dgm:presLayoutVars>
      </dgm:prSet>
      <dgm:spPr/>
    </dgm:pt>
    <dgm:pt modelId="{783CF733-007D-4BF1-A0E3-54761E995C8D}" type="pres">
      <dgm:prSet presAssocID="{ADB539B7-1EC8-46B0-8966-BB2770EBD212}" presName="circleA" presStyleLbl="node1" presStyleIdx="2" presStyleCnt="5"/>
      <dgm:spPr/>
    </dgm:pt>
    <dgm:pt modelId="{8D02A1E3-3708-4373-9C40-CECF124116B2}" type="pres">
      <dgm:prSet presAssocID="{ADB539B7-1EC8-46B0-8966-BB2770EBD212}" presName="spaceA" presStyleCnt="0"/>
      <dgm:spPr/>
    </dgm:pt>
    <dgm:pt modelId="{F39002B4-5592-475F-B5A1-89BB5D8D081E}" type="pres">
      <dgm:prSet presAssocID="{902CD8E8-D6E2-454A-8192-896E71ED8CA1}" presName="space" presStyleCnt="0"/>
      <dgm:spPr/>
    </dgm:pt>
    <dgm:pt modelId="{2F2041A2-BCB2-40B9-A3BC-2ED3918D8ACE}" type="pres">
      <dgm:prSet presAssocID="{FD17B980-E8AC-4647-8B44-85419ADA6A6F}" presName="compositeB" presStyleCnt="0"/>
      <dgm:spPr/>
    </dgm:pt>
    <dgm:pt modelId="{E1EA1A35-ECDE-4772-8CC7-5D371BE579CA}" type="pres">
      <dgm:prSet presAssocID="{FD17B980-E8AC-4647-8B44-85419ADA6A6F}" presName="textB" presStyleLbl="revTx" presStyleIdx="3" presStyleCnt="5">
        <dgm:presLayoutVars>
          <dgm:bulletEnabled val="1"/>
        </dgm:presLayoutVars>
      </dgm:prSet>
      <dgm:spPr/>
    </dgm:pt>
    <dgm:pt modelId="{2763E678-242B-4973-AC90-A91E213A2B6E}" type="pres">
      <dgm:prSet presAssocID="{FD17B980-E8AC-4647-8B44-85419ADA6A6F}" presName="circleB" presStyleLbl="node1" presStyleIdx="3" presStyleCnt="5"/>
      <dgm:spPr/>
    </dgm:pt>
    <dgm:pt modelId="{31BE8D02-9D58-4CFF-B055-15E1A8E59ED3}" type="pres">
      <dgm:prSet presAssocID="{FD17B980-E8AC-4647-8B44-85419ADA6A6F}" presName="spaceB" presStyleCnt="0"/>
      <dgm:spPr/>
    </dgm:pt>
    <dgm:pt modelId="{A99760AF-7373-495C-817A-DEACFDBC07DA}" type="pres">
      <dgm:prSet presAssocID="{32DB5F8C-BF29-43B9-AB2D-B625196BD836}" presName="space" presStyleCnt="0"/>
      <dgm:spPr/>
    </dgm:pt>
    <dgm:pt modelId="{7285E471-7993-441D-8B32-A7F336A46466}" type="pres">
      <dgm:prSet presAssocID="{63BB7563-3B63-4523-BD4D-316B495B5CEF}" presName="compositeA" presStyleCnt="0"/>
      <dgm:spPr/>
    </dgm:pt>
    <dgm:pt modelId="{C829B6EB-25DA-49D7-AD97-56E95FD37CE3}" type="pres">
      <dgm:prSet presAssocID="{63BB7563-3B63-4523-BD4D-316B495B5CEF}" presName="textA" presStyleLbl="revTx" presStyleIdx="4" presStyleCnt="5">
        <dgm:presLayoutVars>
          <dgm:bulletEnabled val="1"/>
        </dgm:presLayoutVars>
      </dgm:prSet>
      <dgm:spPr/>
    </dgm:pt>
    <dgm:pt modelId="{38B82F2B-62B6-4DD5-9E11-677A6E347C2E}" type="pres">
      <dgm:prSet presAssocID="{63BB7563-3B63-4523-BD4D-316B495B5CEF}" presName="circleA" presStyleLbl="node1" presStyleIdx="4" presStyleCnt="5"/>
      <dgm:spPr>
        <a:solidFill>
          <a:schemeClr val="accent6"/>
        </a:solidFill>
      </dgm:spPr>
    </dgm:pt>
    <dgm:pt modelId="{08F1D5A7-783B-48EB-B1FE-3D54724860F9}" type="pres">
      <dgm:prSet presAssocID="{63BB7563-3B63-4523-BD4D-316B495B5CEF}" presName="spaceA" presStyleCnt="0"/>
      <dgm:spPr/>
    </dgm:pt>
  </dgm:ptLst>
  <dgm:cxnLst>
    <dgm:cxn modelId="{CB122917-86B8-4E15-8740-CEC1E6FB5FDF}" type="presOf" srcId="{424C4567-F09B-4407-AC83-3584D77489F1}" destId="{A1064C8B-7250-41FD-BE25-451E346099F5}" srcOrd="0" destOrd="0" presId="urn:microsoft.com/office/officeart/2005/8/layout/hProcess11"/>
    <dgm:cxn modelId="{658A2A3C-5BA7-45BE-8401-56511637820B}" type="presOf" srcId="{63BB7563-3B63-4523-BD4D-316B495B5CEF}" destId="{C829B6EB-25DA-49D7-AD97-56E95FD37CE3}" srcOrd="0" destOrd="0" presId="urn:microsoft.com/office/officeart/2005/8/layout/hProcess11"/>
    <dgm:cxn modelId="{5A3FAC62-62DD-434E-A29F-6D5E8B41A59D}" type="presOf" srcId="{18EEAF6C-871A-470F-B5CE-B6B49E46F58A}" destId="{3D10B7EF-334B-42FC-ACC8-9741946F367F}" srcOrd="0" destOrd="0" presId="urn:microsoft.com/office/officeart/2005/8/layout/hProcess11"/>
    <dgm:cxn modelId="{3A54E850-A6A8-4A7F-8DFE-836D84838E1B}" type="presOf" srcId="{ADB539B7-1EC8-46B0-8966-BB2770EBD212}" destId="{A10C3064-C0FB-4661-B440-92EF81E6081D}" srcOrd="0" destOrd="0" presId="urn:microsoft.com/office/officeart/2005/8/layout/hProcess11"/>
    <dgm:cxn modelId="{0B0BEA53-E27B-466A-8AD2-1584DC87817A}" srcId="{18EEAF6C-871A-470F-B5CE-B6B49E46F58A}" destId="{63BB7563-3B63-4523-BD4D-316B495B5CEF}" srcOrd="4" destOrd="0" parTransId="{49CDEF82-E623-482A-AB21-71C79482BF7A}" sibTransId="{18E17C3C-7805-4E36-8F03-BC458F5FE667}"/>
    <dgm:cxn modelId="{E53A2574-625C-4CA3-8A23-F802842D3406}" type="presOf" srcId="{FD17B980-E8AC-4647-8B44-85419ADA6A6F}" destId="{E1EA1A35-ECDE-4772-8CC7-5D371BE579CA}" srcOrd="0" destOrd="0" presId="urn:microsoft.com/office/officeart/2005/8/layout/hProcess11"/>
    <dgm:cxn modelId="{DD95397C-BFFA-40D9-B900-86C39CC296A5}" srcId="{18EEAF6C-871A-470F-B5CE-B6B49E46F58A}" destId="{FD17B980-E8AC-4647-8B44-85419ADA6A6F}" srcOrd="3" destOrd="0" parTransId="{852B857A-5708-4F05-BF74-D1BAD41E8AAB}" sibTransId="{32DB5F8C-BF29-43B9-AB2D-B625196BD836}"/>
    <dgm:cxn modelId="{207A7CAB-692E-4DCB-AA47-8005CB6D7069}" srcId="{18EEAF6C-871A-470F-B5CE-B6B49E46F58A}" destId="{424C4567-F09B-4407-AC83-3584D77489F1}" srcOrd="0" destOrd="0" parTransId="{3A9634EB-A22C-4BF2-91E9-EB1D4AEF17F6}" sibTransId="{774A507F-EC68-4EE7-8047-374DD6CD3645}"/>
    <dgm:cxn modelId="{23DCBAC8-2308-4566-B267-B10DF2446800}" srcId="{18EEAF6C-871A-470F-B5CE-B6B49E46F58A}" destId="{ADB539B7-1EC8-46B0-8966-BB2770EBD212}" srcOrd="2" destOrd="0" parTransId="{796D5A4B-856C-43F8-91CE-A0068CA93B66}" sibTransId="{902CD8E8-D6E2-454A-8192-896E71ED8CA1}"/>
    <dgm:cxn modelId="{A7C564ED-C365-42C4-B1F9-13F1DD0CE796}" type="presOf" srcId="{06A58317-CDBB-48B2-B1B9-63CC04B4591C}" destId="{86AD5502-104A-485B-B118-07EF15307A4D}" srcOrd="0" destOrd="0" presId="urn:microsoft.com/office/officeart/2005/8/layout/hProcess11"/>
    <dgm:cxn modelId="{7B5C3FF5-CCAD-485F-BDD9-39B76C8097BA}" srcId="{18EEAF6C-871A-470F-B5CE-B6B49E46F58A}" destId="{06A58317-CDBB-48B2-B1B9-63CC04B4591C}" srcOrd="1" destOrd="0" parTransId="{A89BE28C-41F9-40E6-8D35-D546822FFE5A}" sibTransId="{8B284BAB-E8C5-475A-9C5D-9EB4F3B96BF0}"/>
    <dgm:cxn modelId="{42B6A880-E0F2-4193-9FB1-F9522B02E29E}" type="presParOf" srcId="{3D10B7EF-334B-42FC-ACC8-9741946F367F}" destId="{A4F76038-7F9A-41E9-A457-E6321352F13A}" srcOrd="0" destOrd="0" presId="urn:microsoft.com/office/officeart/2005/8/layout/hProcess11"/>
    <dgm:cxn modelId="{37C13981-78D0-4CA0-AE08-01B605038357}" type="presParOf" srcId="{3D10B7EF-334B-42FC-ACC8-9741946F367F}" destId="{D8D22F7F-C795-4CAB-848C-2AB2DE02DDC6}" srcOrd="1" destOrd="0" presId="urn:microsoft.com/office/officeart/2005/8/layout/hProcess11"/>
    <dgm:cxn modelId="{A1A547A8-F754-4E55-BACB-EC403C7116F4}" type="presParOf" srcId="{D8D22F7F-C795-4CAB-848C-2AB2DE02DDC6}" destId="{824D4515-DE54-45DC-A895-13631F66C2C9}" srcOrd="0" destOrd="0" presId="urn:microsoft.com/office/officeart/2005/8/layout/hProcess11"/>
    <dgm:cxn modelId="{9B480F0C-1540-4523-A0EE-B8FF4D692623}" type="presParOf" srcId="{824D4515-DE54-45DC-A895-13631F66C2C9}" destId="{A1064C8B-7250-41FD-BE25-451E346099F5}" srcOrd="0" destOrd="0" presId="urn:microsoft.com/office/officeart/2005/8/layout/hProcess11"/>
    <dgm:cxn modelId="{9CB48582-3B61-4B86-9048-4EF4E998C3DD}" type="presParOf" srcId="{824D4515-DE54-45DC-A895-13631F66C2C9}" destId="{D6E71A8F-8C26-44DE-8D55-9B4375B66741}" srcOrd="1" destOrd="0" presId="urn:microsoft.com/office/officeart/2005/8/layout/hProcess11"/>
    <dgm:cxn modelId="{9AE95A8B-A0DE-4584-B9B9-617683A95B9E}" type="presParOf" srcId="{824D4515-DE54-45DC-A895-13631F66C2C9}" destId="{5B2D1426-2573-4F88-B717-CBAD9D8F4D34}" srcOrd="2" destOrd="0" presId="urn:microsoft.com/office/officeart/2005/8/layout/hProcess11"/>
    <dgm:cxn modelId="{44541A15-9074-4AA3-BBA2-124AE9450D39}" type="presParOf" srcId="{D8D22F7F-C795-4CAB-848C-2AB2DE02DDC6}" destId="{36F19F1A-092F-4469-B4A1-63587282B6A9}" srcOrd="1" destOrd="0" presId="urn:microsoft.com/office/officeart/2005/8/layout/hProcess11"/>
    <dgm:cxn modelId="{8C8C01A6-02FB-4AD6-909C-37B38D9E6024}" type="presParOf" srcId="{D8D22F7F-C795-4CAB-848C-2AB2DE02DDC6}" destId="{26A64959-E78B-4E40-8C42-B9C87EA2EDBD}" srcOrd="2" destOrd="0" presId="urn:microsoft.com/office/officeart/2005/8/layout/hProcess11"/>
    <dgm:cxn modelId="{F9D6B22D-6454-4092-9E6C-D753B7408D54}" type="presParOf" srcId="{26A64959-E78B-4E40-8C42-B9C87EA2EDBD}" destId="{86AD5502-104A-485B-B118-07EF15307A4D}" srcOrd="0" destOrd="0" presId="urn:microsoft.com/office/officeart/2005/8/layout/hProcess11"/>
    <dgm:cxn modelId="{B9C5B0BB-CB88-41E1-9710-7D15C043D202}" type="presParOf" srcId="{26A64959-E78B-4E40-8C42-B9C87EA2EDBD}" destId="{7524AD98-76C9-4D5D-8BD3-10FB1D4B045A}" srcOrd="1" destOrd="0" presId="urn:microsoft.com/office/officeart/2005/8/layout/hProcess11"/>
    <dgm:cxn modelId="{B4B9904A-67E7-4EE7-ABCA-0781D613B5D1}" type="presParOf" srcId="{26A64959-E78B-4E40-8C42-B9C87EA2EDBD}" destId="{6E2999DB-A056-41B9-8AE9-76C50F875EAA}" srcOrd="2" destOrd="0" presId="urn:microsoft.com/office/officeart/2005/8/layout/hProcess11"/>
    <dgm:cxn modelId="{C8A29064-F390-4BFC-AFE1-BAE84C0344CB}" type="presParOf" srcId="{D8D22F7F-C795-4CAB-848C-2AB2DE02DDC6}" destId="{8DB7997D-F3D2-4F79-A405-ADA760119E70}" srcOrd="3" destOrd="0" presId="urn:microsoft.com/office/officeart/2005/8/layout/hProcess11"/>
    <dgm:cxn modelId="{2D69BF48-46D1-4242-B0A2-BB4DAFFD6B87}" type="presParOf" srcId="{D8D22F7F-C795-4CAB-848C-2AB2DE02DDC6}" destId="{1856CAEF-D6CC-48A2-972F-8DF8A78DBE1F}" srcOrd="4" destOrd="0" presId="urn:microsoft.com/office/officeart/2005/8/layout/hProcess11"/>
    <dgm:cxn modelId="{04DA410E-B3DB-4287-8E56-28BD85EE9D9D}" type="presParOf" srcId="{1856CAEF-D6CC-48A2-972F-8DF8A78DBE1F}" destId="{A10C3064-C0FB-4661-B440-92EF81E6081D}" srcOrd="0" destOrd="0" presId="urn:microsoft.com/office/officeart/2005/8/layout/hProcess11"/>
    <dgm:cxn modelId="{2023F0D1-FD33-430A-9F15-BF0D6E826365}" type="presParOf" srcId="{1856CAEF-D6CC-48A2-972F-8DF8A78DBE1F}" destId="{783CF733-007D-4BF1-A0E3-54761E995C8D}" srcOrd="1" destOrd="0" presId="urn:microsoft.com/office/officeart/2005/8/layout/hProcess11"/>
    <dgm:cxn modelId="{5B99A0FF-A328-4DBB-A5C9-1EB7197F0FAF}" type="presParOf" srcId="{1856CAEF-D6CC-48A2-972F-8DF8A78DBE1F}" destId="{8D02A1E3-3708-4373-9C40-CECF124116B2}" srcOrd="2" destOrd="0" presId="urn:microsoft.com/office/officeart/2005/8/layout/hProcess11"/>
    <dgm:cxn modelId="{E5F19504-DC59-4CC3-8573-870B95E1FD33}" type="presParOf" srcId="{D8D22F7F-C795-4CAB-848C-2AB2DE02DDC6}" destId="{F39002B4-5592-475F-B5A1-89BB5D8D081E}" srcOrd="5" destOrd="0" presId="urn:microsoft.com/office/officeart/2005/8/layout/hProcess11"/>
    <dgm:cxn modelId="{25A51D9B-421E-4A2F-9A60-4FC78FE72CDA}" type="presParOf" srcId="{D8D22F7F-C795-4CAB-848C-2AB2DE02DDC6}" destId="{2F2041A2-BCB2-40B9-A3BC-2ED3918D8ACE}" srcOrd="6" destOrd="0" presId="urn:microsoft.com/office/officeart/2005/8/layout/hProcess11"/>
    <dgm:cxn modelId="{EDB99E4F-C7FA-4F2D-AED5-262A085493F4}" type="presParOf" srcId="{2F2041A2-BCB2-40B9-A3BC-2ED3918D8ACE}" destId="{E1EA1A35-ECDE-4772-8CC7-5D371BE579CA}" srcOrd="0" destOrd="0" presId="urn:microsoft.com/office/officeart/2005/8/layout/hProcess11"/>
    <dgm:cxn modelId="{54F0E7DA-649A-47E5-9BD0-3ED32276FAED}" type="presParOf" srcId="{2F2041A2-BCB2-40B9-A3BC-2ED3918D8ACE}" destId="{2763E678-242B-4973-AC90-A91E213A2B6E}" srcOrd="1" destOrd="0" presId="urn:microsoft.com/office/officeart/2005/8/layout/hProcess11"/>
    <dgm:cxn modelId="{A98BF40D-B434-4877-87E1-1B21C4E3CE6A}" type="presParOf" srcId="{2F2041A2-BCB2-40B9-A3BC-2ED3918D8ACE}" destId="{31BE8D02-9D58-4CFF-B055-15E1A8E59ED3}" srcOrd="2" destOrd="0" presId="urn:microsoft.com/office/officeart/2005/8/layout/hProcess11"/>
    <dgm:cxn modelId="{C8BD796F-B11F-4268-B193-34FD10BC925A}" type="presParOf" srcId="{D8D22F7F-C795-4CAB-848C-2AB2DE02DDC6}" destId="{A99760AF-7373-495C-817A-DEACFDBC07DA}" srcOrd="7" destOrd="0" presId="urn:microsoft.com/office/officeart/2005/8/layout/hProcess11"/>
    <dgm:cxn modelId="{F21F74D8-2EDA-43EA-9252-A1FFBE1468EC}" type="presParOf" srcId="{D8D22F7F-C795-4CAB-848C-2AB2DE02DDC6}" destId="{7285E471-7993-441D-8B32-A7F336A46466}" srcOrd="8" destOrd="0" presId="urn:microsoft.com/office/officeart/2005/8/layout/hProcess11"/>
    <dgm:cxn modelId="{238BD08D-AB9A-4A52-B1C1-EC159481962F}" type="presParOf" srcId="{7285E471-7993-441D-8B32-A7F336A46466}" destId="{C829B6EB-25DA-49D7-AD97-56E95FD37CE3}" srcOrd="0" destOrd="0" presId="urn:microsoft.com/office/officeart/2005/8/layout/hProcess11"/>
    <dgm:cxn modelId="{D0669B34-6965-478C-99D5-71FC9EEECFF7}" type="presParOf" srcId="{7285E471-7993-441D-8B32-A7F336A46466}" destId="{38B82F2B-62B6-4DD5-9E11-677A6E347C2E}" srcOrd="1" destOrd="0" presId="urn:microsoft.com/office/officeart/2005/8/layout/hProcess11"/>
    <dgm:cxn modelId="{E4AC1045-2774-40D7-A33D-A48E2FAACC10}" type="presParOf" srcId="{7285E471-7993-441D-8B32-A7F336A46466}" destId="{08F1D5A7-783B-48EB-B1FE-3D54724860F9}"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625600"/>
          <a:ext cx="1009015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B30994-F27D-46CD-863A-B005372BEF41}">
      <dsp:nvSpPr>
        <dsp:cNvPr id="0" name=""/>
        <dsp:cNvSpPr/>
      </dsp:nvSpPr>
      <dsp:spPr>
        <a:xfrm>
          <a:off x="5348" y="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GB" sz="800" kern="1200"/>
            <a:t>Checkpoint 1: Develop data ingestion pipeline for </a:t>
          </a:r>
          <a:r>
            <a:rPr lang="en-GB" sz="800" kern="1200" err="1"/>
            <a:t>Selstadloggen</a:t>
          </a:r>
          <a:r>
            <a:rPr lang="en-GB" sz="800" kern="1200"/>
            <a:t> to automatically create the site model</a:t>
          </a:r>
        </a:p>
      </dsp:txBody>
      <dsp:txXfrm>
        <a:off x="5348" y="0"/>
        <a:ext cx="867984" cy="2167466"/>
      </dsp:txXfrm>
    </dsp:sp>
    <dsp:sp modelId="{E12669F9-6BEB-4674-95A0-1F342C6FFCD7}">
      <dsp:nvSpPr>
        <dsp:cNvPr id="0" name=""/>
        <dsp:cNvSpPr/>
      </dsp:nvSpPr>
      <dsp:spPr>
        <a:xfrm>
          <a:off x="168407"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715EC7-6AB2-40E2-9B0A-A4D4D165788F}">
      <dsp:nvSpPr>
        <dsp:cNvPr id="0" name=""/>
        <dsp:cNvSpPr/>
      </dsp:nvSpPr>
      <dsp:spPr>
        <a:xfrm>
          <a:off x="916732" y="325120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GB" sz="800" kern="1200"/>
            <a:t>Checkpoint 2: Onboarding and Knowledge Transfer – Data ingestion pipeline for </a:t>
          </a:r>
          <a:r>
            <a:rPr lang="en-GB" sz="800" kern="1200" err="1"/>
            <a:t>Havbruksloggen</a:t>
          </a:r>
          <a:endParaRPr lang="en-GB" sz="800" kern="1200"/>
        </a:p>
      </dsp:txBody>
      <dsp:txXfrm>
        <a:off x="916732" y="3251200"/>
        <a:ext cx="867984" cy="2167466"/>
      </dsp:txXfrm>
    </dsp:sp>
    <dsp:sp modelId="{90FBD28B-3859-447F-A8B2-40FDE199A5F6}">
      <dsp:nvSpPr>
        <dsp:cNvPr id="0" name=""/>
        <dsp:cNvSpPr/>
      </dsp:nvSpPr>
      <dsp:spPr>
        <a:xfrm>
          <a:off x="1079791"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2A143A-1BB6-45D8-A472-B8738FE719CD}">
      <dsp:nvSpPr>
        <dsp:cNvPr id="0" name=""/>
        <dsp:cNvSpPr/>
      </dsp:nvSpPr>
      <dsp:spPr>
        <a:xfrm>
          <a:off x="1828116" y="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GB" sz="800" kern="1200"/>
            <a:t>Checkpoint 3: </a:t>
          </a:r>
          <a:r>
            <a:rPr lang="en-US" sz="800" b="0" i="0" kern="1200"/>
            <a:t>Update the site model to ensure full alignment with NYTEK23 and NS9415 regulatory requirements</a:t>
          </a:r>
          <a:endParaRPr lang="en-US" sz="800" kern="1200"/>
        </a:p>
      </dsp:txBody>
      <dsp:txXfrm>
        <a:off x="1828116" y="0"/>
        <a:ext cx="867984" cy="2167466"/>
      </dsp:txXfrm>
    </dsp:sp>
    <dsp:sp modelId="{5ADB2773-0A98-42DC-9D2E-76E176E91754}">
      <dsp:nvSpPr>
        <dsp:cNvPr id="0" name=""/>
        <dsp:cNvSpPr/>
      </dsp:nvSpPr>
      <dsp:spPr>
        <a:xfrm>
          <a:off x="1991174"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C82F1DF-CF47-4067-BAD7-26214B443701}">
      <dsp:nvSpPr>
        <dsp:cNvPr id="0" name=""/>
        <dsp:cNvSpPr/>
      </dsp:nvSpPr>
      <dsp:spPr>
        <a:xfrm>
          <a:off x="2739499" y="325120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GB" sz="800" kern="1200"/>
            <a:t>Checkpoint 4: </a:t>
          </a:r>
          <a:r>
            <a:rPr lang="en-US" sz="800" b="0" i="0" kern="1200"/>
            <a:t>Implement API endpoints for updating and version‑tracking changes to the ontology</a:t>
          </a:r>
          <a:endParaRPr lang="en-GB" sz="800" kern="1200"/>
        </a:p>
      </dsp:txBody>
      <dsp:txXfrm>
        <a:off x="2739499" y="3251200"/>
        <a:ext cx="867984" cy="2167466"/>
      </dsp:txXfrm>
    </dsp:sp>
    <dsp:sp modelId="{24A023B7-5D6E-4971-8F5E-49AE9FE663FB}">
      <dsp:nvSpPr>
        <dsp:cNvPr id="0" name=""/>
        <dsp:cNvSpPr/>
      </dsp:nvSpPr>
      <dsp:spPr>
        <a:xfrm>
          <a:off x="2902558"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9C593F3-7B47-44A4-B281-F968B2B3E23D}">
      <dsp:nvSpPr>
        <dsp:cNvPr id="0" name=""/>
        <dsp:cNvSpPr/>
      </dsp:nvSpPr>
      <dsp:spPr>
        <a:xfrm>
          <a:off x="3650883" y="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GB" sz="800" kern="1200"/>
            <a:t>Checkpoint 5: </a:t>
          </a:r>
          <a:r>
            <a:rPr lang="en-US" sz="800" b="0" i="0" kern="1200"/>
            <a:t>Deploy and publish the ontology into the Oracle Graph DB in the test environment</a:t>
          </a:r>
          <a:endParaRPr lang="en-GB" sz="800" kern="1200"/>
        </a:p>
      </dsp:txBody>
      <dsp:txXfrm>
        <a:off x="3650883" y="0"/>
        <a:ext cx="867984" cy="2167466"/>
      </dsp:txXfrm>
    </dsp:sp>
    <dsp:sp modelId="{BBAF1771-9A88-45CA-A03C-501B195C58D3}">
      <dsp:nvSpPr>
        <dsp:cNvPr id="0" name=""/>
        <dsp:cNvSpPr/>
      </dsp:nvSpPr>
      <dsp:spPr>
        <a:xfrm>
          <a:off x="3813942"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7653AE-F9AE-4CF2-B985-C1DCB4FD5974}">
      <dsp:nvSpPr>
        <dsp:cNvPr id="0" name=""/>
        <dsp:cNvSpPr/>
      </dsp:nvSpPr>
      <dsp:spPr>
        <a:xfrm>
          <a:off x="4562267" y="325120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GB" sz="800" kern="1200"/>
            <a:t>Checkpoint 6: </a:t>
          </a:r>
          <a:r>
            <a:rPr lang="en-US" sz="800" kern="1200"/>
            <a:t>Design a triple‑level diff mechanism for incremental updates to the asset model</a:t>
          </a:r>
          <a:endParaRPr lang="en-GB" sz="800" kern="1200"/>
        </a:p>
      </dsp:txBody>
      <dsp:txXfrm>
        <a:off x="4562267" y="3251200"/>
        <a:ext cx="867984" cy="2167466"/>
      </dsp:txXfrm>
    </dsp:sp>
    <dsp:sp modelId="{E499D613-D0CB-40AE-9062-AAED677D4311}">
      <dsp:nvSpPr>
        <dsp:cNvPr id="0" name=""/>
        <dsp:cNvSpPr/>
      </dsp:nvSpPr>
      <dsp:spPr>
        <a:xfrm>
          <a:off x="4725325"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DC8EBB-D59C-4187-83EB-FB63F0AAF3E3}">
      <dsp:nvSpPr>
        <dsp:cNvPr id="0" name=""/>
        <dsp:cNvSpPr/>
      </dsp:nvSpPr>
      <dsp:spPr>
        <a:xfrm>
          <a:off x="5473650" y="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GB" sz="800" kern="1200"/>
            <a:t>Milestone 1: </a:t>
          </a:r>
          <a:r>
            <a:rPr lang="en-GB" sz="800" kern="1200">
              <a:solidFill>
                <a:schemeClr val="accent1"/>
              </a:solidFill>
            </a:rPr>
            <a:t>An automated and integrated system for site model creation running on the cloud that is triggered either manually or automatically upon upload of new files to DWB</a:t>
          </a:r>
          <a:endParaRPr lang="en-GB" sz="800" kern="1200"/>
        </a:p>
      </dsp:txBody>
      <dsp:txXfrm>
        <a:off x="5473650" y="0"/>
        <a:ext cx="867984" cy="2167466"/>
      </dsp:txXfrm>
    </dsp:sp>
    <dsp:sp modelId="{8077ABD0-0373-4EAA-888F-90FFD8877188}">
      <dsp:nvSpPr>
        <dsp:cNvPr id="0" name=""/>
        <dsp:cNvSpPr/>
      </dsp:nvSpPr>
      <dsp:spPr>
        <a:xfrm>
          <a:off x="5636709" y="2438400"/>
          <a:ext cx="541866" cy="541866"/>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E3E00F-2B21-43B1-AEEC-3C2E4B2E29C8}">
      <dsp:nvSpPr>
        <dsp:cNvPr id="0" name=""/>
        <dsp:cNvSpPr/>
      </dsp:nvSpPr>
      <dsp:spPr>
        <a:xfrm>
          <a:off x="6385034" y="325120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GB" sz="800" kern="1200"/>
            <a:t>Optional checkpoint 1: </a:t>
          </a:r>
          <a:r>
            <a:rPr lang="en-US" sz="800" b="0" i="0" kern="1200"/>
            <a:t>Implement data‑quality checks (using IQM) on source data and generate quality reports for the fish farmer</a:t>
          </a:r>
          <a:endParaRPr lang="en-GB" sz="800" kern="1200"/>
        </a:p>
      </dsp:txBody>
      <dsp:txXfrm>
        <a:off x="6385034" y="3251200"/>
        <a:ext cx="867984" cy="2167466"/>
      </dsp:txXfrm>
    </dsp:sp>
    <dsp:sp modelId="{B9B816B2-572A-4C50-9548-11CEBC5BD28D}">
      <dsp:nvSpPr>
        <dsp:cNvPr id="0" name=""/>
        <dsp:cNvSpPr/>
      </dsp:nvSpPr>
      <dsp:spPr>
        <a:xfrm>
          <a:off x="6548093"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A66EAB-EF9E-4582-B897-74E249E1B1D8}">
      <dsp:nvSpPr>
        <dsp:cNvPr id="0" name=""/>
        <dsp:cNvSpPr/>
      </dsp:nvSpPr>
      <dsp:spPr>
        <a:xfrm>
          <a:off x="7296418" y="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b" anchorCtr="0">
          <a:noAutofit/>
        </a:bodyPr>
        <a:lstStyle/>
        <a:p>
          <a:pPr marL="0" lvl="0" indent="0" algn="ctr" defTabSz="355600">
            <a:lnSpc>
              <a:spcPct val="90000"/>
            </a:lnSpc>
            <a:spcBef>
              <a:spcPct val="0"/>
            </a:spcBef>
            <a:spcAft>
              <a:spcPct val="35000"/>
            </a:spcAft>
            <a:buNone/>
          </a:pPr>
          <a:r>
            <a:rPr lang="en-GB" sz="800" kern="1200"/>
            <a:t>Optional checkpoint 2: Validation check (SHACL) on the triples generated by the Azure app.</a:t>
          </a:r>
        </a:p>
      </dsp:txBody>
      <dsp:txXfrm>
        <a:off x="7296418" y="0"/>
        <a:ext cx="867984" cy="2167466"/>
      </dsp:txXfrm>
    </dsp:sp>
    <dsp:sp modelId="{F7BAAD9C-8638-41A7-8891-C13C8D6A94C3}">
      <dsp:nvSpPr>
        <dsp:cNvPr id="0" name=""/>
        <dsp:cNvSpPr/>
      </dsp:nvSpPr>
      <dsp:spPr>
        <a:xfrm>
          <a:off x="7459477"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47EC0E-1621-4E01-8FDB-E10AE6601A0A}">
      <dsp:nvSpPr>
        <dsp:cNvPr id="0" name=""/>
        <dsp:cNvSpPr/>
      </dsp:nvSpPr>
      <dsp:spPr>
        <a:xfrm>
          <a:off x="8207801" y="3251200"/>
          <a:ext cx="86798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56896" rIns="56896" bIns="56896" numCol="1" spcCol="1270" anchor="t" anchorCtr="0">
          <a:noAutofit/>
        </a:bodyPr>
        <a:lstStyle/>
        <a:p>
          <a:pPr marL="0" lvl="0" indent="0" algn="ctr" defTabSz="355600">
            <a:lnSpc>
              <a:spcPct val="90000"/>
            </a:lnSpc>
            <a:spcBef>
              <a:spcPct val="0"/>
            </a:spcBef>
            <a:spcAft>
              <a:spcPct val="35000"/>
            </a:spcAft>
            <a:buNone/>
          </a:pPr>
          <a:r>
            <a:rPr lang="en-GB" sz="800" kern="1200"/>
            <a:t>Optional checkpoint 3: </a:t>
          </a:r>
          <a:r>
            <a:rPr lang="en-US" sz="800" b="0" i="0" kern="1200"/>
            <a:t>Design component‑level semantic diff logic for incremental updates to the asset model</a:t>
          </a:r>
          <a:endParaRPr lang="en-GB" sz="800" kern="1200"/>
        </a:p>
      </dsp:txBody>
      <dsp:txXfrm>
        <a:off x="8207801" y="3251200"/>
        <a:ext cx="867984" cy="2167466"/>
      </dsp:txXfrm>
    </dsp:sp>
    <dsp:sp modelId="{46D9C4F9-0737-4DC8-A76E-68CE5B41E25F}">
      <dsp:nvSpPr>
        <dsp:cNvPr id="0" name=""/>
        <dsp:cNvSpPr/>
      </dsp:nvSpPr>
      <dsp:spPr>
        <a:xfrm>
          <a:off x="8370860"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372286"/>
          <a:ext cx="8761799" cy="182971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9E3F9-706E-4A94-9325-FDEBB82C7FBF}">
      <dsp:nvSpPr>
        <dsp:cNvPr id="0" name=""/>
        <dsp:cNvSpPr/>
      </dsp:nvSpPr>
      <dsp:spPr>
        <a:xfrm>
          <a:off x="3850" y="0"/>
          <a:ext cx="2541263" cy="18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rtl="0">
            <a:lnSpc>
              <a:spcPct val="90000"/>
            </a:lnSpc>
            <a:spcBef>
              <a:spcPct val="0"/>
            </a:spcBef>
            <a:spcAft>
              <a:spcPct val="35000"/>
            </a:spcAft>
            <a:buNone/>
          </a:pPr>
          <a:r>
            <a:rPr lang="en-GB" sz="1500" kern="1200"/>
            <a:t>Checkpoint 1: </a:t>
          </a:r>
          <a:r>
            <a:rPr lang="en-US" sz="1500" b="0" i="0" kern="1200"/>
            <a:t>Identify all mandatory document types for a site (e.g., user manuals, certificates, service cards) and formalize them as ontology‑based requirements</a:t>
          </a:r>
        </a:p>
      </dsp:txBody>
      <dsp:txXfrm>
        <a:off x="3850" y="0"/>
        <a:ext cx="2541263" cy="1829715"/>
      </dsp:txXfrm>
    </dsp:sp>
    <dsp:sp modelId="{11EA24EA-1177-4570-A542-624C35CA141B}">
      <dsp:nvSpPr>
        <dsp:cNvPr id="0" name=""/>
        <dsp:cNvSpPr/>
      </dsp:nvSpPr>
      <dsp:spPr>
        <a:xfrm>
          <a:off x="1045767" y="2058430"/>
          <a:ext cx="457428" cy="45742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752F99-8FA2-4990-8629-5EA59CC4FB55}">
      <dsp:nvSpPr>
        <dsp:cNvPr id="0" name=""/>
        <dsp:cNvSpPr/>
      </dsp:nvSpPr>
      <dsp:spPr>
        <a:xfrm>
          <a:off x="2672177" y="2744573"/>
          <a:ext cx="2541263" cy="18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GB" sz="1500" kern="1200"/>
            <a:t>Checkpoint 2: </a:t>
          </a:r>
          <a:r>
            <a:rPr lang="en-US" sz="1500" b="0" i="0" kern="1200"/>
            <a:t>Create semantic links in the asset model between each component and its corresponding certificates service-cards and user manuals</a:t>
          </a:r>
          <a:endParaRPr lang="en-GB" sz="1500" kern="1200"/>
        </a:p>
      </dsp:txBody>
      <dsp:txXfrm>
        <a:off x="2672177" y="2744573"/>
        <a:ext cx="2541263" cy="1829715"/>
      </dsp:txXfrm>
    </dsp:sp>
    <dsp:sp modelId="{25338499-99AA-41B8-BCDB-47F106203E49}">
      <dsp:nvSpPr>
        <dsp:cNvPr id="0" name=""/>
        <dsp:cNvSpPr/>
      </dsp:nvSpPr>
      <dsp:spPr>
        <a:xfrm>
          <a:off x="3714095" y="2058430"/>
          <a:ext cx="457428" cy="45742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248CC89-D1D9-4BC4-B30D-73F6C2430D5C}">
      <dsp:nvSpPr>
        <dsp:cNvPr id="0" name=""/>
        <dsp:cNvSpPr/>
      </dsp:nvSpPr>
      <dsp:spPr>
        <a:xfrm>
          <a:off x="5340504" y="0"/>
          <a:ext cx="2541263" cy="18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GB" sz="1500" kern="1200"/>
            <a:t>Milestone 2: </a:t>
          </a:r>
          <a:r>
            <a:rPr lang="en-US" sz="1500" b="0" i="0" kern="1200"/>
            <a:t>Automated ontology‑driven reasoning that verifies whether all required documents (certificates, user manuals) exist for each component in the site model </a:t>
          </a:r>
          <a:r>
            <a:rPr lang="nb-NO" sz="1500" kern="1200">
              <a:solidFill>
                <a:srgbClr val="0F204B"/>
              </a:solidFill>
              <a:latin typeface="Arial"/>
              <a:cs typeface="Arial"/>
            </a:rPr>
            <a:t>(Reasoning application #1)</a:t>
          </a:r>
          <a:endParaRPr lang="en-GB" sz="1500" kern="1200">
            <a:latin typeface="Arial"/>
            <a:cs typeface="Arial"/>
          </a:endParaRPr>
        </a:p>
      </dsp:txBody>
      <dsp:txXfrm>
        <a:off x="5340504" y="0"/>
        <a:ext cx="2541263" cy="1829715"/>
      </dsp:txXfrm>
    </dsp:sp>
    <dsp:sp modelId="{BB283B02-33B2-4C96-8F1A-538BBC76D42A}">
      <dsp:nvSpPr>
        <dsp:cNvPr id="0" name=""/>
        <dsp:cNvSpPr/>
      </dsp:nvSpPr>
      <dsp:spPr>
        <a:xfrm>
          <a:off x="6382422" y="2058430"/>
          <a:ext cx="457428" cy="457428"/>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369785"/>
          <a:ext cx="9533769" cy="1826381"/>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9E3F9-706E-4A94-9325-FDEBB82C7FBF}">
      <dsp:nvSpPr>
        <dsp:cNvPr id="0" name=""/>
        <dsp:cNvSpPr/>
      </dsp:nvSpPr>
      <dsp:spPr>
        <a:xfrm>
          <a:off x="3770" y="0"/>
          <a:ext cx="1648625" cy="1826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kern="1200"/>
            <a:t>Checkpoint 1: </a:t>
          </a:r>
          <a:r>
            <a:rPr lang="en-US" sz="1200" b="0" i="0" kern="1200"/>
            <a:t>Prepare action lists manually from user manuals</a:t>
          </a:r>
          <a:endParaRPr lang="en-GB" sz="1200" kern="1200"/>
        </a:p>
      </dsp:txBody>
      <dsp:txXfrm>
        <a:off x="3770" y="0"/>
        <a:ext cx="1648625" cy="1826381"/>
      </dsp:txXfrm>
    </dsp:sp>
    <dsp:sp modelId="{11EA24EA-1177-4570-A542-624C35CA141B}">
      <dsp:nvSpPr>
        <dsp:cNvPr id="0" name=""/>
        <dsp:cNvSpPr/>
      </dsp:nvSpPr>
      <dsp:spPr>
        <a:xfrm>
          <a:off x="599785" y="2054678"/>
          <a:ext cx="456595" cy="45659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D6E13C-AF06-410D-A2F1-79B09BACB47C}">
      <dsp:nvSpPr>
        <dsp:cNvPr id="0" name=""/>
        <dsp:cNvSpPr/>
      </dsp:nvSpPr>
      <dsp:spPr>
        <a:xfrm>
          <a:off x="1734827" y="2739571"/>
          <a:ext cx="1648625" cy="1826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GB" sz="1200" kern="1200">
              <a:latin typeface="Arial"/>
            </a:rPr>
            <a:t>Checkpoint 2: </a:t>
          </a:r>
          <a:r>
            <a:rPr lang="en-US" sz="1200" b="0" i="0" kern="1200"/>
            <a:t>Identify which actions constitute actual procedural requirements based on defined qualification criteria</a:t>
          </a:r>
          <a:endParaRPr lang="en-GB" sz="1200" kern="1200">
            <a:latin typeface="Arial"/>
          </a:endParaRPr>
        </a:p>
      </dsp:txBody>
      <dsp:txXfrm>
        <a:off x="1734827" y="2739571"/>
        <a:ext cx="1648625" cy="1826381"/>
      </dsp:txXfrm>
    </dsp:sp>
    <dsp:sp modelId="{3C5463CF-1796-40DE-85C0-A7C00C6E185D}">
      <dsp:nvSpPr>
        <dsp:cNvPr id="0" name=""/>
        <dsp:cNvSpPr/>
      </dsp:nvSpPr>
      <dsp:spPr>
        <a:xfrm>
          <a:off x="2330842" y="2054678"/>
          <a:ext cx="456595" cy="45659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6BD524-5B26-46AF-8312-D5C68396351B}">
      <dsp:nvSpPr>
        <dsp:cNvPr id="0" name=""/>
        <dsp:cNvSpPr/>
      </dsp:nvSpPr>
      <dsp:spPr>
        <a:xfrm>
          <a:off x="3465883" y="0"/>
          <a:ext cx="1648625" cy="1826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kern="1200"/>
            <a:t>Checkpoint </a:t>
          </a:r>
          <a:r>
            <a:rPr lang="en-GB" sz="1200" kern="1200">
              <a:latin typeface="Arial"/>
            </a:rPr>
            <a:t>3</a:t>
          </a:r>
          <a:r>
            <a:rPr lang="en-GB" sz="1200" kern="1200"/>
            <a:t>: </a:t>
          </a:r>
          <a:r>
            <a:rPr lang="en-US" sz="1200" b="0" i="0" kern="1200"/>
            <a:t>Formalize the qualifying actions into standardized procedural requirements suitable for integration into the ontology</a:t>
          </a:r>
          <a:endParaRPr lang="en-GB" sz="1200" kern="1200"/>
        </a:p>
      </dsp:txBody>
      <dsp:txXfrm>
        <a:off x="3465883" y="0"/>
        <a:ext cx="1648625" cy="1826381"/>
      </dsp:txXfrm>
    </dsp:sp>
    <dsp:sp modelId="{7995A177-BF7F-4B68-A0B1-B9D351DB683E}">
      <dsp:nvSpPr>
        <dsp:cNvPr id="0" name=""/>
        <dsp:cNvSpPr/>
      </dsp:nvSpPr>
      <dsp:spPr>
        <a:xfrm>
          <a:off x="4061898" y="2054678"/>
          <a:ext cx="456595" cy="456595"/>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2A1624-457E-472E-981F-412BDF7EED4B}">
      <dsp:nvSpPr>
        <dsp:cNvPr id="0" name=""/>
        <dsp:cNvSpPr/>
      </dsp:nvSpPr>
      <dsp:spPr>
        <a:xfrm>
          <a:off x="5196939" y="2739571"/>
          <a:ext cx="1648625" cy="1826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kern="1200"/>
            <a:t>Milestone 3: </a:t>
          </a:r>
          <a:r>
            <a:rPr lang="en-US" sz="1200" b="0" i="0" kern="1200"/>
            <a:t>Integrate the procedural requirements into the asset model to enrich it with compliance‑relevant operational actions</a:t>
          </a:r>
        </a:p>
      </dsp:txBody>
      <dsp:txXfrm>
        <a:off x="5196939" y="2739571"/>
        <a:ext cx="1648625" cy="1826381"/>
      </dsp:txXfrm>
    </dsp:sp>
    <dsp:sp modelId="{30AE5B9E-689B-4807-8BFB-CA86FEA29165}">
      <dsp:nvSpPr>
        <dsp:cNvPr id="0" name=""/>
        <dsp:cNvSpPr/>
      </dsp:nvSpPr>
      <dsp:spPr>
        <a:xfrm>
          <a:off x="5792954" y="2054678"/>
          <a:ext cx="456595" cy="456595"/>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D166DE-0759-4C3D-B409-4524AE16D33A}">
      <dsp:nvSpPr>
        <dsp:cNvPr id="0" name=""/>
        <dsp:cNvSpPr/>
      </dsp:nvSpPr>
      <dsp:spPr>
        <a:xfrm>
          <a:off x="6927996" y="0"/>
          <a:ext cx="1648625" cy="18263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kern="1200">
              <a:solidFill>
                <a:schemeClr val="accent1"/>
              </a:solidFill>
            </a:rPr>
            <a:t>Milestone 4: </a:t>
          </a:r>
          <a:r>
            <a:rPr lang="en-US" sz="1200" b="0" i="0" kern="1200"/>
            <a:t>Automated ontology‑based reasoning that links procedural requirements to the specific components they apply to (Reasoning Application #2)</a:t>
          </a:r>
        </a:p>
      </dsp:txBody>
      <dsp:txXfrm>
        <a:off x="6927996" y="0"/>
        <a:ext cx="1648625" cy="1826381"/>
      </dsp:txXfrm>
    </dsp:sp>
    <dsp:sp modelId="{C9382E81-2ED9-4EDE-9BBE-EC268CB9E359}">
      <dsp:nvSpPr>
        <dsp:cNvPr id="0" name=""/>
        <dsp:cNvSpPr/>
      </dsp:nvSpPr>
      <dsp:spPr>
        <a:xfrm>
          <a:off x="7524011" y="2054678"/>
          <a:ext cx="456595" cy="456595"/>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386259"/>
          <a:ext cx="10090150" cy="184834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D4C818-1B34-464A-B13C-7B9070F714CA}">
      <dsp:nvSpPr>
        <dsp:cNvPr id="0" name=""/>
        <dsp:cNvSpPr/>
      </dsp:nvSpPr>
      <dsp:spPr>
        <a:xfrm>
          <a:off x="4434" y="0"/>
          <a:ext cx="2926537" cy="18483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GB" sz="1500" kern="1200"/>
            <a:t>Checkpoint 1: Capture user-generated responses from the Smarter Compliance platform for both successful completion and rollback scenarios.</a:t>
          </a:r>
        </a:p>
      </dsp:txBody>
      <dsp:txXfrm>
        <a:off x="4434" y="0"/>
        <a:ext cx="2926537" cy="1848346"/>
      </dsp:txXfrm>
    </dsp:sp>
    <dsp:sp modelId="{2170EB14-0E6A-40FD-A2D8-DDFAACF43A7E}">
      <dsp:nvSpPr>
        <dsp:cNvPr id="0" name=""/>
        <dsp:cNvSpPr/>
      </dsp:nvSpPr>
      <dsp:spPr>
        <a:xfrm>
          <a:off x="1236659" y="2079389"/>
          <a:ext cx="462086" cy="4620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F7758F-82E2-4379-80DC-C346E27C6EE1}">
      <dsp:nvSpPr>
        <dsp:cNvPr id="0" name=""/>
        <dsp:cNvSpPr/>
      </dsp:nvSpPr>
      <dsp:spPr>
        <a:xfrm>
          <a:off x="3077298" y="2772519"/>
          <a:ext cx="2926537" cy="18483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GB" sz="1500" kern="1200"/>
            <a:t>Checkpoint 2: </a:t>
          </a:r>
          <a:r>
            <a:rPr lang="en-US" sz="1500" b="0" i="0" kern="1200"/>
            <a:t>Model all captured user responses as procedural evidence within the ontology, treating them as documentation generated directly from system logs</a:t>
          </a:r>
          <a:endParaRPr lang="en-GB" sz="1500" kern="1200"/>
        </a:p>
      </dsp:txBody>
      <dsp:txXfrm>
        <a:off x="3077298" y="2772519"/>
        <a:ext cx="2926537" cy="1848346"/>
      </dsp:txXfrm>
    </dsp:sp>
    <dsp:sp modelId="{A04D5982-26EA-46E4-9E53-15622B0F637E}">
      <dsp:nvSpPr>
        <dsp:cNvPr id="0" name=""/>
        <dsp:cNvSpPr/>
      </dsp:nvSpPr>
      <dsp:spPr>
        <a:xfrm>
          <a:off x="4309524" y="2079389"/>
          <a:ext cx="462086" cy="4620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093904-9D4B-48E2-8322-08602F733A49}">
      <dsp:nvSpPr>
        <dsp:cNvPr id="0" name=""/>
        <dsp:cNvSpPr/>
      </dsp:nvSpPr>
      <dsp:spPr>
        <a:xfrm>
          <a:off x="6150163" y="0"/>
          <a:ext cx="2926537" cy="18483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GB" sz="1500" kern="1200"/>
            <a:t>Milestone 5: </a:t>
          </a:r>
          <a:r>
            <a:rPr lang="en-US" sz="1500" b="0" i="0" kern="1200"/>
            <a:t>Integrate user‑generated evidence (from logs) into the asset model, enabling an early alpha version of continuous compliance using reasoning over requirements and available evidence</a:t>
          </a:r>
          <a:br>
            <a:rPr lang="en-US" sz="1500" b="0" i="0" kern="1200"/>
          </a:br>
          <a:r>
            <a:rPr lang="en-US" sz="1500" b="0" i="0" kern="1200"/>
            <a:t>(Reasoning application #3)</a:t>
          </a:r>
          <a:endParaRPr lang="en-GB" sz="1500" kern="1200"/>
        </a:p>
      </dsp:txBody>
      <dsp:txXfrm>
        <a:off x="6150163" y="0"/>
        <a:ext cx="2926537" cy="1848346"/>
      </dsp:txXfrm>
    </dsp:sp>
    <dsp:sp modelId="{0B746421-A53E-42E5-AFDC-D68F457660E6}">
      <dsp:nvSpPr>
        <dsp:cNvPr id="0" name=""/>
        <dsp:cNvSpPr/>
      </dsp:nvSpPr>
      <dsp:spPr>
        <a:xfrm>
          <a:off x="7382388" y="2079389"/>
          <a:ext cx="462086" cy="46208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403178"/>
          <a:ext cx="9276664" cy="187090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9E3F9-706E-4A94-9325-FDEBB82C7FBF}">
      <dsp:nvSpPr>
        <dsp:cNvPr id="0" name=""/>
        <dsp:cNvSpPr/>
      </dsp:nvSpPr>
      <dsp:spPr>
        <a:xfrm>
          <a:off x="4178" y="0"/>
          <a:ext cx="2009792"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latin typeface="Arial"/>
            </a:rPr>
            <a:t>Checkpoint 1: Parse the design documents (Mooring Analysis report and Site Survey) to extract technical requirements</a:t>
          </a:r>
          <a:endParaRPr lang="en-GB" sz="1400" kern="1200"/>
        </a:p>
      </dsp:txBody>
      <dsp:txXfrm>
        <a:off x="4178" y="0"/>
        <a:ext cx="2009792" cy="1870904"/>
      </dsp:txXfrm>
    </dsp:sp>
    <dsp:sp modelId="{11EA24EA-1177-4570-A542-624C35CA141B}">
      <dsp:nvSpPr>
        <dsp:cNvPr id="0" name=""/>
        <dsp:cNvSpPr/>
      </dsp:nvSpPr>
      <dsp:spPr>
        <a:xfrm>
          <a:off x="775211" y="2104767"/>
          <a:ext cx="467726" cy="4677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6349FE-7B9B-4FBD-A37E-63E029DEA20C}">
      <dsp:nvSpPr>
        <dsp:cNvPr id="0" name=""/>
        <dsp:cNvSpPr/>
      </dsp:nvSpPr>
      <dsp:spPr>
        <a:xfrm>
          <a:off x="2114461" y="2806357"/>
          <a:ext cx="2009792"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b="0" kern="1200">
              <a:latin typeface="Arial"/>
            </a:rPr>
            <a:t>Checkpoint 2: </a:t>
          </a:r>
          <a:r>
            <a:rPr lang="en-US" sz="1400" b="0" i="0" kern="1200"/>
            <a:t>Identify which extracted technical requirements fall within the defined scope of the project</a:t>
          </a:r>
          <a:endParaRPr lang="en-US" sz="1400" kern="1200"/>
        </a:p>
      </dsp:txBody>
      <dsp:txXfrm>
        <a:off x="2114461" y="2806357"/>
        <a:ext cx="2009792" cy="1870904"/>
      </dsp:txXfrm>
    </dsp:sp>
    <dsp:sp modelId="{81578F3F-6511-4E4D-8183-23BB4C1741AE}">
      <dsp:nvSpPr>
        <dsp:cNvPr id="0" name=""/>
        <dsp:cNvSpPr/>
      </dsp:nvSpPr>
      <dsp:spPr>
        <a:xfrm>
          <a:off x="2885494" y="2104767"/>
          <a:ext cx="467726" cy="4677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627502-7DCF-4B2B-98E8-A718D80543EF}">
      <dsp:nvSpPr>
        <dsp:cNvPr id="0" name=""/>
        <dsp:cNvSpPr/>
      </dsp:nvSpPr>
      <dsp:spPr>
        <a:xfrm>
          <a:off x="4224743" y="0"/>
          <a:ext cx="2009792"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t>Checkpoint 3: </a:t>
          </a:r>
          <a:r>
            <a:rPr lang="en-US" sz="1400" b="0" i="0" kern="1200"/>
            <a:t>Extend the aquaculture core vocabulary with the concepts and relationships needed to represent technical requirements</a:t>
          </a:r>
          <a:endParaRPr lang="en-GB" sz="1400" kern="1200"/>
        </a:p>
      </dsp:txBody>
      <dsp:txXfrm>
        <a:off x="4224743" y="0"/>
        <a:ext cx="2009792" cy="1870904"/>
      </dsp:txXfrm>
    </dsp:sp>
    <dsp:sp modelId="{6FF55663-8DC9-462D-9469-2E22AB53896F}">
      <dsp:nvSpPr>
        <dsp:cNvPr id="0" name=""/>
        <dsp:cNvSpPr/>
      </dsp:nvSpPr>
      <dsp:spPr>
        <a:xfrm>
          <a:off x="4995776" y="2104767"/>
          <a:ext cx="467726" cy="4677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8A22733-B828-48B9-BFBC-024BE0BC56C2}">
      <dsp:nvSpPr>
        <dsp:cNvPr id="0" name=""/>
        <dsp:cNvSpPr/>
      </dsp:nvSpPr>
      <dsp:spPr>
        <a:xfrm>
          <a:off x="6335026" y="2806357"/>
          <a:ext cx="2009792"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kern="1200"/>
            <a:t>Milestone 6: </a:t>
          </a:r>
          <a:r>
            <a:rPr lang="en-US" sz="1400" b="0" i="0" kern="1200"/>
            <a:t>Integrate the scoped technical requirements into the asset model so that compliance reasoning can incorporate engineering and design constraints</a:t>
          </a:r>
          <a:endParaRPr lang="en-GB" sz="1400" kern="1200"/>
        </a:p>
      </dsp:txBody>
      <dsp:txXfrm>
        <a:off x="6335026" y="2806357"/>
        <a:ext cx="2009792" cy="1870904"/>
      </dsp:txXfrm>
    </dsp:sp>
    <dsp:sp modelId="{C0F8991E-D222-4157-A8DB-A55292DB758F}">
      <dsp:nvSpPr>
        <dsp:cNvPr id="0" name=""/>
        <dsp:cNvSpPr/>
      </dsp:nvSpPr>
      <dsp:spPr>
        <a:xfrm>
          <a:off x="7106059" y="2104767"/>
          <a:ext cx="467726" cy="467726"/>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368981"/>
          <a:ext cx="10090150" cy="1825308"/>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B427F2-51F2-4168-B98C-579ED430605D}">
      <dsp:nvSpPr>
        <dsp:cNvPr id="0" name=""/>
        <dsp:cNvSpPr/>
      </dsp:nvSpPr>
      <dsp:spPr>
        <a:xfrm>
          <a:off x="4545" y="0"/>
          <a:ext cx="2186034" cy="182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GB" sz="1300" kern="1200"/>
            <a:t>Checkpoint 1: </a:t>
          </a:r>
          <a:r>
            <a:rPr lang="en-US" sz="1300" b="0" i="0" kern="1200"/>
            <a:t>Implement the linking logic (rules/queries) that determines which components each technical requirement applies to.</a:t>
          </a:r>
          <a:endParaRPr lang="en-GB" sz="1300" kern="1200">
            <a:latin typeface="Arial"/>
          </a:endParaRPr>
        </a:p>
      </dsp:txBody>
      <dsp:txXfrm>
        <a:off x="4545" y="0"/>
        <a:ext cx="2186034" cy="1825308"/>
      </dsp:txXfrm>
    </dsp:sp>
    <dsp:sp modelId="{0274C2C5-9C0F-4C17-873E-8DD64407222F}">
      <dsp:nvSpPr>
        <dsp:cNvPr id="0" name=""/>
        <dsp:cNvSpPr/>
      </dsp:nvSpPr>
      <dsp:spPr>
        <a:xfrm>
          <a:off x="869398" y="2053471"/>
          <a:ext cx="456327" cy="4563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E616F36-6915-48CF-8EF3-1F2FF90D10D7}">
      <dsp:nvSpPr>
        <dsp:cNvPr id="0" name=""/>
        <dsp:cNvSpPr/>
      </dsp:nvSpPr>
      <dsp:spPr>
        <a:xfrm>
          <a:off x="2299881" y="2737962"/>
          <a:ext cx="2186034" cy="182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rtl="0">
            <a:lnSpc>
              <a:spcPct val="90000"/>
            </a:lnSpc>
            <a:spcBef>
              <a:spcPct val="0"/>
            </a:spcBef>
            <a:spcAft>
              <a:spcPct val="35000"/>
            </a:spcAft>
            <a:buNone/>
          </a:pPr>
          <a:r>
            <a:rPr lang="en-GB" sz="1300" kern="1200">
              <a:latin typeface="Calibri"/>
              <a:ea typeface="Calibri"/>
              <a:cs typeface="Calibri"/>
            </a:rPr>
            <a:t>Checkpoint 2: </a:t>
          </a:r>
          <a:r>
            <a:rPr lang="en-US" sz="1300" b="0" i="0" kern="1200"/>
            <a:t>Integrate evidence extracted from product certificates, user manuals, and service cards into the asset model (leveraging artifacts from the PoC where relevant)</a:t>
          </a:r>
          <a:endParaRPr lang="en-GB" sz="1300" kern="1200">
            <a:latin typeface="Arial"/>
          </a:endParaRPr>
        </a:p>
      </dsp:txBody>
      <dsp:txXfrm>
        <a:off x="2299881" y="2737962"/>
        <a:ext cx="2186034" cy="1825308"/>
      </dsp:txXfrm>
    </dsp:sp>
    <dsp:sp modelId="{8DE4F2D7-29C4-4A9B-8A42-3FA84F32C296}">
      <dsp:nvSpPr>
        <dsp:cNvPr id="0" name=""/>
        <dsp:cNvSpPr/>
      </dsp:nvSpPr>
      <dsp:spPr>
        <a:xfrm>
          <a:off x="3164735" y="2053471"/>
          <a:ext cx="456327" cy="4563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CAB047-BEFD-4712-9E2F-B282AAF757EA}">
      <dsp:nvSpPr>
        <dsp:cNvPr id="0" name=""/>
        <dsp:cNvSpPr/>
      </dsp:nvSpPr>
      <dsp:spPr>
        <a:xfrm>
          <a:off x="4595218" y="0"/>
          <a:ext cx="2186034" cy="182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GB" sz="1300" kern="1200"/>
            <a:t>Checkpoint 3: </a:t>
          </a:r>
          <a:r>
            <a:rPr lang="en-US" sz="1300" b="0" i="0" kern="1200"/>
            <a:t>Prepare a golden dataset covering requirements ↔ components ↔ evidence, plus expected compliance outcomes (Satisfied / Not Satisfied / Not Applicable), to benchmark both linking and compliance evaluation</a:t>
          </a:r>
          <a:endParaRPr lang="en-US" sz="1300" b="0" kern="1200"/>
        </a:p>
      </dsp:txBody>
      <dsp:txXfrm>
        <a:off x="4595218" y="0"/>
        <a:ext cx="2186034" cy="1825308"/>
      </dsp:txXfrm>
    </dsp:sp>
    <dsp:sp modelId="{F2C801CB-6C1F-4692-A9C3-883E081668D0}">
      <dsp:nvSpPr>
        <dsp:cNvPr id="0" name=""/>
        <dsp:cNvSpPr/>
      </dsp:nvSpPr>
      <dsp:spPr>
        <a:xfrm>
          <a:off x="5460072" y="2053471"/>
          <a:ext cx="456327" cy="45632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0D83585-5C14-42DD-8FF5-5C20B4E8A8D4}">
      <dsp:nvSpPr>
        <dsp:cNvPr id="0" name=""/>
        <dsp:cNvSpPr/>
      </dsp:nvSpPr>
      <dsp:spPr>
        <a:xfrm>
          <a:off x="6890555" y="2737962"/>
          <a:ext cx="2186034" cy="18253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rtl="0">
            <a:lnSpc>
              <a:spcPct val="90000"/>
            </a:lnSpc>
            <a:spcBef>
              <a:spcPct val="0"/>
            </a:spcBef>
            <a:spcAft>
              <a:spcPct val="35000"/>
            </a:spcAft>
            <a:buNone/>
          </a:pPr>
          <a:r>
            <a:rPr lang="en-GB" sz="1300" kern="1200"/>
            <a:t>Milestone 7: </a:t>
          </a:r>
          <a:r>
            <a:rPr lang="en-US" sz="1300" b="0" i="0" kern="1200"/>
            <a:t>Implement automated reasoning that links technical requirements to the specific components they apply to, enabling technical‑compliance inference</a:t>
          </a:r>
          <a:endParaRPr lang="en-GB" sz="1300" kern="1200"/>
        </a:p>
      </dsp:txBody>
      <dsp:txXfrm>
        <a:off x="6890555" y="2737962"/>
        <a:ext cx="2186034" cy="1825308"/>
      </dsp:txXfrm>
    </dsp:sp>
    <dsp:sp modelId="{FC20B558-7147-464E-B7FD-5C916CCA76ED}">
      <dsp:nvSpPr>
        <dsp:cNvPr id="0" name=""/>
        <dsp:cNvSpPr/>
      </dsp:nvSpPr>
      <dsp:spPr>
        <a:xfrm>
          <a:off x="7755408" y="2053471"/>
          <a:ext cx="456327" cy="456327"/>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876799"/>
          <a:ext cx="11696700" cy="2502399"/>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064C8B-7250-41FD-BE25-451E346099F5}">
      <dsp:nvSpPr>
        <dsp:cNvPr id="0" name=""/>
        <dsp:cNvSpPr/>
      </dsp:nvSpPr>
      <dsp:spPr>
        <a:xfrm>
          <a:off x="6200" y="0"/>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rtl="0">
            <a:lnSpc>
              <a:spcPct val="90000"/>
            </a:lnSpc>
            <a:spcBef>
              <a:spcPct val="0"/>
            </a:spcBef>
            <a:spcAft>
              <a:spcPct val="35000"/>
            </a:spcAft>
            <a:buNone/>
          </a:pPr>
          <a:r>
            <a:rPr lang="en-GB" sz="900" kern="1200"/>
            <a:t>Checkpoint 1: </a:t>
          </a:r>
          <a:r>
            <a:rPr lang="en-US" sz="900" b="0" i="0" kern="1200"/>
            <a:t>Create an ontology that models the document‑extraction process, with specialized sub‑ontologies for each document type.</a:t>
          </a:r>
          <a:endParaRPr lang="en-GB" sz="900" b="1" kern="1200">
            <a:latin typeface="Arial"/>
          </a:endParaRPr>
        </a:p>
      </dsp:txBody>
      <dsp:txXfrm>
        <a:off x="6200" y="0"/>
        <a:ext cx="1006184" cy="2502399"/>
      </dsp:txXfrm>
    </dsp:sp>
    <dsp:sp modelId="{D6E71A8F-8C26-44DE-8D55-9B4375B66741}">
      <dsp:nvSpPr>
        <dsp:cNvPr id="0" name=""/>
        <dsp:cNvSpPr/>
      </dsp:nvSpPr>
      <dsp:spPr>
        <a:xfrm>
          <a:off x="196492"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F963C1-CD59-4CA9-8BC0-9C2AD6C8295B}">
      <dsp:nvSpPr>
        <dsp:cNvPr id="0" name=""/>
        <dsp:cNvSpPr/>
      </dsp:nvSpPr>
      <dsp:spPr>
        <a:xfrm>
          <a:off x="1062694" y="3753599"/>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rtl="0">
            <a:lnSpc>
              <a:spcPct val="90000"/>
            </a:lnSpc>
            <a:spcBef>
              <a:spcPct val="0"/>
            </a:spcBef>
            <a:spcAft>
              <a:spcPct val="35000"/>
            </a:spcAft>
            <a:buNone/>
          </a:pPr>
          <a:r>
            <a:rPr lang="en-GB" sz="900" b="0" kern="1200">
              <a:latin typeface="Arial"/>
            </a:rPr>
            <a:t>Checkpoint 2: Develop a</a:t>
          </a:r>
          <a:r>
            <a:rPr lang="en-GB" sz="900" kern="1200">
              <a:solidFill>
                <a:schemeClr val="accent1"/>
              </a:solidFill>
            </a:rPr>
            <a:t>n ontology-guided extraction agent for certificates (and service cards), </a:t>
          </a:r>
          <a:r>
            <a:rPr lang="en-US" sz="900" b="0" i="0" kern="1200"/>
            <a:t>and integrate the extracted parameters into the asset model</a:t>
          </a:r>
          <a:endParaRPr lang="en-GB" sz="900" b="0" kern="1200">
            <a:latin typeface="Arial"/>
          </a:endParaRPr>
        </a:p>
      </dsp:txBody>
      <dsp:txXfrm>
        <a:off x="1062694" y="3753599"/>
        <a:ext cx="1006184" cy="2502399"/>
      </dsp:txXfrm>
    </dsp:sp>
    <dsp:sp modelId="{50028D8A-F695-4D0A-A98B-92D353660BB9}">
      <dsp:nvSpPr>
        <dsp:cNvPr id="0" name=""/>
        <dsp:cNvSpPr/>
      </dsp:nvSpPr>
      <dsp:spPr>
        <a:xfrm>
          <a:off x="1252986"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B49A539-9151-4E48-A3F0-65EA6278F117}">
      <dsp:nvSpPr>
        <dsp:cNvPr id="0" name=""/>
        <dsp:cNvSpPr/>
      </dsp:nvSpPr>
      <dsp:spPr>
        <a:xfrm>
          <a:off x="2119188" y="0"/>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rtl="0">
            <a:lnSpc>
              <a:spcPct val="90000"/>
            </a:lnSpc>
            <a:spcBef>
              <a:spcPct val="0"/>
            </a:spcBef>
            <a:spcAft>
              <a:spcPct val="35000"/>
            </a:spcAft>
            <a:buNone/>
          </a:pPr>
          <a:r>
            <a:rPr lang="en-GB" sz="900" b="0" kern="1200">
              <a:latin typeface="Arial"/>
            </a:rPr>
            <a:t>Checkpoint 3: </a:t>
          </a:r>
          <a:r>
            <a:rPr lang="en-US" sz="900" b="0" i="0" kern="1200"/>
            <a:t>Test the agent on prepared test data and deploy it if accuracy meets the predefined threshold</a:t>
          </a:r>
          <a:endParaRPr lang="en-GB" sz="900" b="0" kern="1200">
            <a:latin typeface="Arial"/>
          </a:endParaRPr>
        </a:p>
      </dsp:txBody>
      <dsp:txXfrm>
        <a:off x="2119188" y="0"/>
        <a:ext cx="1006184" cy="2502399"/>
      </dsp:txXfrm>
    </dsp:sp>
    <dsp:sp modelId="{39F5EF14-D3C9-476F-B33D-DEAB29382056}">
      <dsp:nvSpPr>
        <dsp:cNvPr id="0" name=""/>
        <dsp:cNvSpPr/>
      </dsp:nvSpPr>
      <dsp:spPr>
        <a:xfrm>
          <a:off x="2309480"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3A9463-BCBA-4BBE-9AF6-FCF1A6CCAF94}">
      <dsp:nvSpPr>
        <dsp:cNvPr id="0" name=""/>
        <dsp:cNvSpPr/>
      </dsp:nvSpPr>
      <dsp:spPr>
        <a:xfrm>
          <a:off x="3175681" y="3753599"/>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rtl="0">
            <a:lnSpc>
              <a:spcPct val="90000"/>
            </a:lnSpc>
            <a:spcBef>
              <a:spcPct val="0"/>
            </a:spcBef>
            <a:spcAft>
              <a:spcPct val="35000"/>
            </a:spcAft>
            <a:buNone/>
          </a:pPr>
          <a:r>
            <a:rPr lang="en-GB" sz="900" kern="1200">
              <a:latin typeface="Arial"/>
            </a:rPr>
            <a:t>Checkpoint 4: </a:t>
          </a:r>
          <a:r>
            <a:rPr lang="en-US" sz="900" b="0" i="0" kern="1200"/>
            <a:t>Implement the PoC for detecting duplicate user manuals using metadata and content‑based checks of user-manuals (from the onboarding process)</a:t>
          </a:r>
          <a:endParaRPr lang="en-US" sz="900" kern="1200"/>
        </a:p>
      </dsp:txBody>
      <dsp:txXfrm>
        <a:off x="3175681" y="3753599"/>
        <a:ext cx="1006184" cy="2502399"/>
      </dsp:txXfrm>
    </dsp:sp>
    <dsp:sp modelId="{0899566C-3166-4E99-9F6C-E83E76A8B82C}">
      <dsp:nvSpPr>
        <dsp:cNvPr id="0" name=""/>
        <dsp:cNvSpPr/>
      </dsp:nvSpPr>
      <dsp:spPr>
        <a:xfrm>
          <a:off x="3365974"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9C97EF2-1675-4B1C-B70E-29C2D20BB020}">
      <dsp:nvSpPr>
        <dsp:cNvPr id="0" name=""/>
        <dsp:cNvSpPr/>
      </dsp:nvSpPr>
      <dsp:spPr>
        <a:xfrm>
          <a:off x="4232175" y="0"/>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GB" sz="900" kern="1200"/>
            <a:t>Checkpoint 5: </a:t>
          </a:r>
          <a:r>
            <a:rPr lang="en-GB" sz="900" b="0" kern="1200">
              <a:latin typeface="Arial"/>
            </a:rPr>
            <a:t>Develop a</a:t>
          </a:r>
          <a:r>
            <a:rPr lang="en-GB" sz="900" kern="1200">
              <a:solidFill>
                <a:schemeClr val="accent1"/>
              </a:solidFill>
            </a:rPr>
            <a:t>n ontology-guided extraction agent for user-manuals, </a:t>
          </a:r>
          <a:r>
            <a:rPr lang="en-US" sz="900" b="0" i="0" kern="1200"/>
            <a:t>integrating the extracted actions/requirements into the asset model</a:t>
          </a:r>
          <a:endParaRPr lang="en-US" sz="900" kern="1200"/>
        </a:p>
      </dsp:txBody>
      <dsp:txXfrm>
        <a:off x="4232175" y="0"/>
        <a:ext cx="1006184" cy="2502399"/>
      </dsp:txXfrm>
    </dsp:sp>
    <dsp:sp modelId="{D4A4939B-717B-4D8D-826D-1B70FF1F551F}">
      <dsp:nvSpPr>
        <dsp:cNvPr id="0" name=""/>
        <dsp:cNvSpPr/>
      </dsp:nvSpPr>
      <dsp:spPr>
        <a:xfrm>
          <a:off x="4422468"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A1FF761-2C95-49E7-8F13-C7CD27527AD7}">
      <dsp:nvSpPr>
        <dsp:cNvPr id="0" name=""/>
        <dsp:cNvSpPr/>
      </dsp:nvSpPr>
      <dsp:spPr>
        <a:xfrm>
          <a:off x="5288669" y="3753599"/>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rtl="0">
            <a:lnSpc>
              <a:spcPct val="90000"/>
            </a:lnSpc>
            <a:spcBef>
              <a:spcPct val="0"/>
            </a:spcBef>
            <a:spcAft>
              <a:spcPct val="35000"/>
            </a:spcAft>
            <a:buNone/>
          </a:pPr>
          <a:r>
            <a:rPr lang="en-GB" sz="900" kern="1200">
              <a:solidFill>
                <a:srgbClr val="000000"/>
              </a:solidFill>
              <a:latin typeface="Arial"/>
            </a:rPr>
            <a:t>Checkpoint 6: </a:t>
          </a:r>
          <a:r>
            <a:rPr lang="en-US" sz="900" b="0" i="0" kern="1200"/>
            <a:t>Validate the agent’s output against the golden action lists and deploy it if it reaches 90–95% accuracy</a:t>
          </a:r>
          <a:endParaRPr lang="en-GB" sz="900" kern="1200">
            <a:solidFill>
              <a:srgbClr val="000000"/>
            </a:solidFill>
            <a:latin typeface="Arial"/>
          </a:endParaRPr>
        </a:p>
      </dsp:txBody>
      <dsp:txXfrm>
        <a:off x="5288669" y="3753599"/>
        <a:ext cx="1006184" cy="2502399"/>
      </dsp:txXfrm>
    </dsp:sp>
    <dsp:sp modelId="{CE28808D-CD94-46A9-BBAF-15EF21EF42F6}">
      <dsp:nvSpPr>
        <dsp:cNvPr id="0" name=""/>
        <dsp:cNvSpPr/>
      </dsp:nvSpPr>
      <dsp:spPr>
        <a:xfrm>
          <a:off x="5478961"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1C396E7-3F38-4C27-B496-278979CE825B}">
      <dsp:nvSpPr>
        <dsp:cNvPr id="0" name=""/>
        <dsp:cNvSpPr/>
      </dsp:nvSpPr>
      <dsp:spPr>
        <a:xfrm>
          <a:off x="6345163" y="0"/>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a:lnSpc>
              <a:spcPct val="90000"/>
            </a:lnSpc>
            <a:spcBef>
              <a:spcPct val="0"/>
            </a:spcBef>
            <a:spcAft>
              <a:spcPct val="35000"/>
            </a:spcAft>
            <a:buNone/>
          </a:pPr>
          <a:r>
            <a:rPr lang="en-GB" sz="900" kern="1200"/>
            <a:t>Checkpoint 7: </a:t>
          </a:r>
          <a:r>
            <a:rPr lang="en-GB" sz="900" b="0" kern="1200">
              <a:latin typeface="Arial"/>
            </a:rPr>
            <a:t>Develop a</a:t>
          </a:r>
          <a:r>
            <a:rPr lang="en-GB" sz="900" kern="1200">
              <a:solidFill>
                <a:schemeClr val="accent1"/>
              </a:solidFill>
            </a:rPr>
            <a:t>n ontology-guided extraction agent for design documents, </a:t>
          </a:r>
          <a:r>
            <a:rPr lang="en-GB" sz="900" kern="1200"/>
            <a:t> </a:t>
          </a:r>
          <a:r>
            <a:rPr lang="en-US" sz="900" b="0" i="0" kern="1200"/>
            <a:t>integrating the extracted technical requirements into the asset model</a:t>
          </a:r>
          <a:endParaRPr lang="en-GB" sz="900" kern="1200">
            <a:solidFill>
              <a:srgbClr val="000000"/>
            </a:solidFill>
            <a:latin typeface="Arial"/>
          </a:endParaRPr>
        </a:p>
      </dsp:txBody>
      <dsp:txXfrm>
        <a:off x="6345163" y="0"/>
        <a:ext cx="1006184" cy="2502399"/>
      </dsp:txXfrm>
    </dsp:sp>
    <dsp:sp modelId="{9447AF32-3C62-482A-8238-68550EE4F895}">
      <dsp:nvSpPr>
        <dsp:cNvPr id="0" name=""/>
        <dsp:cNvSpPr/>
      </dsp:nvSpPr>
      <dsp:spPr>
        <a:xfrm>
          <a:off x="6535455"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57AD0A-95D7-4E35-A094-AC753C8AF9D0}">
      <dsp:nvSpPr>
        <dsp:cNvPr id="0" name=""/>
        <dsp:cNvSpPr/>
      </dsp:nvSpPr>
      <dsp:spPr>
        <a:xfrm>
          <a:off x="7401657" y="3753599"/>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rtl="0">
            <a:lnSpc>
              <a:spcPct val="90000"/>
            </a:lnSpc>
            <a:spcBef>
              <a:spcPct val="0"/>
            </a:spcBef>
            <a:spcAft>
              <a:spcPct val="35000"/>
            </a:spcAft>
            <a:buNone/>
          </a:pPr>
          <a:r>
            <a:rPr lang="en-GB" sz="900" kern="1200">
              <a:solidFill>
                <a:srgbClr val="000000"/>
              </a:solidFill>
              <a:latin typeface="Arial"/>
            </a:rPr>
            <a:t>Checkpoint 8: </a:t>
          </a:r>
          <a:r>
            <a:rPr lang="en-US" sz="900" b="0" i="0" kern="1200"/>
            <a:t>Validate the technical‑requirements agent against the golden dataset and deploy it if accuracy reaches 90–95%</a:t>
          </a:r>
          <a:endParaRPr lang="en-GB" sz="900" kern="1200">
            <a:solidFill>
              <a:srgbClr val="000000"/>
            </a:solidFill>
            <a:latin typeface="Arial"/>
          </a:endParaRPr>
        </a:p>
      </dsp:txBody>
      <dsp:txXfrm>
        <a:off x="7401657" y="3753599"/>
        <a:ext cx="1006184" cy="2502399"/>
      </dsp:txXfrm>
    </dsp:sp>
    <dsp:sp modelId="{4BB097D3-5EA2-4A38-A5CF-D359133A0047}">
      <dsp:nvSpPr>
        <dsp:cNvPr id="0" name=""/>
        <dsp:cNvSpPr/>
      </dsp:nvSpPr>
      <dsp:spPr>
        <a:xfrm>
          <a:off x="7591949"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9363E40-CDF0-40CD-BB19-8BA5720D60B0}">
      <dsp:nvSpPr>
        <dsp:cNvPr id="0" name=""/>
        <dsp:cNvSpPr/>
      </dsp:nvSpPr>
      <dsp:spPr>
        <a:xfrm>
          <a:off x="8458151" y="0"/>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b" anchorCtr="0">
          <a:noAutofit/>
        </a:bodyPr>
        <a:lstStyle/>
        <a:p>
          <a:pPr marL="0" lvl="0" indent="0" algn="ctr" defTabSz="400050" rtl="0">
            <a:lnSpc>
              <a:spcPct val="90000"/>
            </a:lnSpc>
            <a:spcBef>
              <a:spcPct val="0"/>
            </a:spcBef>
            <a:spcAft>
              <a:spcPct val="35000"/>
            </a:spcAft>
            <a:buNone/>
          </a:pPr>
          <a:r>
            <a:rPr lang="en-GB" sz="900" kern="1200">
              <a:solidFill>
                <a:srgbClr val="000000"/>
              </a:solidFill>
              <a:latin typeface="Calibri"/>
              <a:ea typeface="Calibri"/>
              <a:cs typeface="Calibri"/>
            </a:rPr>
            <a:t>Checkpoint 9: </a:t>
          </a:r>
          <a:r>
            <a:rPr lang="en-US" sz="900" b="0" i="0" kern="1200"/>
            <a:t>Establish a QA workflow that monitors extraction‑agent outputs, flags anomalies, and routes results to SMEs for human‑in‑the‑loop review and approval</a:t>
          </a:r>
          <a:endParaRPr lang="en-GB" sz="900" kern="1200">
            <a:solidFill>
              <a:srgbClr val="000000"/>
            </a:solidFill>
            <a:latin typeface="Calibri"/>
            <a:ea typeface="Calibri"/>
            <a:cs typeface="Calibri"/>
          </a:endParaRPr>
        </a:p>
      </dsp:txBody>
      <dsp:txXfrm>
        <a:off x="8458151" y="0"/>
        <a:ext cx="1006184" cy="2502399"/>
      </dsp:txXfrm>
    </dsp:sp>
    <dsp:sp modelId="{05481BDB-029A-4C2B-8386-4E5C23E86622}">
      <dsp:nvSpPr>
        <dsp:cNvPr id="0" name=""/>
        <dsp:cNvSpPr/>
      </dsp:nvSpPr>
      <dsp:spPr>
        <a:xfrm>
          <a:off x="8648443" y="2815199"/>
          <a:ext cx="625599" cy="625599"/>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2CF887-5C75-4E73-B713-0540D2A3DD29}">
      <dsp:nvSpPr>
        <dsp:cNvPr id="0" name=""/>
        <dsp:cNvSpPr/>
      </dsp:nvSpPr>
      <dsp:spPr>
        <a:xfrm>
          <a:off x="9514645" y="3753599"/>
          <a:ext cx="1006184" cy="25023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008" tIns="64008" rIns="64008" bIns="64008" numCol="1" spcCol="1270" anchor="t" anchorCtr="0">
          <a:noAutofit/>
        </a:bodyPr>
        <a:lstStyle/>
        <a:p>
          <a:pPr marL="0" lvl="0" indent="0" algn="ctr" defTabSz="400050" rtl="0">
            <a:lnSpc>
              <a:spcPct val="90000"/>
            </a:lnSpc>
            <a:spcBef>
              <a:spcPct val="0"/>
            </a:spcBef>
            <a:spcAft>
              <a:spcPct val="35000"/>
            </a:spcAft>
            <a:buNone/>
          </a:pPr>
          <a:r>
            <a:rPr lang="en-GB" sz="900" kern="1200">
              <a:solidFill>
                <a:schemeClr val="accent1"/>
              </a:solidFill>
            </a:rPr>
            <a:t>Milestone 8</a:t>
          </a:r>
          <a:r>
            <a:rPr lang="en-GB" sz="900" kern="1200">
              <a:solidFill>
                <a:schemeClr val="accent1"/>
              </a:solidFill>
              <a:latin typeface="Arial"/>
            </a:rPr>
            <a:t>: </a:t>
          </a:r>
          <a:r>
            <a:rPr lang="en-US" sz="900" b="0" i="0" kern="1200"/>
            <a:t>Achieve end‑to‑end automation of the extraction process, while retaining human‑in‑the‑loop checkpoints for review and approval</a:t>
          </a:r>
          <a:endParaRPr lang="en-GB" sz="900" kern="1200">
            <a:solidFill>
              <a:srgbClr val="000000"/>
            </a:solidFill>
            <a:latin typeface="Calibri"/>
            <a:ea typeface="Calibri"/>
            <a:cs typeface="Calibri"/>
          </a:endParaRPr>
        </a:p>
      </dsp:txBody>
      <dsp:txXfrm>
        <a:off x="9514645" y="3753599"/>
        <a:ext cx="1006184" cy="2502399"/>
      </dsp:txXfrm>
    </dsp:sp>
    <dsp:sp modelId="{B53DB69A-BE23-47C7-9B92-023F72D1DA3F}">
      <dsp:nvSpPr>
        <dsp:cNvPr id="0" name=""/>
        <dsp:cNvSpPr/>
      </dsp:nvSpPr>
      <dsp:spPr>
        <a:xfrm>
          <a:off x="9704937" y="2815199"/>
          <a:ext cx="625599" cy="625599"/>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625600"/>
          <a:ext cx="1009015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9AB1BF-D230-4819-96B9-E25040D20549}">
      <dsp:nvSpPr>
        <dsp:cNvPr id="0" name=""/>
        <dsp:cNvSpPr/>
      </dsp:nvSpPr>
      <dsp:spPr>
        <a:xfrm>
          <a:off x="4434" y="0"/>
          <a:ext cx="29265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a:lnSpc>
              <a:spcPct val="90000"/>
            </a:lnSpc>
            <a:spcBef>
              <a:spcPct val="0"/>
            </a:spcBef>
            <a:spcAft>
              <a:spcPct val="35000"/>
            </a:spcAft>
            <a:buNone/>
          </a:pPr>
          <a:r>
            <a:rPr lang="en-GB" sz="1600" kern="1200"/>
            <a:t>Checkpoint </a:t>
          </a:r>
          <a:r>
            <a:rPr lang="en-GB" sz="1600" kern="1200">
              <a:latin typeface="Arial"/>
            </a:rPr>
            <a:t>1</a:t>
          </a:r>
          <a:r>
            <a:rPr lang="en-GB" sz="1600" kern="1200"/>
            <a:t>: Develop test cases to validate simple compliance checks using the formulated requirements and the user-generated responses captured from the frontend</a:t>
          </a:r>
        </a:p>
      </dsp:txBody>
      <dsp:txXfrm>
        <a:off x="4434" y="0"/>
        <a:ext cx="2926537" cy="2167466"/>
      </dsp:txXfrm>
    </dsp:sp>
    <dsp:sp modelId="{0221403D-C9E9-4B0A-B255-03DCF073ABD7}">
      <dsp:nvSpPr>
        <dsp:cNvPr id="0" name=""/>
        <dsp:cNvSpPr/>
      </dsp:nvSpPr>
      <dsp:spPr>
        <a:xfrm>
          <a:off x="1196769"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8D1CA19-37C4-488E-9CA8-24F165735739}">
      <dsp:nvSpPr>
        <dsp:cNvPr id="0" name=""/>
        <dsp:cNvSpPr/>
      </dsp:nvSpPr>
      <dsp:spPr>
        <a:xfrm>
          <a:off x="3077298" y="3251200"/>
          <a:ext cx="29265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GB" sz="1600" kern="1200"/>
            <a:t>Checkpoint </a:t>
          </a:r>
          <a:r>
            <a:rPr lang="en-GB" sz="1600" kern="1200">
              <a:latin typeface="Arial"/>
            </a:rPr>
            <a:t>2</a:t>
          </a:r>
          <a:r>
            <a:rPr lang="en-GB" sz="1600" kern="1200"/>
            <a:t>: </a:t>
          </a:r>
          <a:r>
            <a:rPr lang="en-US" sz="1600" b="0" i="0" kern="1200"/>
            <a:t>Conduct security and penetration testing on the compliance product to ensure safe exposure to customer‑facing environments</a:t>
          </a:r>
          <a:endParaRPr lang="en-GB" sz="1600" kern="1200"/>
        </a:p>
      </dsp:txBody>
      <dsp:txXfrm>
        <a:off x="3077298" y="3251200"/>
        <a:ext cx="2926537" cy="2167466"/>
      </dsp:txXfrm>
    </dsp:sp>
    <dsp:sp modelId="{7B614651-0CA6-4863-9CC7-EF9B09E1E64A}">
      <dsp:nvSpPr>
        <dsp:cNvPr id="0" name=""/>
        <dsp:cNvSpPr/>
      </dsp:nvSpPr>
      <dsp:spPr>
        <a:xfrm>
          <a:off x="4269634"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3B38B7-24BD-4DC7-A38B-ADC20FBE19CF}">
      <dsp:nvSpPr>
        <dsp:cNvPr id="0" name=""/>
        <dsp:cNvSpPr/>
      </dsp:nvSpPr>
      <dsp:spPr>
        <a:xfrm>
          <a:off x="6150163" y="0"/>
          <a:ext cx="29265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3792" tIns="113792" rIns="113792" bIns="113792" numCol="1" spcCol="1270" anchor="b" anchorCtr="0">
          <a:noAutofit/>
        </a:bodyPr>
        <a:lstStyle/>
        <a:p>
          <a:pPr marL="0" lvl="0" indent="0" algn="ctr" defTabSz="711200" rtl="0">
            <a:lnSpc>
              <a:spcPct val="90000"/>
            </a:lnSpc>
            <a:spcBef>
              <a:spcPct val="0"/>
            </a:spcBef>
            <a:spcAft>
              <a:spcPct val="35000"/>
            </a:spcAft>
            <a:buNone/>
          </a:pPr>
          <a:r>
            <a:rPr lang="en-GB" sz="1600" kern="1200">
              <a:solidFill>
                <a:schemeClr val="accent1"/>
              </a:solidFill>
            </a:rPr>
            <a:t>Milestone </a:t>
          </a:r>
          <a:r>
            <a:rPr lang="en-GB" sz="1600" kern="1200">
              <a:solidFill>
                <a:schemeClr val="accent1"/>
              </a:solidFill>
              <a:latin typeface="Arial"/>
            </a:rPr>
            <a:t>9: </a:t>
          </a:r>
          <a:r>
            <a:rPr lang="en-US" sz="1600" b="0" i="0" kern="1200"/>
            <a:t>Deploy and integrate the compliance‑status product into the customer‑facing frontend so customers can view real‑time compliance results based on requirements and available evidence</a:t>
          </a:r>
          <a:endParaRPr lang="en-GB" sz="1600" kern="1200"/>
        </a:p>
      </dsp:txBody>
      <dsp:txXfrm>
        <a:off x="6150163" y="0"/>
        <a:ext cx="2926537" cy="2167466"/>
      </dsp:txXfrm>
    </dsp:sp>
    <dsp:sp modelId="{591A39CD-25BA-42E2-82EC-0DA1474C6A79}">
      <dsp:nvSpPr>
        <dsp:cNvPr id="0" name=""/>
        <dsp:cNvSpPr/>
      </dsp:nvSpPr>
      <dsp:spPr>
        <a:xfrm>
          <a:off x="7342498" y="2438400"/>
          <a:ext cx="541866" cy="541866"/>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403178"/>
          <a:ext cx="9276664" cy="1870904"/>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59E3F9-706E-4A94-9325-FDEBB82C7FBF}">
      <dsp:nvSpPr>
        <dsp:cNvPr id="0" name=""/>
        <dsp:cNvSpPr/>
      </dsp:nvSpPr>
      <dsp:spPr>
        <a:xfrm>
          <a:off x="4076" y="0"/>
          <a:ext cx="2690594"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b" anchorCtr="0">
          <a:noAutofit/>
        </a:bodyPr>
        <a:lstStyle/>
        <a:p>
          <a:pPr marL="0" lvl="0" indent="0" algn="ctr" defTabSz="755650">
            <a:lnSpc>
              <a:spcPct val="90000"/>
            </a:lnSpc>
            <a:spcBef>
              <a:spcPct val="0"/>
            </a:spcBef>
            <a:spcAft>
              <a:spcPct val="35000"/>
            </a:spcAft>
            <a:buNone/>
          </a:pPr>
          <a:r>
            <a:rPr lang="en-GB" sz="1700" kern="1200"/>
            <a:t>Checkpoint 1: Model the extraction process as an ontology</a:t>
          </a:r>
        </a:p>
      </dsp:txBody>
      <dsp:txXfrm>
        <a:off x="4076" y="0"/>
        <a:ext cx="2690594" cy="1870904"/>
      </dsp:txXfrm>
    </dsp:sp>
    <dsp:sp modelId="{11EA24EA-1177-4570-A542-624C35CA141B}">
      <dsp:nvSpPr>
        <dsp:cNvPr id="0" name=""/>
        <dsp:cNvSpPr/>
      </dsp:nvSpPr>
      <dsp:spPr>
        <a:xfrm>
          <a:off x="1115511" y="2104767"/>
          <a:ext cx="467726" cy="4677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A6349FE-7B9B-4FBD-A37E-63E029DEA20C}">
      <dsp:nvSpPr>
        <dsp:cNvPr id="0" name=""/>
        <dsp:cNvSpPr/>
      </dsp:nvSpPr>
      <dsp:spPr>
        <a:xfrm>
          <a:off x="2829201" y="2806357"/>
          <a:ext cx="2690594"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0" lvl="0" indent="0" algn="ctr" defTabSz="755650">
            <a:lnSpc>
              <a:spcPct val="90000"/>
            </a:lnSpc>
            <a:spcBef>
              <a:spcPct val="0"/>
            </a:spcBef>
            <a:spcAft>
              <a:spcPct val="35000"/>
            </a:spcAft>
            <a:buNone/>
          </a:pPr>
          <a:r>
            <a:rPr lang="en-GB" sz="1700" kern="1200"/>
            <a:t>Checkpoint 2: Utilize open-source libraries to design the extraction pipeline. The extracted parameters are integrated back into the asset model.</a:t>
          </a:r>
        </a:p>
      </dsp:txBody>
      <dsp:txXfrm>
        <a:off x="2829201" y="2806357"/>
        <a:ext cx="2690594" cy="1870904"/>
      </dsp:txXfrm>
    </dsp:sp>
    <dsp:sp modelId="{81578F3F-6511-4E4D-8183-23BB4C1741AE}">
      <dsp:nvSpPr>
        <dsp:cNvPr id="0" name=""/>
        <dsp:cNvSpPr/>
      </dsp:nvSpPr>
      <dsp:spPr>
        <a:xfrm>
          <a:off x="3940635" y="2104767"/>
          <a:ext cx="467726" cy="46772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7518B1-468A-4BAA-A28D-5D4CE8BEDC36}">
      <dsp:nvSpPr>
        <dsp:cNvPr id="0" name=""/>
        <dsp:cNvSpPr/>
      </dsp:nvSpPr>
      <dsp:spPr>
        <a:xfrm>
          <a:off x="5654326" y="0"/>
          <a:ext cx="2690594" cy="1870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904" tIns="120904" rIns="120904" bIns="120904" numCol="1" spcCol="1270" anchor="b" anchorCtr="0">
          <a:noAutofit/>
        </a:bodyPr>
        <a:lstStyle/>
        <a:p>
          <a:pPr marL="0" lvl="0" indent="0" algn="ctr" defTabSz="755650">
            <a:lnSpc>
              <a:spcPct val="90000"/>
            </a:lnSpc>
            <a:spcBef>
              <a:spcPct val="0"/>
            </a:spcBef>
            <a:spcAft>
              <a:spcPct val="35000"/>
            </a:spcAft>
            <a:buNone/>
          </a:pPr>
          <a:r>
            <a:rPr lang="en-GB" sz="1700" kern="1200"/>
            <a:t>Milestone 6: </a:t>
          </a:r>
          <a:r>
            <a:rPr lang="en-GB" sz="1700" kern="1200">
              <a:solidFill>
                <a:schemeClr val="accent1"/>
              </a:solidFill>
            </a:rPr>
            <a:t>An ontology-guided certificate extraction agent</a:t>
          </a:r>
          <a:endParaRPr lang="en-GB" sz="1700" kern="1200"/>
        </a:p>
      </dsp:txBody>
      <dsp:txXfrm>
        <a:off x="5654326" y="0"/>
        <a:ext cx="2690594" cy="1870904"/>
      </dsp:txXfrm>
    </dsp:sp>
    <dsp:sp modelId="{1A936ED0-501E-43B8-896D-59DD5109BA7D}">
      <dsp:nvSpPr>
        <dsp:cNvPr id="0" name=""/>
        <dsp:cNvSpPr/>
      </dsp:nvSpPr>
      <dsp:spPr>
        <a:xfrm>
          <a:off x="6765760" y="2104767"/>
          <a:ext cx="467726" cy="467726"/>
        </a:xfrm>
        <a:prstGeom prst="ellipse">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625600"/>
          <a:ext cx="1009015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B427F2-51F2-4168-B98C-579ED430605D}">
      <dsp:nvSpPr>
        <dsp:cNvPr id="0" name=""/>
        <dsp:cNvSpPr/>
      </dsp:nvSpPr>
      <dsp:spPr>
        <a:xfrm>
          <a:off x="4545" y="0"/>
          <a:ext cx="218603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rtl="0">
            <a:lnSpc>
              <a:spcPct val="90000"/>
            </a:lnSpc>
            <a:spcBef>
              <a:spcPct val="0"/>
            </a:spcBef>
            <a:spcAft>
              <a:spcPct val="35000"/>
            </a:spcAft>
            <a:buNone/>
          </a:pPr>
          <a:r>
            <a:rPr lang="en-GB" sz="1400" kern="1200">
              <a:latin typeface="Calibri"/>
              <a:ea typeface="Calibri"/>
              <a:cs typeface="Calibri"/>
            </a:rPr>
            <a:t>Checkpoint 1: Include the POC of checking for user-manual duplication based on its metadata and user-manual content check (from Onboarding Process)</a:t>
          </a:r>
          <a:endParaRPr lang="en-GB" sz="1400" kern="1200">
            <a:latin typeface="Arial"/>
          </a:endParaRPr>
        </a:p>
      </dsp:txBody>
      <dsp:txXfrm>
        <a:off x="4545" y="0"/>
        <a:ext cx="2186034" cy="2167466"/>
      </dsp:txXfrm>
    </dsp:sp>
    <dsp:sp modelId="{0274C2C5-9C0F-4C17-873E-8DD64407222F}">
      <dsp:nvSpPr>
        <dsp:cNvPr id="0" name=""/>
        <dsp:cNvSpPr/>
      </dsp:nvSpPr>
      <dsp:spPr>
        <a:xfrm>
          <a:off x="826629"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9D6A352-4168-42D1-89CF-0FBC2832FED1}">
      <dsp:nvSpPr>
        <dsp:cNvPr id="0" name=""/>
        <dsp:cNvSpPr/>
      </dsp:nvSpPr>
      <dsp:spPr>
        <a:xfrm>
          <a:off x="2299881" y="3251200"/>
          <a:ext cx="218603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GB" sz="1400" kern="1200"/>
            <a:t>Checkpoint </a:t>
          </a:r>
          <a:r>
            <a:rPr lang="en-GB" sz="1400" kern="1200">
              <a:latin typeface="Arial"/>
            </a:rPr>
            <a:t>2</a:t>
          </a:r>
          <a:r>
            <a:rPr lang="en-GB" sz="1400" kern="1200"/>
            <a:t>: Formulate rules/requirements for the extraction of actions from the user-manual</a:t>
          </a:r>
        </a:p>
      </dsp:txBody>
      <dsp:txXfrm>
        <a:off x="2299881" y="3251200"/>
        <a:ext cx="2186034" cy="2167466"/>
      </dsp:txXfrm>
    </dsp:sp>
    <dsp:sp modelId="{66B380D0-839B-42CC-AFC0-DAF1FD2958B3}">
      <dsp:nvSpPr>
        <dsp:cNvPr id="0" name=""/>
        <dsp:cNvSpPr/>
      </dsp:nvSpPr>
      <dsp:spPr>
        <a:xfrm>
          <a:off x="3121965"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53FA887-F718-42DB-9B01-CCF5C5C35841}">
      <dsp:nvSpPr>
        <dsp:cNvPr id="0" name=""/>
        <dsp:cNvSpPr/>
      </dsp:nvSpPr>
      <dsp:spPr>
        <a:xfrm>
          <a:off x="4595218" y="0"/>
          <a:ext cx="218603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a:lnSpc>
              <a:spcPct val="90000"/>
            </a:lnSpc>
            <a:spcBef>
              <a:spcPct val="0"/>
            </a:spcBef>
            <a:spcAft>
              <a:spcPct val="35000"/>
            </a:spcAft>
            <a:buNone/>
          </a:pPr>
          <a:r>
            <a:rPr lang="en-GB" sz="1400" kern="1200"/>
            <a:t>Checkpoint </a:t>
          </a:r>
          <a:r>
            <a:rPr lang="en-GB" sz="1400" kern="1200">
              <a:latin typeface="Arial"/>
            </a:rPr>
            <a:t>3</a:t>
          </a:r>
          <a:r>
            <a:rPr lang="en-GB" sz="1400" kern="1200"/>
            <a:t>: Develop an extraction agent guided by the rules/requirements. Test the output against the golden action-lists that have been prepared</a:t>
          </a:r>
        </a:p>
      </dsp:txBody>
      <dsp:txXfrm>
        <a:off x="4595218" y="0"/>
        <a:ext cx="2186034" cy="2167466"/>
      </dsp:txXfrm>
    </dsp:sp>
    <dsp:sp modelId="{84B74A27-9470-43AD-80AA-8F97E3792CF4}">
      <dsp:nvSpPr>
        <dsp:cNvPr id="0" name=""/>
        <dsp:cNvSpPr/>
      </dsp:nvSpPr>
      <dsp:spPr>
        <a:xfrm>
          <a:off x="5417302"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ADE2F60-904F-4E3F-BCA2-27BCE9849463}">
      <dsp:nvSpPr>
        <dsp:cNvPr id="0" name=""/>
        <dsp:cNvSpPr/>
      </dsp:nvSpPr>
      <dsp:spPr>
        <a:xfrm>
          <a:off x="6890555" y="3251200"/>
          <a:ext cx="2186034"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rtl="0">
            <a:lnSpc>
              <a:spcPct val="90000"/>
            </a:lnSpc>
            <a:spcBef>
              <a:spcPct val="0"/>
            </a:spcBef>
            <a:spcAft>
              <a:spcPct val="35000"/>
            </a:spcAft>
            <a:buNone/>
          </a:pPr>
          <a:r>
            <a:rPr lang="en-GB" sz="1400" kern="1200"/>
            <a:t>Milestone 7: </a:t>
          </a:r>
          <a:r>
            <a:rPr lang="en-GB" sz="1400" kern="1200">
              <a:solidFill>
                <a:schemeClr val="accent1"/>
              </a:solidFill>
              <a:latin typeface="Arial"/>
            </a:rPr>
            <a:t>A requirement</a:t>
          </a:r>
          <a:r>
            <a:rPr lang="en-GB" sz="1400" kern="1200">
              <a:solidFill>
                <a:schemeClr val="accent1"/>
              </a:solidFill>
            </a:rPr>
            <a:t> extraction agent that automatically extracts procedural requirements/actions from any user manual with reasonable accuracy (90-95%, measured against golden action lists)</a:t>
          </a:r>
          <a:endParaRPr lang="en-GB" sz="1400" kern="1200"/>
        </a:p>
      </dsp:txBody>
      <dsp:txXfrm>
        <a:off x="6890555" y="3251200"/>
        <a:ext cx="2186034" cy="2167466"/>
      </dsp:txXfrm>
    </dsp:sp>
    <dsp:sp modelId="{F1E3F942-A2DA-40B2-8E2F-CF618E12FF0B}">
      <dsp:nvSpPr>
        <dsp:cNvPr id="0" name=""/>
        <dsp:cNvSpPr/>
      </dsp:nvSpPr>
      <dsp:spPr>
        <a:xfrm>
          <a:off x="7712639" y="2438400"/>
          <a:ext cx="541866" cy="541866"/>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76038-7F9A-41E9-A457-E6321352F13A}">
      <dsp:nvSpPr>
        <dsp:cNvPr id="0" name=""/>
        <dsp:cNvSpPr/>
      </dsp:nvSpPr>
      <dsp:spPr>
        <a:xfrm>
          <a:off x="0" y="1625600"/>
          <a:ext cx="10090150" cy="2167466"/>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1064C8B-7250-41FD-BE25-451E346099F5}">
      <dsp:nvSpPr>
        <dsp:cNvPr id="0" name=""/>
        <dsp:cNvSpPr/>
      </dsp:nvSpPr>
      <dsp:spPr>
        <a:xfrm>
          <a:off x="3990" y="0"/>
          <a:ext cx="17448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a:latin typeface="Arial"/>
            </a:rPr>
            <a:t>Checkpoint 1: Parse the design documents (Mooring Analysis report and Site Survey) for extracting technical requirements (</a:t>
          </a:r>
          <a:r>
            <a:rPr lang="en-GB" sz="1200" b="1" kern="1200">
              <a:latin typeface="Arial"/>
            </a:rPr>
            <a:t>need to scope)</a:t>
          </a:r>
        </a:p>
      </dsp:txBody>
      <dsp:txXfrm>
        <a:off x="3990" y="0"/>
        <a:ext cx="1744837" cy="2167466"/>
      </dsp:txXfrm>
    </dsp:sp>
    <dsp:sp modelId="{D6E71A8F-8C26-44DE-8D55-9B4375B66741}">
      <dsp:nvSpPr>
        <dsp:cNvPr id="0" name=""/>
        <dsp:cNvSpPr/>
      </dsp:nvSpPr>
      <dsp:spPr>
        <a:xfrm>
          <a:off x="605475"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AD5502-104A-485B-B118-07EF15307A4D}">
      <dsp:nvSpPr>
        <dsp:cNvPr id="0" name=""/>
        <dsp:cNvSpPr/>
      </dsp:nvSpPr>
      <dsp:spPr>
        <a:xfrm>
          <a:off x="1836069" y="3251200"/>
          <a:ext cx="17448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GB" sz="1200" b="0" kern="1200">
              <a:latin typeface="Arial"/>
            </a:rPr>
            <a:t>Checkpoint 2: Formulate the technical requirements and integrate it to the asset model</a:t>
          </a:r>
        </a:p>
      </dsp:txBody>
      <dsp:txXfrm>
        <a:off x="1836069" y="3251200"/>
        <a:ext cx="1744837" cy="2167466"/>
      </dsp:txXfrm>
    </dsp:sp>
    <dsp:sp modelId="{7524AD98-76C9-4D5D-8BD3-10FB1D4B045A}">
      <dsp:nvSpPr>
        <dsp:cNvPr id="0" name=""/>
        <dsp:cNvSpPr/>
      </dsp:nvSpPr>
      <dsp:spPr>
        <a:xfrm>
          <a:off x="2437555"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10C3064-C0FB-4661-B440-92EF81E6081D}">
      <dsp:nvSpPr>
        <dsp:cNvPr id="0" name=""/>
        <dsp:cNvSpPr/>
      </dsp:nvSpPr>
      <dsp:spPr>
        <a:xfrm>
          <a:off x="3668148" y="0"/>
          <a:ext cx="17448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a:latin typeface="Arial"/>
            </a:rPr>
            <a:t>Checkpoint 3: Integrate the evidences obtained from the documents (product certificates, user manual, service cards) to the asset model (partly borrow from PoC)</a:t>
          </a:r>
          <a:endParaRPr lang="en-US" sz="1200" kern="1200"/>
        </a:p>
      </dsp:txBody>
      <dsp:txXfrm>
        <a:off x="3668148" y="0"/>
        <a:ext cx="1744837" cy="2167466"/>
      </dsp:txXfrm>
    </dsp:sp>
    <dsp:sp modelId="{783CF733-007D-4BF1-A0E3-54761E995C8D}">
      <dsp:nvSpPr>
        <dsp:cNvPr id="0" name=""/>
        <dsp:cNvSpPr/>
      </dsp:nvSpPr>
      <dsp:spPr>
        <a:xfrm>
          <a:off x="4269634"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1EA1A35-ECDE-4772-8CC7-5D371BE579CA}">
      <dsp:nvSpPr>
        <dsp:cNvPr id="0" name=""/>
        <dsp:cNvSpPr/>
      </dsp:nvSpPr>
      <dsp:spPr>
        <a:xfrm>
          <a:off x="5500227" y="3251200"/>
          <a:ext cx="17448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rtl="0">
            <a:lnSpc>
              <a:spcPct val="90000"/>
            </a:lnSpc>
            <a:spcBef>
              <a:spcPct val="0"/>
            </a:spcBef>
            <a:spcAft>
              <a:spcPct val="35000"/>
            </a:spcAft>
            <a:buNone/>
          </a:pPr>
          <a:r>
            <a:rPr lang="en-GB" sz="1200" kern="1200">
              <a:solidFill>
                <a:srgbClr val="000000"/>
              </a:solidFill>
              <a:latin typeface="Arial"/>
            </a:rPr>
            <a:t>Checkpoint 4: Prepare a golden dataset of technical requirements extracted from a design document for testing</a:t>
          </a:r>
        </a:p>
      </dsp:txBody>
      <dsp:txXfrm>
        <a:off x="5500227" y="3251200"/>
        <a:ext cx="1744837" cy="2167466"/>
      </dsp:txXfrm>
    </dsp:sp>
    <dsp:sp modelId="{2763E678-242B-4973-AC90-A91E213A2B6E}">
      <dsp:nvSpPr>
        <dsp:cNvPr id="0" name=""/>
        <dsp:cNvSpPr/>
      </dsp:nvSpPr>
      <dsp:spPr>
        <a:xfrm>
          <a:off x="6101713" y="2438400"/>
          <a:ext cx="541866" cy="541866"/>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829B6EB-25DA-49D7-AD97-56E95FD37CE3}">
      <dsp:nvSpPr>
        <dsp:cNvPr id="0" name=""/>
        <dsp:cNvSpPr/>
      </dsp:nvSpPr>
      <dsp:spPr>
        <a:xfrm>
          <a:off x="7332307" y="0"/>
          <a:ext cx="1744837" cy="2167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rtl="0">
            <a:lnSpc>
              <a:spcPct val="90000"/>
            </a:lnSpc>
            <a:spcBef>
              <a:spcPct val="0"/>
            </a:spcBef>
            <a:spcAft>
              <a:spcPct val="35000"/>
            </a:spcAft>
            <a:buNone/>
          </a:pPr>
          <a:r>
            <a:rPr lang="en-GB" sz="1200" kern="1200">
              <a:solidFill>
                <a:schemeClr val="accent1"/>
              </a:solidFill>
            </a:rPr>
            <a:t>Milestone 8</a:t>
          </a:r>
          <a:r>
            <a:rPr lang="en-GB" sz="1200" kern="1200">
              <a:solidFill>
                <a:schemeClr val="accent1"/>
              </a:solidFill>
              <a:latin typeface="Arial"/>
            </a:rPr>
            <a:t>: </a:t>
          </a:r>
          <a:r>
            <a:rPr lang="en-GB" sz="1200" kern="1200">
              <a:solidFill>
                <a:srgbClr val="000000"/>
              </a:solidFill>
              <a:latin typeface="Calibri"/>
              <a:ea typeface="Calibri"/>
              <a:cs typeface="Calibri"/>
            </a:rPr>
            <a:t>A requirement extraction agent that automatically extracts technical requirements from any design document with reasonable accuracy (90-95%, measured against golden data)</a:t>
          </a:r>
        </a:p>
      </dsp:txBody>
      <dsp:txXfrm>
        <a:off x="7332307" y="0"/>
        <a:ext cx="1744837" cy="2167466"/>
      </dsp:txXfrm>
    </dsp:sp>
    <dsp:sp modelId="{38B82F2B-62B6-4DD5-9E11-677A6E347C2E}">
      <dsp:nvSpPr>
        <dsp:cNvPr id="0" name=""/>
        <dsp:cNvSpPr/>
      </dsp:nvSpPr>
      <dsp:spPr>
        <a:xfrm>
          <a:off x="7933792" y="2438400"/>
          <a:ext cx="541866" cy="541866"/>
        </a:xfrm>
        <a:prstGeom prst="ellipse">
          <a:avLst/>
        </a:prstGeom>
        <a:solidFill>
          <a:schemeClr val="accent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0.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timeline" pri="103"/>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Date Placeholder 8">
            <a:extLst>
              <a:ext uri="{FF2B5EF4-FFF2-40B4-BE49-F238E27FC236}">
                <a16:creationId xmlns:a16="http://schemas.microsoft.com/office/drawing/2014/main" id="{7CB7862F-FDFE-4CE4-A641-F1E842840266}"/>
              </a:ext>
            </a:extLst>
          </p:cNvPr>
          <p:cNvSpPr>
            <a:spLocks noGrp="1"/>
          </p:cNvSpPr>
          <p:nvPr>
            <p:ph type="dt" idx="1"/>
          </p:nvPr>
        </p:nvSpPr>
        <p:spPr>
          <a:xfrm>
            <a:off x="4760535" y="8752305"/>
            <a:ext cx="159259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26 August 2026</a:t>
            </a:fld>
            <a:endParaRPr lang="en-GB" sz="800"/>
          </a:p>
        </p:txBody>
      </p:sp>
      <p:sp>
        <p:nvSpPr>
          <p:cNvPr id="7" name="Slide Number Placeholder 9">
            <a:extLst>
              <a:ext uri="{FF2B5EF4-FFF2-40B4-BE49-F238E27FC236}">
                <a16:creationId xmlns:a16="http://schemas.microsoft.com/office/drawing/2014/main" id="{D9624864-B27E-4B59-BD9F-CF6E4178C501}"/>
              </a:ext>
            </a:extLst>
          </p:cNvPr>
          <p:cNvSpPr>
            <a:spLocks noGrp="1"/>
          </p:cNvSpPr>
          <p:nvPr>
            <p:ph type="sldNum" sz="quarter" idx="3"/>
          </p:nvPr>
        </p:nvSpPr>
        <p:spPr>
          <a:xfrm>
            <a:off x="4760535" y="8570490"/>
            <a:ext cx="159259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8" name="Footer Placeholder 10">
            <a:extLst>
              <a:ext uri="{FF2B5EF4-FFF2-40B4-BE49-F238E27FC236}">
                <a16:creationId xmlns:a16="http://schemas.microsoft.com/office/drawing/2014/main" id="{3935AD34-C408-4EB3-AA44-EDC087E191FD}"/>
              </a:ext>
            </a:extLst>
          </p:cNvPr>
          <p:cNvSpPr>
            <a:spLocks noGrp="1"/>
          </p:cNvSpPr>
          <p:nvPr>
            <p:ph type="ftr" sz="quarter" idx="2"/>
          </p:nvPr>
        </p:nvSpPr>
        <p:spPr>
          <a:xfrm>
            <a:off x="446366" y="8752305"/>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9" name="Header Placeholder 12">
            <a:extLst>
              <a:ext uri="{FF2B5EF4-FFF2-40B4-BE49-F238E27FC236}">
                <a16:creationId xmlns:a16="http://schemas.microsoft.com/office/drawing/2014/main" id="{1BF2EE41-CFE8-437F-A002-558200137EC4}"/>
              </a:ext>
            </a:extLst>
          </p:cNvPr>
          <p:cNvSpPr>
            <a:spLocks noGrp="1"/>
          </p:cNvSpPr>
          <p:nvPr>
            <p:ph type="hdr" sz="quarter"/>
          </p:nvPr>
        </p:nvSpPr>
        <p:spPr>
          <a:xfrm>
            <a:off x="446366" y="8570490"/>
            <a:ext cx="4308538" cy="152702"/>
          </a:xfrm>
          <a:prstGeom prst="rect">
            <a:avLst/>
          </a:prstGeom>
        </p:spPr>
        <p:txBody>
          <a:bodyPr vert="horz" lIns="0" tIns="0" rIns="0" bIns="0" rtlCol="0" anchor="t" anchorCtr="0"/>
          <a:lstStyle>
            <a:lvl1pPr algn="l">
              <a:defRPr sz="800">
                <a:latin typeface="+mn-lt"/>
              </a:defRPr>
            </a:lvl1pPr>
          </a:lstStyle>
          <a:p>
            <a:endParaRPr lang="en-GB" sz="800"/>
          </a:p>
        </p:txBody>
      </p:sp>
      <p:grpSp>
        <p:nvGrpSpPr>
          <p:cNvPr id="10" name="Logo">
            <a:extLst>
              <a:ext uri="{FF2B5EF4-FFF2-40B4-BE49-F238E27FC236}">
                <a16:creationId xmlns:a16="http://schemas.microsoft.com/office/drawing/2014/main" id="{F131BA30-CA4C-4B3C-BAD8-233EFAD8F292}"/>
              </a:ext>
            </a:extLst>
          </p:cNvPr>
          <p:cNvGrpSpPr/>
          <p:nvPr/>
        </p:nvGrpSpPr>
        <p:grpSpPr>
          <a:xfrm>
            <a:off x="5615732" y="238993"/>
            <a:ext cx="755843" cy="322808"/>
            <a:chOff x="6380216" y="4059273"/>
            <a:chExt cx="2905863" cy="1241045"/>
          </a:xfrm>
        </p:grpSpPr>
        <p:sp>
          <p:nvSpPr>
            <p:cNvPr id="11" name="Freeform: Shape 10">
              <a:extLst>
                <a:ext uri="{FF2B5EF4-FFF2-40B4-BE49-F238E27FC236}">
                  <a16:creationId xmlns:a16="http://schemas.microsoft.com/office/drawing/2014/main" id="{B25C6FB2-F83B-4BF1-9578-6489988FA8EC}"/>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2D3B574-3971-4C87-B602-DA0CF5429938}"/>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61464B63-A19A-438D-8507-5B2CEEB29B6F}"/>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9A514272-585B-4DD7-9889-D2AC8F80B3CA}"/>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1817243-274B-4667-95B7-949DA44CEC38}"/>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470A481D-11CB-4EA0-9689-E6D9992AC1CF}"/>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Tree>
    <p:extLst>
      <p:ext uri="{BB962C8B-B14F-4D97-AF65-F5344CB8AC3E}">
        <p14:creationId xmlns:p14="http://schemas.microsoft.com/office/powerpoint/2010/main" val="25714368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60000" y="685800"/>
            <a:ext cx="6138000" cy="3452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60000" y="4343400"/>
            <a:ext cx="6138000" cy="4114800"/>
          </a:xfrm>
          <a:prstGeom prst="rect">
            <a:avLst/>
          </a:prstGeom>
        </p:spPr>
        <p:txBody>
          <a:bodyPr vert="horz" lIns="0" tIns="0" rIns="0" bIns="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Date Placeholder 8">
            <a:extLst>
              <a:ext uri="{FF2B5EF4-FFF2-40B4-BE49-F238E27FC236}">
                <a16:creationId xmlns:a16="http://schemas.microsoft.com/office/drawing/2014/main" id="{2BFA88E3-6CCC-4641-A98D-7398F6E1AE6C}"/>
              </a:ext>
            </a:extLst>
          </p:cNvPr>
          <p:cNvSpPr>
            <a:spLocks noGrp="1"/>
          </p:cNvSpPr>
          <p:nvPr>
            <p:ph type="dt" idx="1"/>
          </p:nvPr>
        </p:nvSpPr>
        <p:spPr>
          <a:xfrm>
            <a:off x="4760535" y="8752305"/>
            <a:ext cx="1737465" cy="152702"/>
          </a:xfrm>
          <a:prstGeom prst="rect">
            <a:avLst/>
          </a:prstGeom>
        </p:spPr>
        <p:txBody>
          <a:bodyPr vert="horz" lIns="0" tIns="0" rIns="0" bIns="0" rtlCol="0" anchor="t" anchorCtr="0"/>
          <a:lstStyle>
            <a:lvl1pPr algn="r">
              <a:defRPr sz="800">
                <a:latin typeface="+mn-lt"/>
              </a:defRPr>
            </a:lvl1pPr>
          </a:lstStyle>
          <a:p>
            <a:fld id="{681EF29B-F0DE-4A5D-971E-F0D2D074F34E}" type="datetime4">
              <a:rPr lang="en-GB" smtClean="0"/>
              <a:t>26 August 2026</a:t>
            </a:fld>
            <a:endParaRPr lang="en-GB" sz="800"/>
          </a:p>
        </p:txBody>
      </p:sp>
      <p:sp>
        <p:nvSpPr>
          <p:cNvPr id="9" name="Slide Number Placeholder 9">
            <a:extLst>
              <a:ext uri="{FF2B5EF4-FFF2-40B4-BE49-F238E27FC236}">
                <a16:creationId xmlns:a16="http://schemas.microsoft.com/office/drawing/2014/main" id="{F3087DC9-C8CF-4A7D-A808-05173EBAB961}"/>
              </a:ext>
            </a:extLst>
          </p:cNvPr>
          <p:cNvSpPr>
            <a:spLocks noGrp="1"/>
          </p:cNvSpPr>
          <p:nvPr>
            <p:ph type="sldNum" sz="quarter" idx="5"/>
          </p:nvPr>
        </p:nvSpPr>
        <p:spPr>
          <a:xfrm>
            <a:off x="4760535" y="8570490"/>
            <a:ext cx="1737465" cy="152702"/>
          </a:xfrm>
          <a:prstGeom prst="rect">
            <a:avLst/>
          </a:prstGeom>
        </p:spPr>
        <p:txBody>
          <a:bodyPr vert="horz" lIns="0" tIns="0" rIns="0" bIns="0" rtlCol="0" anchor="t" anchorCtr="0"/>
          <a:lstStyle>
            <a:lvl1pPr algn="r">
              <a:defRPr sz="800">
                <a:latin typeface="+mn-lt"/>
              </a:defRPr>
            </a:lvl1pPr>
          </a:lstStyle>
          <a:p>
            <a:fld id="{A16CFAD1-D197-4A88-B173-A6412E995EE5}" type="slidenum">
              <a:rPr lang="en-GB" smtClean="0"/>
              <a:pPr/>
              <a:t>‹#›</a:t>
            </a:fld>
            <a:endParaRPr lang="en-GB" sz="800"/>
          </a:p>
        </p:txBody>
      </p:sp>
      <p:sp>
        <p:nvSpPr>
          <p:cNvPr id="10" name="Footer Placeholder 10">
            <a:extLst>
              <a:ext uri="{FF2B5EF4-FFF2-40B4-BE49-F238E27FC236}">
                <a16:creationId xmlns:a16="http://schemas.microsoft.com/office/drawing/2014/main" id="{D3E5D5B4-5B5B-4A78-9FBF-121492410DA0}"/>
              </a:ext>
            </a:extLst>
          </p:cNvPr>
          <p:cNvSpPr>
            <a:spLocks noGrp="1"/>
          </p:cNvSpPr>
          <p:nvPr>
            <p:ph type="ftr" sz="quarter" idx="4"/>
          </p:nvPr>
        </p:nvSpPr>
        <p:spPr>
          <a:xfrm>
            <a:off x="353656" y="8752305"/>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
        <p:nvSpPr>
          <p:cNvPr id="11" name="Header Placeholder 12">
            <a:extLst>
              <a:ext uri="{FF2B5EF4-FFF2-40B4-BE49-F238E27FC236}">
                <a16:creationId xmlns:a16="http://schemas.microsoft.com/office/drawing/2014/main" id="{AB4E7CF5-96AC-4C46-8B0F-AA454984BAC1}"/>
              </a:ext>
            </a:extLst>
          </p:cNvPr>
          <p:cNvSpPr>
            <a:spLocks noGrp="1"/>
          </p:cNvSpPr>
          <p:nvPr>
            <p:ph type="hdr" sz="quarter"/>
          </p:nvPr>
        </p:nvSpPr>
        <p:spPr>
          <a:xfrm>
            <a:off x="353656" y="8570490"/>
            <a:ext cx="4401248" cy="152702"/>
          </a:xfrm>
          <a:prstGeom prst="rect">
            <a:avLst/>
          </a:prstGeom>
        </p:spPr>
        <p:txBody>
          <a:bodyPr vert="horz" lIns="0" tIns="0" rIns="0" bIns="0" rtlCol="0" anchor="t" anchorCtr="0"/>
          <a:lstStyle>
            <a:lvl1pPr algn="l">
              <a:defRPr sz="800">
                <a:latin typeface="+mn-lt"/>
              </a:defRPr>
            </a:lvl1pPr>
          </a:lstStyle>
          <a:p>
            <a:endParaRPr lang="en-GB" sz="800"/>
          </a:p>
        </p:txBody>
      </p:sp>
    </p:spTree>
    <p:extLst>
      <p:ext uri="{BB962C8B-B14F-4D97-AF65-F5344CB8AC3E}">
        <p14:creationId xmlns:p14="http://schemas.microsoft.com/office/powerpoint/2010/main" val="3304878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18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360000" indent="-18000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685800"/>
            <a:ext cx="6137275" cy="3452813"/>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16CFAD1-D197-4A88-B173-A6412E995EE5}" type="slidenum">
              <a:rPr lang="en-GB" smtClean="0"/>
              <a:pPr/>
              <a:t>1</a:t>
            </a:fld>
            <a:endParaRPr lang="en-GB" sz="800"/>
          </a:p>
        </p:txBody>
      </p:sp>
    </p:spTree>
    <p:extLst>
      <p:ext uri="{BB962C8B-B14F-4D97-AF65-F5344CB8AC3E}">
        <p14:creationId xmlns:p14="http://schemas.microsoft.com/office/powerpoint/2010/main" val="680380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E16B2-4F6C-1B9B-247F-C7713A43F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17353-D0CF-9B27-03A1-D111899291A3}"/>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3242537D-816B-E111-CF1E-5131743628CD}"/>
              </a:ext>
            </a:extLst>
          </p:cNvPr>
          <p:cNvSpPr>
            <a:spLocks noGrp="1"/>
          </p:cNvSpPr>
          <p:nvPr>
            <p:ph type="body" idx="1"/>
          </p:nvPr>
        </p:nvSpPr>
        <p:spPr/>
        <p:txBody>
          <a:bodyPr/>
          <a:lstStyle/>
          <a:p>
            <a:r>
              <a:rPr lang="en-GB">
                <a:effectLst/>
              </a:rPr>
              <a:t>[martine, abcdef slides]</a:t>
            </a:r>
            <a:endParaRPr lang="en-GB"/>
          </a:p>
          <a:p>
            <a:r>
              <a:rPr lang="en-GB">
                <a:effectLst/>
              </a:rPr>
              <a:t>Who and when are we cooperating with dnv</a:t>
            </a:r>
            <a:endParaRPr lang="en-GB"/>
          </a:p>
          <a:p>
            <a:r>
              <a:rPr lang="en-GB"/>
              <a:t> </a:t>
            </a:r>
          </a:p>
          <a:p>
            <a:r>
              <a:rPr lang="en-GB">
                <a:effectLst/>
              </a:rPr>
              <a:t>[everyone]</a:t>
            </a:r>
            <a:endParaRPr lang="en-GB"/>
          </a:p>
          <a:p>
            <a:r>
              <a:rPr lang="en-GB">
                <a:effectLst/>
              </a:rPr>
              <a:t>NUMBERS!!!!</a:t>
            </a:r>
            <a:endParaRPr lang="en-GB"/>
          </a:p>
          <a:p>
            <a:r>
              <a:rPr lang="en-GB"/>
              <a:t> </a:t>
            </a:r>
          </a:p>
          <a:p>
            <a:r>
              <a:rPr lang="en-GB">
                <a:effectLst/>
              </a:rPr>
              <a:t>[martine, usermanual to procedural requirements]</a:t>
            </a:r>
            <a:endParaRPr lang="en-GB"/>
          </a:p>
          <a:p>
            <a:r>
              <a:rPr lang="en-GB">
                <a:effectLst/>
              </a:rPr>
              <a:t>Should also show what we have done: structured way of extracting data</a:t>
            </a:r>
            <a:endParaRPr lang="en-GB"/>
          </a:p>
          <a:p>
            <a:r>
              <a:rPr lang="en-GB"/>
              <a:t> </a:t>
            </a:r>
          </a:p>
          <a:p>
            <a:r>
              <a:rPr lang="en-GB">
                <a:effectLst/>
              </a:rPr>
              <a:t>[Martine, user manual to procedural]</a:t>
            </a:r>
            <a:endParaRPr lang="en-GB"/>
          </a:p>
          <a:p>
            <a:r>
              <a:rPr lang="en-GB">
                <a:effectLst/>
              </a:rPr>
              <a:t>What if not tech, get structured format. Are there other ways?</a:t>
            </a:r>
            <a:endParaRPr lang="en-GB"/>
          </a:p>
          <a:p>
            <a:r>
              <a:rPr lang="en-GB"/>
              <a:t> </a:t>
            </a:r>
          </a:p>
          <a:p>
            <a:r>
              <a:rPr lang="en-GB">
                <a:effectLst/>
              </a:rPr>
              <a:t>[hogne and martine, log system to site model, challenges]</a:t>
            </a:r>
            <a:endParaRPr lang="en-GB"/>
          </a:p>
          <a:p>
            <a:r>
              <a:rPr lang="en-GB">
                <a:effectLst/>
              </a:rPr>
              <a:t>Log systems aren't up to date and farmers dont like to keep them updated.</a:t>
            </a:r>
            <a:endParaRPr lang="en-GB"/>
          </a:p>
          <a:p>
            <a:r>
              <a:rPr lang="en-GB"/>
              <a:t> </a:t>
            </a:r>
          </a:p>
          <a:p>
            <a:r>
              <a:rPr lang="en-GB">
                <a:effectLst/>
              </a:rPr>
              <a:t>[martine, log system to site model, challenges]</a:t>
            </a:r>
            <a:endParaRPr lang="en-GB"/>
          </a:p>
          <a:p>
            <a:r>
              <a:rPr lang="en-GB">
                <a:effectLst/>
              </a:rPr>
              <a:t>What about security of the log system</a:t>
            </a:r>
            <a:endParaRPr lang="en-GB"/>
          </a:p>
          <a:p>
            <a:r>
              <a:rPr lang="en-GB"/>
              <a:t> </a:t>
            </a:r>
          </a:p>
          <a:p>
            <a:r>
              <a:rPr lang="en-GB">
                <a:effectLst/>
              </a:rPr>
              <a:t>[hogne, log system to site model]</a:t>
            </a:r>
            <a:endParaRPr lang="en-GB"/>
          </a:p>
          <a:p>
            <a:r>
              <a:rPr lang="en-GB">
                <a:effectLst/>
              </a:rPr>
              <a:t>One persons job to move havbruksloggen to aquacom, great sales argument</a:t>
            </a:r>
            <a:endParaRPr lang="en-GB"/>
          </a:p>
          <a:p>
            <a:r>
              <a:rPr lang="en-GB"/>
              <a:t> </a:t>
            </a:r>
          </a:p>
          <a:p>
            <a:r>
              <a:rPr lang="en-GB">
                <a:effectLst/>
              </a:rPr>
              <a:t>[Martine, Certificates to compliance]</a:t>
            </a:r>
            <a:endParaRPr lang="en-GB"/>
          </a:p>
          <a:p>
            <a:r>
              <a:rPr lang="en-GB">
                <a:effectLst/>
              </a:rPr>
              <a:t>This is also where we would read the lifetime. Key reason for why.</a:t>
            </a:r>
            <a:endParaRPr lang="en-GB"/>
          </a:p>
          <a:p>
            <a:r>
              <a:rPr lang="en-GB"/>
              <a:t> </a:t>
            </a:r>
          </a:p>
          <a:p>
            <a:r>
              <a:rPr lang="en-GB">
                <a:effectLst/>
              </a:rPr>
              <a:t>[Hogne, Certificates to compliance]</a:t>
            </a:r>
            <a:endParaRPr lang="en-GB"/>
          </a:p>
          <a:p>
            <a:r>
              <a:rPr lang="en-GB">
                <a:effectLst/>
              </a:rPr>
              <a:t>installation dates</a:t>
            </a:r>
            <a:endParaRPr lang="en-GB"/>
          </a:p>
          <a:p>
            <a:r>
              <a:rPr lang="en-GB"/>
              <a:t> </a:t>
            </a:r>
          </a:p>
          <a:p>
            <a:r>
              <a:rPr lang="en-GB">
                <a:effectLst/>
              </a:rPr>
              <a:t>[hogne, Certificates to compliance]</a:t>
            </a:r>
            <a:endParaRPr lang="en-GB"/>
          </a:p>
          <a:p>
            <a:r>
              <a:rPr lang="en-GB">
                <a:effectLst/>
              </a:rPr>
              <a:t>Have to have certificates for all documents, compliance to this is important. [nabil]We need to know what the certificate belongs to</a:t>
            </a:r>
            <a:endParaRPr lang="en-GB"/>
          </a:p>
          <a:p>
            <a:r>
              <a:rPr lang="en-GB"/>
              <a:t> </a:t>
            </a:r>
          </a:p>
          <a:p>
            <a:r>
              <a:rPr lang="en-GB">
                <a:effectLst/>
              </a:rPr>
              <a:t>[Hogne,Certificates to Compliance asset model]</a:t>
            </a:r>
            <a:endParaRPr lang="en-GB"/>
          </a:p>
          <a:p>
            <a:r>
              <a:rPr lang="en-GB">
                <a:effectLst/>
              </a:rPr>
              <a:t>If we have the deployment report...?</a:t>
            </a:r>
            <a:endParaRPr lang="en-GB"/>
          </a:p>
          <a:p>
            <a:r>
              <a:rPr lang="en-GB">
                <a:effectLst/>
              </a:rPr>
              <a:t>We will have missing certificates just from the logs</a:t>
            </a:r>
            <a:endParaRPr lang="en-GB"/>
          </a:p>
          <a:p>
            <a:r>
              <a:rPr lang="en-GB">
                <a:effectLst/>
              </a:rPr>
              <a:t>Nabil: we dont have a digital version of the deployment report</a:t>
            </a:r>
            <a:endParaRPr lang="en-GB"/>
          </a:p>
          <a:p>
            <a:r>
              <a:rPr lang="en-GB"/>
              <a:t> </a:t>
            </a:r>
          </a:p>
          <a:p>
            <a:r>
              <a:rPr lang="en-GB">
                <a:effectLst/>
              </a:rPr>
              <a:t>[Hogne,Reasoning and Ontology Magic]</a:t>
            </a:r>
            <a:endParaRPr lang="en-GB"/>
          </a:p>
          <a:p>
            <a:r>
              <a:rPr lang="en-GB">
                <a:effectLst/>
              </a:rPr>
              <a:t>Should be one document checking here as well</a:t>
            </a:r>
            <a:endParaRPr lang="en-GB"/>
          </a:p>
          <a:p>
            <a:r>
              <a:rPr lang="en-GB"/>
              <a:t> </a:t>
            </a:r>
          </a:p>
          <a:p>
            <a:r>
              <a:rPr lang="en-GB">
                <a:effectLst/>
              </a:rPr>
              <a:t>Conformities, we need to know them. Either us or others.</a:t>
            </a:r>
            <a:endParaRPr lang="en-GB"/>
          </a:p>
          <a:p>
            <a:r>
              <a:rPr lang="en-GB"/>
              <a:t> </a:t>
            </a:r>
          </a:p>
          <a:p>
            <a:r>
              <a:rPr lang="en-GB">
                <a:effectLst/>
              </a:rPr>
              <a:t>comment: If this then that, we don't cover "that"</a:t>
            </a:r>
            <a:endParaRPr lang="en-GB"/>
          </a:p>
          <a:p>
            <a:r>
              <a:rPr lang="en-GB">
                <a:effectLst/>
              </a:rPr>
              <a:t>comment: We only cover that you've checked, but if ie. Corrosion there is no mechanism</a:t>
            </a:r>
            <a:endParaRPr lang="en-GB"/>
          </a:p>
          <a:p>
            <a:r>
              <a:rPr lang="en-GB">
                <a:effectLst/>
              </a:rPr>
              <a:t>Comment: We're not able to capture consequences.</a:t>
            </a:r>
            <a:endParaRPr lang="en-GB"/>
          </a:p>
          <a:p>
            <a:endParaRPr lang="en-GB"/>
          </a:p>
        </p:txBody>
      </p:sp>
      <p:sp>
        <p:nvSpPr>
          <p:cNvPr id="4" name="Slide Number Placeholder 3">
            <a:extLst>
              <a:ext uri="{FF2B5EF4-FFF2-40B4-BE49-F238E27FC236}">
                <a16:creationId xmlns:a16="http://schemas.microsoft.com/office/drawing/2014/main" id="{B171CF1F-7DCC-071B-3C8F-42172ACAA782}"/>
              </a:ext>
            </a:extLst>
          </p:cNvPr>
          <p:cNvSpPr>
            <a:spLocks noGrp="1"/>
          </p:cNvSpPr>
          <p:nvPr>
            <p:ph type="sldNum" sz="quarter" idx="5"/>
          </p:nvPr>
        </p:nvSpPr>
        <p:spPr/>
        <p:txBody>
          <a:bodyPr/>
          <a:lstStyle/>
          <a:p>
            <a:fld id="{A16CFAD1-D197-4A88-B173-A6412E995EE5}" type="slidenum">
              <a:rPr lang="en-GB" smtClean="0"/>
              <a:pPr/>
              <a:t>2</a:t>
            </a:fld>
            <a:endParaRPr lang="en-GB" sz="800"/>
          </a:p>
        </p:txBody>
      </p:sp>
    </p:spTree>
    <p:extLst>
      <p:ext uri="{BB962C8B-B14F-4D97-AF65-F5344CB8AC3E}">
        <p14:creationId xmlns:p14="http://schemas.microsoft.com/office/powerpoint/2010/main" val="522196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9C6A2-C802-8362-CF6C-7B25E931E5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1E988-2532-5B30-2DDA-A6ACA79E661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8EF1CDB9-24E4-0E61-E49B-2D62C62C6657}"/>
              </a:ext>
            </a:extLst>
          </p:cNvPr>
          <p:cNvSpPr>
            <a:spLocks noGrp="1"/>
          </p:cNvSpPr>
          <p:nvPr>
            <p:ph type="body" idx="1"/>
          </p:nvPr>
        </p:nvSpPr>
        <p:spPr/>
        <p:txBody>
          <a:bodyPr/>
          <a:lstStyle/>
          <a:p>
            <a:r>
              <a:rPr lang="en-GB">
                <a:effectLst/>
              </a:rPr>
              <a:t>[martine, abcdef slides]</a:t>
            </a:r>
            <a:endParaRPr lang="en-GB"/>
          </a:p>
          <a:p>
            <a:r>
              <a:rPr lang="en-GB">
                <a:effectLst/>
              </a:rPr>
              <a:t>Who and when are we cooperating with dnv</a:t>
            </a:r>
            <a:endParaRPr lang="en-GB"/>
          </a:p>
          <a:p>
            <a:r>
              <a:rPr lang="en-GB"/>
              <a:t> </a:t>
            </a:r>
          </a:p>
          <a:p>
            <a:r>
              <a:rPr lang="en-GB">
                <a:effectLst/>
              </a:rPr>
              <a:t>[everyone]</a:t>
            </a:r>
            <a:endParaRPr lang="en-GB"/>
          </a:p>
          <a:p>
            <a:r>
              <a:rPr lang="en-GB">
                <a:effectLst/>
              </a:rPr>
              <a:t>NUMBERS!!!!</a:t>
            </a:r>
            <a:endParaRPr lang="en-GB"/>
          </a:p>
          <a:p>
            <a:r>
              <a:rPr lang="en-GB"/>
              <a:t>  </a:t>
            </a:r>
          </a:p>
          <a:p>
            <a:r>
              <a:rPr lang="en-GB">
                <a:effectLst/>
              </a:rPr>
              <a:t>[hogne and martine, log system to site model, challenges]</a:t>
            </a:r>
            <a:endParaRPr lang="en-GB"/>
          </a:p>
          <a:p>
            <a:r>
              <a:rPr lang="en-GB">
                <a:effectLst/>
              </a:rPr>
              <a:t>Log systems aren't up to date and farmers dont like to keep them updated.</a:t>
            </a:r>
            <a:endParaRPr lang="en-GB"/>
          </a:p>
          <a:p>
            <a:r>
              <a:rPr lang="en-GB"/>
              <a:t> </a:t>
            </a:r>
          </a:p>
          <a:p>
            <a:r>
              <a:rPr lang="en-GB">
                <a:effectLst/>
              </a:rPr>
              <a:t>[martine, log system to site model, challenges]</a:t>
            </a:r>
            <a:endParaRPr lang="en-GB"/>
          </a:p>
          <a:p>
            <a:r>
              <a:rPr lang="en-GB">
                <a:effectLst/>
              </a:rPr>
              <a:t>What about security of the log system</a:t>
            </a:r>
            <a:endParaRPr lang="en-GB"/>
          </a:p>
          <a:p>
            <a:r>
              <a:rPr lang="en-GB"/>
              <a:t> </a:t>
            </a:r>
          </a:p>
          <a:p>
            <a:r>
              <a:rPr lang="en-GB">
                <a:effectLst/>
              </a:rPr>
              <a:t>[hogne, log system to site model]</a:t>
            </a:r>
            <a:endParaRPr lang="en-GB"/>
          </a:p>
          <a:p>
            <a:r>
              <a:rPr lang="en-GB">
                <a:effectLst/>
              </a:rPr>
              <a:t>One persons job to move havbruksloggen to aquacom, great sales argument</a:t>
            </a:r>
            <a:endParaRPr lang="en-GB"/>
          </a:p>
          <a:p>
            <a:r>
              <a:rPr lang="en-GB"/>
              <a:t> </a:t>
            </a:r>
          </a:p>
          <a:p>
            <a:r>
              <a:rPr lang="en-GB">
                <a:effectLst/>
              </a:rPr>
              <a:t>[Martine, Certificates to compliance]</a:t>
            </a:r>
            <a:endParaRPr lang="en-GB"/>
          </a:p>
          <a:p>
            <a:r>
              <a:rPr lang="en-GB">
                <a:effectLst/>
              </a:rPr>
              <a:t>This is also where we would read the lifetime. Key reason for why.</a:t>
            </a:r>
            <a:endParaRPr lang="en-GB"/>
          </a:p>
          <a:p>
            <a:r>
              <a:rPr lang="en-GB"/>
              <a:t> </a:t>
            </a:r>
          </a:p>
          <a:p>
            <a:r>
              <a:rPr lang="en-GB">
                <a:effectLst/>
              </a:rPr>
              <a:t>[Hogne, Certificates to compliance]</a:t>
            </a:r>
            <a:endParaRPr lang="en-GB"/>
          </a:p>
          <a:p>
            <a:r>
              <a:rPr lang="en-GB">
                <a:effectLst/>
              </a:rPr>
              <a:t>installation dates</a:t>
            </a:r>
            <a:endParaRPr lang="en-GB"/>
          </a:p>
          <a:p>
            <a:r>
              <a:rPr lang="en-GB"/>
              <a:t> </a:t>
            </a:r>
          </a:p>
          <a:p>
            <a:r>
              <a:rPr lang="en-GB">
                <a:effectLst/>
              </a:rPr>
              <a:t>[hogne, Certificates to compliance]</a:t>
            </a:r>
            <a:endParaRPr lang="en-GB"/>
          </a:p>
          <a:p>
            <a:r>
              <a:rPr lang="en-GB">
                <a:effectLst/>
              </a:rPr>
              <a:t>Have to have certificates for all documents, compliance to this is important. [nabil]We need to know what the certificate belongs to</a:t>
            </a:r>
            <a:endParaRPr lang="en-GB"/>
          </a:p>
          <a:p>
            <a:r>
              <a:rPr lang="en-GB"/>
              <a:t> </a:t>
            </a:r>
          </a:p>
          <a:p>
            <a:r>
              <a:rPr lang="en-GB">
                <a:effectLst/>
              </a:rPr>
              <a:t>[Hogne,Certificates to Compliance asset model]</a:t>
            </a:r>
            <a:endParaRPr lang="en-GB"/>
          </a:p>
          <a:p>
            <a:r>
              <a:rPr lang="en-GB">
                <a:effectLst/>
              </a:rPr>
              <a:t>If we have the deployment report...?</a:t>
            </a:r>
            <a:endParaRPr lang="en-GB"/>
          </a:p>
          <a:p>
            <a:r>
              <a:rPr lang="en-GB">
                <a:effectLst/>
              </a:rPr>
              <a:t>We will have missing certificates just from the logs</a:t>
            </a:r>
            <a:endParaRPr lang="en-GB"/>
          </a:p>
          <a:p>
            <a:r>
              <a:rPr lang="en-GB">
                <a:effectLst/>
              </a:rPr>
              <a:t>Nabil: we dont have a digital version of the deployment report</a:t>
            </a:r>
            <a:endParaRPr lang="en-GB"/>
          </a:p>
          <a:p>
            <a:r>
              <a:rPr lang="en-GB"/>
              <a:t> </a:t>
            </a:r>
          </a:p>
          <a:p>
            <a:r>
              <a:rPr lang="en-GB">
                <a:effectLst/>
              </a:rPr>
              <a:t>[Hogne,Reasoning and Ontology Magic]</a:t>
            </a:r>
            <a:endParaRPr lang="en-GB"/>
          </a:p>
          <a:p>
            <a:r>
              <a:rPr lang="en-GB">
                <a:effectLst/>
              </a:rPr>
              <a:t>Should be one document checking here as well</a:t>
            </a:r>
            <a:endParaRPr lang="en-GB"/>
          </a:p>
          <a:p>
            <a:r>
              <a:rPr lang="en-GB"/>
              <a:t> </a:t>
            </a:r>
          </a:p>
          <a:p>
            <a:r>
              <a:rPr lang="en-GB">
                <a:effectLst/>
              </a:rPr>
              <a:t>Conformities, we need to know them. Either us or others.</a:t>
            </a:r>
            <a:endParaRPr lang="en-GB"/>
          </a:p>
          <a:p>
            <a:r>
              <a:rPr lang="en-GB"/>
              <a:t> </a:t>
            </a:r>
          </a:p>
          <a:p>
            <a:r>
              <a:rPr lang="en-GB">
                <a:effectLst/>
              </a:rPr>
              <a:t>comment: If this then that, we don't cover "that"</a:t>
            </a:r>
            <a:endParaRPr lang="en-GB"/>
          </a:p>
          <a:p>
            <a:r>
              <a:rPr lang="en-GB">
                <a:effectLst/>
              </a:rPr>
              <a:t>comment: We only cover that you've checked, but if ie. Corrosion there is no mechanism</a:t>
            </a:r>
            <a:endParaRPr lang="en-GB"/>
          </a:p>
          <a:p>
            <a:r>
              <a:rPr lang="en-GB">
                <a:effectLst/>
              </a:rPr>
              <a:t>Comment: We're not able to capture consequences.</a:t>
            </a:r>
            <a:endParaRPr lang="en-GB"/>
          </a:p>
          <a:p>
            <a:endParaRPr lang="en-GB"/>
          </a:p>
        </p:txBody>
      </p:sp>
      <p:sp>
        <p:nvSpPr>
          <p:cNvPr id="4" name="Slide Number Placeholder 3">
            <a:extLst>
              <a:ext uri="{FF2B5EF4-FFF2-40B4-BE49-F238E27FC236}">
                <a16:creationId xmlns:a16="http://schemas.microsoft.com/office/drawing/2014/main" id="{06C1B409-D365-4FC7-2A44-2569B3D0B1B3}"/>
              </a:ext>
            </a:extLst>
          </p:cNvPr>
          <p:cNvSpPr>
            <a:spLocks noGrp="1"/>
          </p:cNvSpPr>
          <p:nvPr>
            <p:ph type="sldNum" sz="quarter" idx="5"/>
          </p:nvPr>
        </p:nvSpPr>
        <p:spPr/>
        <p:txBody>
          <a:bodyPr/>
          <a:lstStyle/>
          <a:p>
            <a:fld id="{A16CFAD1-D197-4A88-B173-A6412E995EE5}" type="slidenum">
              <a:rPr lang="en-GB" smtClean="0"/>
              <a:pPr/>
              <a:t>3</a:t>
            </a:fld>
            <a:endParaRPr lang="en-GB" sz="800"/>
          </a:p>
        </p:txBody>
      </p:sp>
    </p:spTree>
    <p:extLst>
      <p:ext uri="{BB962C8B-B14F-4D97-AF65-F5344CB8AC3E}">
        <p14:creationId xmlns:p14="http://schemas.microsoft.com/office/powerpoint/2010/main" val="695655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56CA8-3148-855E-9C71-297C296875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A5CD2-C252-CF53-5CB7-B53521896F6E}"/>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3564FB90-B41F-1C4F-6065-F428A983A08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9F481D2-927C-5805-1C80-AF6EDD38C43D}"/>
              </a:ext>
            </a:extLst>
          </p:cNvPr>
          <p:cNvSpPr>
            <a:spLocks noGrp="1"/>
          </p:cNvSpPr>
          <p:nvPr>
            <p:ph type="sldNum" sz="quarter" idx="5"/>
          </p:nvPr>
        </p:nvSpPr>
        <p:spPr/>
        <p:txBody>
          <a:bodyPr/>
          <a:lstStyle/>
          <a:p>
            <a:fld id="{A16CFAD1-D197-4A88-B173-A6412E995EE5}" type="slidenum">
              <a:rPr lang="en-GB" smtClean="0"/>
              <a:pPr/>
              <a:t>4</a:t>
            </a:fld>
            <a:endParaRPr lang="en-GB" sz="800"/>
          </a:p>
        </p:txBody>
      </p:sp>
    </p:spTree>
    <p:extLst>
      <p:ext uri="{BB962C8B-B14F-4D97-AF65-F5344CB8AC3E}">
        <p14:creationId xmlns:p14="http://schemas.microsoft.com/office/powerpoint/2010/main" val="368467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097B8-F920-30B7-8C30-43165D725D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C3CCE-D88E-74C5-91C8-5C0930F6BEF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0BFFCEC8-48F4-1375-6F72-86DBFD09B51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3921E5-276A-F5A6-B6AF-1E247EF6EBBA}"/>
              </a:ext>
            </a:extLst>
          </p:cNvPr>
          <p:cNvSpPr>
            <a:spLocks noGrp="1"/>
          </p:cNvSpPr>
          <p:nvPr>
            <p:ph type="sldNum" sz="quarter" idx="5"/>
          </p:nvPr>
        </p:nvSpPr>
        <p:spPr/>
        <p:txBody>
          <a:bodyPr/>
          <a:lstStyle/>
          <a:p>
            <a:fld id="{A16CFAD1-D197-4A88-B173-A6412E995EE5}" type="slidenum">
              <a:rPr lang="en-GB" smtClean="0"/>
              <a:pPr/>
              <a:t>5</a:t>
            </a:fld>
            <a:endParaRPr lang="en-GB" sz="800"/>
          </a:p>
        </p:txBody>
      </p:sp>
    </p:spTree>
    <p:extLst>
      <p:ext uri="{BB962C8B-B14F-4D97-AF65-F5344CB8AC3E}">
        <p14:creationId xmlns:p14="http://schemas.microsoft.com/office/powerpoint/2010/main" val="1345751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CC7A4-92DA-D134-4ABB-EC2F2E87A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512DBE-E802-9E34-C716-FF3D62D9E43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80023F86-AEA4-340D-F080-DCD9834A2FC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1F8B6EE-6F32-A49D-502D-FEE02F6817B1}"/>
              </a:ext>
            </a:extLst>
          </p:cNvPr>
          <p:cNvSpPr>
            <a:spLocks noGrp="1"/>
          </p:cNvSpPr>
          <p:nvPr>
            <p:ph type="sldNum" sz="quarter" idx="5"/>
          </p:nvPr>
        </p:nvSpPr>
        <p:spPr/>
        <p:txBody>
          <a:bodyPr/>
          <a:lstStyle/>
          <a:p>
            <a:fld id="{A16CFAD1-D197-4A88-B173-A6412E995EE5}" type="slidenum">
              <a:rPr lang="en-GB" smtClean="0"/>
              <a:pPr/>
              <a:t>6</a:t>
            </a:fld>
            <a:endParaRPr lang="en-GB" sz="800"/>
          </a:p>
        </p:txBody>
      </p:sp>
    </p:spTree>
    <p:extLst>
      <p:ext uri="{BB962C8B-B14F-4D97-AF65-F5344CB8AC3E}">
        <p14:creationId xmlns:p14="http://schemas.microsoft.com/office/powerpoint/2010/main" val="3516868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5275F-CA50-7900-6ECC-56C4A39B9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BE73D-F6E7-8FE8-A437-067341D7AD91}"/>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12EF21BB-9829-5EBF-8200-4A76C368BB2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B98EDE9-A256-0CEC-48F7-85FAE6543B9D}"/>
              </a:ext>
            </a:extLst>
          </p:cNvPr>
          <p:cNvSpPr>
            <a:spLocks noGrp="1"/>
          </p:cNvSpPr>
          <p:nvPr>
            <p:ph type="sldNum" sz="quarter" idx="5"/>
          </p:nvPr>
        </p:nvSpPr>
        <p:spPr/>
        <p:txBody>
          <a:bodyPr/>
          <a:lstStyle/>
          <a:p>
            <a:fld id="{A16CFAD1-D197-4A88-B173-A6412E995EE5}" type="slidenum">
              <a:rPr lang="en-GB" smtClean="0"/>
              <a:pPr/>
              <a:t>7</a:t>
            </a:fld>
            <a:endParaRPr lang="en-GB" sz="800"/>
          </a:p>
        </p:txBody>
      </p:sp>
    </p:spTree>
    <p:extLst>
      <p:ext uri="{BB962C8B-B14F-4D97-AF65-F5344CB8AC3E}">
        <p14:creationId xmlns:p14="http://schemas.microsoft.com/office/powerpoint/2010/main" val="30585561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E16B0-60DF-576E-2CE0-3F2C3EB36D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A2150F-C79B-16B4-0104-FF9025A7FBB2}"/>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13B46DED-1D18-7C19-7D35-C27DAD1ED5C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E601100-C95A-230F-3B3C-5562C31A0B1D}"/>
              </a:ext>
            </a:extLst>
          </p:cNvPr>
          <p:cNvSpPr>
            <a:spLocks noGrp="1"/>
          </p:cNvSpPr>
          <p:nvPr>
            <p:ph type="sldNum" sz="quarter" idx="5"/>
          </p:nvPr>
        </p:nvSpPr>
        <p:spPr/>
        <p:txBody>
          <a:bodyPr/>
          <a:lstStyle/>
          <a:p>
            <a:fld id="{A16CFAD1-D197-4A88-B173-A6412E995EE5}" type="slidenum">
              <a:rPr lang="en-GB" smtClean="0"/>
              <a:pPr/>
              <a:t>8</a:t>
            </a:fld>
            <a:endParaRPr lang="en-GB" sz="800"/>
          </a:p>
        </p:txBody>
      </p:sp>
    </p:spTree>
    <p:extLst>
      <p:ext uri="{BB962C8B-B14F-4D97-AF65-F5344CB8AC3E}">
        <p14:creationId xmlns:p14="http://schemas.microsoft.com/office/powerpoint/2010/main" val="4013813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C1433-1889-409B-C9C8-A4DCEB796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C620A6-6116-E295-6C34-F7EFDB24221F}"/>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F231685D-ECD9-BE59-4DA8-C6470493A431}"/>
              </a:ext>
            </a:extLst>
          </p:cNvPr>
          <p:cNvSpPr>
            <a:spLocks noGrp="1"/>
          </p:cNvSpPr>
          <p:nvPr>
            <p:ph type="body" idx="1"/>
          </p:nvPr>
        </p:nvSpPr>
        <p:spPr/>
        <p:txBody>
          <a:bodyPr/>
          <a:lstStyle/>
          <a:p>
            <a:r>
              <a:rPr lang="en-US"/>
              <a:t>The purpose of the Asset Models of Veracity is quite  different from our goals. While their Asset Models gives models that can be shared across  different business entities and projects and one common reference model for e.g. a wind turbine. The models moreover can be equipped with properties of defined datatypes, all this supports interoperability and promotes sharing.</a:t>
            </a:r>
          </a:p>
          <a:p>
            <a:r>
              <a:rPr lang="en-US"/>
              <a:t>For the purpose of continuous compliance, we need a language that can be used to describe assets and also describe the requirements to assets. When both are described in the same formal language, we can compute/decide/infer from axioms whether a certain statement is true or false, in particular statements about whether a model complies with requirements.</a:t>
            </a:r>
          </a:p>
          <a:p>
            <a:r>
              <a:rPr lang="en-US"/>
              <a:t>OWL2 is a subset of Description Logic, it is a quite expressive formal language, but not too expressive. OWL2 strikes a balance between formal expressivity and effective computability to ensure that we can compute the propositions we formulate.</a:t>
            </a:r>
          </a:p>
          <a:p>
            <a:endParaRPr lang="en-GB"/>
          </a:p>
        </p:txBody>
      </p:sp>
      <p:sp>
        <p:nvSpPr>
          <p:cNvPr id="4" name="Slide Number Placeholder 3">
            <a:extLst>
              <a:ext uri="{FF2B5EF4-FFF2-40B4-BE49-F238E27FC236}">
                <a16:creationId xmlns:a16="http://schemas.microsoft.com/office/drawing/2014/main" id="{DDD96E45-A38B-3170-4803-622F6853A4C7}"/>
              </a:ext>
            </a:extLst>
          </p:cNvPr>
          <p:cNvSpPr>
            <a:spLocks noGrp="1"/>
          </p:cNvSpPr>
          <p:nvPr>
            <p:ph type="sldNum" sz="quarter" idx="5"/>
          </p:nvPr>
        </p:nvSpPr>
        <p:spPr/>
        <p:txBody>
          <a:bodyPr/>
          <a:lstStyle/>
          <a:p>
            <a:fld id="{A16CFAD1-D197-4A88-B173-A6412E995EE5}" type="slidenum">
              <a:rPr lang="en-GB" smtClean="0"/>
              <a:pPr/>
              <a:t>9</a:t>
            </a:fld>
            <a:endParaRPr lang="en-GB" sz="800"/>
          </a:p>
        </p:txBody>
      </p:sp>
    </p:spTree>
    <p:extLst>
      <p:ext uri="{BB962C8B-B14F-4D97-AF65-F5344CB8AC3E}">
        <p14:creationId xmlns:p14="http://schemas.microsoft.com/office/powerpoint/2010/main" val="2268601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FAB1E-9E2B-D50E-363F-EC9199408F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47AE0-377F-7428-9A8E-0C0CB876A41D}"/>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FFAB002C-A98D-BF6D-F47A-CC4EB41123FA}"/>
              </a:ext>
            </a:extLst>
          </p:cNvPr>
          <p:cNvSpPr>
            <a:spLocks noGrp="1"/>
          </p:cNvSpPr>
          <p:nvPr>
            <p:ph type="body" idx="1"/>
          </p:nvPr>
        </p:nvSpPr>
        <p:spPr/>
        <p:txBody>
          <a:bodyPr/>
          <a:lstStyle/>
          <a:p>
            <a:r>
              <a:rPr lang="en-US"/>
              <a:t>The purpose of the Asset Models of Veracity is quite  different from our goals. While their Asset Models gives models that can be shared across  different business entities and projects and one common reference model for e.g. a wind turbine. The models moreover can be equipped with properties of defined datatypes, all this supports interoperability and promotes sharing.</a:t>
            </a:r>
          </a:p>
          <a:p>
            <a:r>
              <a:rPr lang="en-US"/>
              <a:t>For the purpose of continuous compliance, we need a language that can be used to describe assets and also describe the requirements to assets. When both are described in the same formal language, we can compute/decide/infer from axioms whether a certain statement is true or false, in particular statements about whether a model complies with requirements.</a:t>
            </a:r>
          </a:p>
          <a:p>
            <a:r>
              <a:rPr lang="en-US"/>
              <a:t>OWL2 is a subset of Description Logic, it is a quite expressive formal language, but not too expressive. OWL2 strikes a balance between formal expressivity and effective computability to ensure that we can compute the propositions we formulate.</a:t>
            </a:r>
          </a:p>
          <a:p>
            <a:endParaRPr lang="en-GB"/>
          </a:p>
        </p:txBody>
      </p:sp>
      <p:sp>
        <p:nvSpPr>
          <p:cNvPr id="4" name="Slide Number Placeholder 3">
            <a:extLst>
              <a:ext uri="{FF2B5EF4-FFF2-40B4-BE49-F238E27FC236}">
                <a16:creationId xmlns:a16="http://schemas.microsoft.com/office/drawing/2014/main" id="{3B0D906D-6633-8E87-9EF7-3CD248006ACB}"/>
              </a:ext>
            </a:extLst>
          </p:cNvPr>
          <p:cNvSpPr>
            <a:spLocks noGrp="1"/>
          </p:cNvSpPr>
          <p:nvPr>
            <p:ph type="sldNum" sz="quarter" idx="5"/>
          </p:nvPr>
        </p:nvSpPr>
        <p:spPr/>
        <p:txBody>
          <a:bodyPr/>
          <a:lstStyle/>
          <a:p>
            <a:fld id="{A16CFAD1-D197-4A88-B173-A6412E995EE5}" type="slidenum">
              <a:rPr lang="en-GB" smtClean="0"/>
              <a:pPr/>
              <a:t>10</a:t>
            </a:fld>
            <a:endParaRPr lang="en-GB" sz="800"/>
          </a:p>
        </p:txBody>
      </p:sp>
    </p:spTree>
    <p:extLst>
      <p:ext uri="{BB962C8B-B14F-4D97-AF65-F5344CB8AC3E}">
        <p14:creationId xmlns:p14="http://schemas.microsoft.com/office/powerpoint/2010/main" val="322184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F16AE-CAD4-017C-E67E-6EA50E861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5E05C-1535-CE29-D122-A2D9CFB7CD7A}"/>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4401EEF8-4B3B-75F4-F10C-B5BE60063BD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EF43614-259C-529B-83C9-D6A97FE43ECA}"/>
              </a:ext>
            </a:extLst>
          </p:cNvPr>
          <p:cNvSpPr>
            <a:spLocks noGrp="1"/>
          </p:cNvSpPr>
          <p:nvPr>
            <p:ph type="sldNum" sz="quarter" idx="5"/>
          </p:nvPr>
        </p:nvSpPr>
        <p:spPr/>
        <p:txBody>
          <a:bodyPr/>
          <a:lstStyle/>
          <a:p>
            <a:fld id="{A16CFAD1-D197-4A88-B173-A6412E995EE5}" type="slidenum">
              <a:rPr lang="en-GB" smtClean="0"/>
              <a:pPr/>
              <a:t>11</a:t>
            </a:fld>
            <a:endParaRPr lang="en-GB" sz="800"/>
          </a:p>
        </p:txBody>
      </p:sp>
    </p:spTree>
    <p:extLst>
      <p:ext uri="{BB962C8B-B14F-4D97-AF65-F5344CB8AC3E}">
        <p14:creationId xmlns:p14="http://schemas.microsoft.com/office/powerpoint/2010/main" val="4371848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C2DF2-FEB1-573F-CD44-E370F5E01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CEF421-16D4-FC6C-BC83-6B3D1AC9058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B2DF2E3B-FE32-F55C-4438-F8A8851BDD9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456C014-AACF-0204-5D5D-C516D3B2AF67}"/>
              </a:ext>
            </a:extLst>
          </p:cNvPr>
          <p:cNvSpPr>
            <a:spLocks noGrp="1"/>
          </p:cNvSpPr>
          <p:nvPr>
            <p:ph type="sldNum" sz="quarter" idx="5"/>
          </p:nvPr>
        </p:nvSpPr>
        <p:spPr/>
        <p:txBody>
          <a:bodyPr/>
          <a:lstStyle/>
          <a:p>
            <a:fld id="{A16CFAD1-D197-4A88-B173-A6412E995EE5}" type="slidenum">
              <a:rPr lang="en-GB" smtClean="0"/>
              <a:pPr/>
              <a:t>12</a:t>
            </a:fld>
            <a:endParaRPr lang="en-GB" sz="800"/>
          </a:p>
        </p:txBody>
      </p:sp>
    </p:spTree>
    <p:extLst>
      <p:ext uri="{BB962C8B-B14F-4D97-AF65-F5344CB8AC3E}">
        <p14:creationId xmlns:p14="http://schemas.microsoft.com/office/powerpoint/2010/main" val="4221312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690C7-4137-9B9B-B3A2-702F6E5966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799EE5-7427-F996-F0F2-D69A8D06A26A}"/>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D8C0286A-603B-7BC2-C1BA-3F63A32DF46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0D8A7E28-6B16-4C5F-F504-79D82840DBA3}"/>
              </a:ext>
            </a:extLst>
          </p:cNvPr>
          <p:cNvSpPr>
            <a:spLocks noGrp="1"/>
          </p:cNvSpPr>
          <p:nvPr>
            <p:ph type="sldNum" sz="quarter" idx="5"/>
          </p:nvPr>
        </p:nvSpPr>
        <p:spPr/>
        <p:txBody>
          <a:bodyPr/>
          <a:lstStyle/>
          <a:p>
            <a:fld id="{A16CFAD1-D197-4A88-B173-A6412E995EE5}" type="slidenum">
              <a:rPr lang="en-GB" smtClean="0"/>
              <a:pPr/>
              <a:t>13</a:t>
            </a:fld>
            <a:endParaRPr lang="en-GB" sz="800"/>
          </a:p>
        </p:txBody>
      </p:sp>
    </p:spTree>
    <p:extLst>
      <p:ext uri="{BB962C8B-B14F-4D97-AF65-F5344CB8AC3E}">
        <p14:creationId xmlns:p14="http://schemas.microsoft.com/office/powerpoint/2010/main" val="3164366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C9D1-5E4D-E9C6-ACEE-C65FCC1D3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04AAF-58CF-8758-93E2-8548FFDAA90C}"/>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4A52CE11-7DA7-62BC-634A-7FA80410AF8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4773D58-A010-C675-8979-E972C161BB21}"/>
              </a:ext>
            </a:extLst>
          </p:cNvPr>
          <p:cNvSpPr>
            <a:spLocks noGrp="1"/>
          </p:cNvSpPr>
          <p:nvPr>
            <p:ph type="sldNum" sz="quarter" idx="5"/>
          </p:nvPr>
        </p:nvSpPr>
        <p:spPr/>
        <p:txBody>
          <a:bodyPr/>
          <a:lstStyle/>
          <a:p>
            <a:fld id="{A16CFAD1-D197-4A88-B173-A6412E995EE5}" type="slidenum">
              <a:rPr lang="en-GB" smtClean="0"/>
              <a:pPr/>
              <a:t>14</a:t>
            </a:fld>
            <a:endParaRPr lang="en-GB" sz="800"/>
          </a:p>
        </p:txBody>
      </p:sp>
    </p:spTree>
    <p:extLst>
      <p:ext uri="{BB962C8B-B14F-4D97-AF65-F5344CB8AC3E}">
        <p14:creationId xmlns:p14="http://schemas.microsoft.com/office/powerpoint/2010/main" val="26572682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C0025-2A0C-4999-A879-293975FF8E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15239-8F9F-DC20-06C9-B8FE0EE19BE0}"/>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E443005E-6209-82C6-2D6A-6B146906144B}"/>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1EE1EEB-BB32-3E2A-2AB3-A401EF93933D}"/>
              </a:ext>
            </a:extLst>
          </p:cNvPr>
          <p:cNvSpPr>
            <a:spLocks noGrp="1"/>
          </p:cNvSpPr>
          <p:nvPr>
            <p:ph type="sldNum" sz="quarter" idx="5"/>
          </p:nvPr>
        </p:nvSpPr>
        <p:spPr/>
        <p:txBody>
          <a:bodyPr/>
          <a:lstStyle/>
          <a:p>
            <a:fld id="{A16CFAD1-D197-4A88-B173-A6412E995EE5}" type="slidenum">
              <a:rPr lang="en-GB" smtClean="0"/>
              <a:pPr/>
              <a:t>15</a:t>
            </a:fld>
            <a:endParaRPr lang="en-GB" sz="800"/>
          </a:p>
        </p:txBody>
      </p:sp>
    </p:spTree>
    <p:extLst>
      <p:ext uri="{BB962C8B-B14F-4D97-AF65-F5344CB8AC3E}">
        <p14:creationId xmlns:p14="http://schemas.microsoft.com/office/powerpoint/2010/main" val="64521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D3CD-7EE6-20F1-8EA0-DF56CDDA6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442910-14CE-2803-29F5-9AE51B09992B}"/>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46869999-D844-013D-BC4B-86CB256C6E1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762E761-527B-34B2-898B-85113EE9FA96}"/>
              </a:ext>
            </a:extLst>
          </p:cNvPr>
          <p:cNvSpPr>
            <a:spLocks noGrp="1"/>
          </p:cNvSpPr>
          <p:nvPr>
            <p:ph type="sldNum" sz="quarter" idx="5"/>
          </p:nvPr>
        </p:nvSpPr>
        <p:spPr/>
        <p:txBody>
          <a:bodyPr/>
          <a:lstStyle/>
          <a:p>
            <a:fld id="{A16CFAD1-D197-4A88-B173-A6412E995EE5}" type="slidenum">
              <a:rPr lang="en-GB" smtClean="0"/>
              <a:pPr/>
              <a:t>16</a:t>
            </a:fld>
            <a:endParaRPr lang="en-GB" sz="800"/>
          </a:p>
        </p:txBody>
      </p:sp>
    </p:spTree>
    <p:extLst>
      <p:ext uri="{BB962C8B-B14F-4D97-AF65-F5344CB8AC3E}">
        <p14:creationId xmlns:p14="http://schemas.microsoft.com/office/powerpoint/2010/main" val="1434033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FEA97-274A-EC51-B025-BA9DB7FD33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10BB1-467E-5D8E-E926-024864D0510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6E1C1C84-71BD-68F8-F904-812B8A2623E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AD28D3A-DB53-2C2A-0E31-B601EC72F686}"/>
              </a:ext>
            </a:extLst>
          </p:cNvPr>
          <p:cNvSpPr>
            <a:spLocks noGrp="1"/>
          </p:cNvSpPr>
          <p:nvPr>
            <p:ph type="sldNum" sz="quarter" idx="5"/>
          </p:nvPr>
        </p:nvSpPr>
        <p:spPr/>
        <p:txBody>
          <a:bodyPr/>
          <a:lstStyle/>
          <a:p>
            <a:fld id="{A16CFAD1-D197-4A88-B173-A6412E995EE5}" type="slidenum">
              <a:rPr lang="en-GB" smtClean="0"/>
              <a:pPr/>
              <a:t>17</a:t>
            </a:fld>
            <a:endParaRPr lang="en-GB" sz="800"/>
          </a:p>
        </p:txBody>
      </p:sp>
    </p:spTree>
    <p:extLst>
      <p:ext uri="{BB962C8B-B14F-4D97-AF65-F5344CB8AC3E}">
        <p14:creationId xmlns:p14="http://schemas.microsoft.com/office/powerpoint/2010/main" val="32160663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B4F64-E9FE-DD43-F787-27620CFA7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B29CE-1D4A-D6E7-971C-A8E8BB673F9A}"/>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037CE304-9863-3CC0-9FBD-BB33DC87D98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A639783-0C55-CF3D-008D-7530B1502029}"/>
              </a:ext>
            </a:extLst>
          </p:cNvPr>
          <p:cNvSpPr>
            <a:spLocks noGrp="1"/>
          </p:cNvSpPr>
          <p:nvPr>
            <p:ph type="sldNum" sz="quarter" idx="5"/>
          </p:nvPr>
        </p:nvSpPr>
        <p:spPr/>
        <p:txBody>
          <a:bodyPr/>
          <a:lstStyle/>
          <a:p>
            <a:fld id="{A16CFAD1-D197-4A88-B173-A6412E995EE5}" type="slidenum">
              <a:rPr lang="en-GB" smtClean="0"/>
              <a:pPr/>
              <a:t>18</a:t>
            </a:fld>
            <a:endParaRPr lang="en-GB" sz="800"/>
          </a:p>
        </p:txBody>
      </p:sp>
    </p:spTree>
    <p:extLst>
      <p:ext uri="{BB962C8B-B14F-4D97-AF65-F5344CB8AC3E}">
        <p14:creationId xmlns:p14="http://schemas.microsoft.com/office/powerpoint/2010/main" val="39312382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78BA5-5169-EBF6-78FD-D2A1765052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B317D-E64D-4CF4-667C-EFD58CD975C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5DE3E02A-D82E-E060-AAAD-9AB1EB2D773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3EF00E9-5561-6099-FBDE-9F65E6C4DF8C}"/>
              </a:ext>
            </a:extLst>
          </p:cNvPr>
          <p:cNvSpPr>
            <a:spLocks noGrp="1"/>
          </p:cNvSpPr>
          <p:nvPr>
            <p:ph type="sldNum" sz="quarter" idx="5"/>
          </p:nvPr>
        </p:nvSpPr>
        <p:spPr/>
        <p:txBody>
          <a:bodyPr/>
          <a:lstStyle/>
          <a:p>
            <a:fld id="{A16CFAD1-D197-4A88-B173-A6412E995EE5}" type="slidenum">
              <a:rPr lang="en-GB" smtClean="0"/>
              <a:pPr/>
              <a:t>19</a:t>
            </a:fld>
            <a:endParaRPr lang="en-GB" sz="800"/>
          </a:p>
        </p:txBody>
      </p:sp>
    </p:spTree>
    <p:extLst>
      <p:ext uri="{BB962C8B-B14F-4D97-AF65-F5344CB8AC3E}">
        <p14:creationId xmlns:p14="http://schemas.microsoft.com/office/powerpoint/2010/main" val="2351266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5D5F2-B3C0-2902-DF31-F789EB8F25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BB912F-3C48-69C0-503E-F9033FC1985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E2EAB543-231A-5343-97D4-A14479DD4B8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4087B8E-B977-6185-14B7-EF279A72BD5C}"/>
              </a:ext>
            </a:extLst>
          </p:cNvPr>
          <p:cNvSpPr>
            <a:spLocks noGrp="1"/>
          </p:cNvSpPr>
          <p:nvPr>
            <p:ph type="sldNum" sz="quarter" idx="5"/>
          </p:nvPr>
        </p:nvSpPr>
        <p:spPr/>
        <p:txBody>
          <a:bodyPr/>
          <a:lstStyle/>
          <a:p>
            <a:fld id="{A16CFAD1-D197-4A88-B173-A6412E995EE5}" type="slidenum">
              <a:rPr lang="en-GB" smtClean="0"/>
              <a:pPr/>
              <a:t>20</a:t>
            </a:fld>
            <a:endParaRPr lang="en-GB" sz="800"/>
          </a:p>
        </p:txBody>
      </p:sp>
    </p:spTree>
    <p:extLst>
      <p:ext uri="{BB962C8B-B14F-4D97-AF65-F5344CB8AC3E}">
        <p14:creationId xmlns:p14="http://schemas.microsoft.com/office/powerpoint/2010/main" val="3539999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B3131-AD46-6B3C-C618-FFE8EB5FA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582AC-CFA6-A687-6D0B-562217B9148D}"/>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1498CFA7-F220-A6FA-D0BC-E5246D9B967D}"/>
              </a:ext>
            </a:extLst>
          </p:cNvPr>
          <p:cNvSpPr>
            <a:spLocks noGrp="1"/>
          </p:cNvSpPr>
          <p:nvPr>
            <p:ph type="body" idx="1"/>
          </p:nvPr>
        </p:nvSpPr>
        <p:spPr/>
        <p:txBody>
          <a:bodyPr/>
          <a:lstStyle/>
          <a:p>
            <a:r>
              <a:rPr lang="en-GB">
                <a:cs typeface="Arial"/>
              </a:rPr>
              <a:t>Pay-as-you-go methodology- </a:t>
            </a:r>
            <a:r>
              <a:rPr lang="en-GB" b="1"/>
              <a:t>one business question per iteration</a:t>
            </a:r>
            <a:r>
              <a:rPr lang="en-GB"/>
              <a:t>, with just enough semantic commitment to satisfy a stakeholder and close the loop.</a:t>
            </a:r>
            <a:endParaRPr lang="en-GB">
              <a:cs typeface="Arial"/>
            </a:endParaRPr>
          </a:p>
        </p:txBody>
      </p:sp>
      <p:sp>
        <p:nvSpPr>
          <p:cNvPr id="4" name="Slide Number Placeholder 3">
            <a:extLst>
              <a:ext uri="{FF2B5EF4-FFF2-40B4-BE49-F238E27FC236}">
                <a16:creationId xmlns:a16="http://schemas.microsoft.com/office/drawing/2014/main" id="{D419A058-03FB-9473-400C-A181C5038DF4}"/>
              </a:ext>
            </a:extLst>
          </p:cNvPr>
          <p:cNvSpPr>
            <a:spLocks noGrp="1"/>
          </p:cNvSpPr>
          <p:nvPr>
            <p:ph type="sldNum" sz="quarter" idx="5"/>
          </p:nvPr>
        </p:nvSpPr>
        <p:spPr/>
        <p:txBody>
          <a:bodyPr/>
          <a:lstStyle/>
          <a:p>
            <a:fld id="{A16CFAD1-D197-4A88-B173-A6412E995EE5}" type="slidenum">
              <a:rPr lang="en-GB" smtClean="0"/>
              <a:pPr/>
              <a:t>21</a:t>
            </a:fld>
            <a:endParaRPr lang="en-GB" sz="800"/>
          </a:p>
        </p:txBody>
      </p:sp>
    </p:spTree>
    <p:extLst>
      <p:ext uri="{BB962C8B-B14F-4D97-AF65-F5344CB8AC3E}">
        <p14:creationId xmlns:p14="http://schemas.microsoft.com/office/powerpoint/2010/main" val="40486040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9B889-ABD2-AF2B-E132-81EF768E3A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5455F-7788-CD36-23D8-97B4F8B3FE80}"/>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F2EE55D5-1FD9-C6CF-F471-2047114341C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F6B5D35-0E8E-6573-DDC1-C02AD981E723}"/>
              </a:ext>
            </a:extLst>
          </p:cNvPr>
          <p:cNvSpPr>
            <a:spLocks noGrp="1"/>
          </p:cNvSpPr>
          <p:nvPr>
            <p:ph type="sldNum" sz="quarter" idx="5"/>
          </p:nvPr>
        </p:nvSpPr>
        <p:spPr/>
        <p:txBody>
          <a:bodyPr/>
          <a:lstStyle/>
          <a:p>
            <a:fld id="{A16CFAD1-D197-4A88-B173-A6412E995EE5}" type="slidenum">
              <a:rPr lang="en-GB" smtClean="0"/>
              <a:pPr/>
              <a:t>22</a:t>
            </a:fld>
            <a:endParaRPr lang="en-GB" sz="800"/>
          </a:p>
        </p:txBody>
      </p:sp>
    </p:spTree>
    <p:extLst>
      <p:ext uri="{BB962C8B-B14F-4D97-AF65-F5344CB8AC3E}">
        <p14:creationId xmlns:p14="http://schemas.microsoft.com/office/powerpoint/2010/main" val="982619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CCA57-9AB4-B8D9-77A1-91060754A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1240D-6672-2C0C-0EDB-56D7ACE50439}"/>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F9202B57-BA2B-7949-5EAE-96FCBB07E41D}"/>
              </a:ext>
            </a:extLst>
          </p:cNvPr>
          <p:cNvSpPr>
            <a:spLocks noGrp="1"/>
          </p:cNvSpPr>
          <p:nvPr>
            <p:ph type="body" idx="1"/>
          </p:nvPr>
        </p:nvSpPr>
        <p:spPr/>
        <p:txBody>
          <a:bodyPr/>
          <a:lstStyle/>
          <a:p>
            <a:r>
              <a:rPr lang="en-GB">
                <a:cs typeface="Arial"/>
              </a:rPr>
              <a:t>The core of requirement wizard is basically a well-designed prompt that filters the normative requirements and then breaks them into SCD format. Requirement wizard is currently at integrating with the XML </a:t>
            </a:r>
            <a:r>
              <a:rPr lang="en-GB" err="1">
                <a:cs typeface="Arial"/>
              </a:rPr>
              <a:t>databaseand</a:t>
            </a:r>
            <a:r>
              <a:rPr lang="en-GB">
                <a:cs typeface="Arial"/>
              </a:rPr>
              <a:t> the API for testing will probably be available during Q2. </a:t>
            </a:r>
            <a:r>
              <a:rPr lang="en-GB"/>
              <a:t>However, it works only for English so we have to design our own prompt for our use-case and maybe think about how to framing well-structured requirements from the </a:t>
            </a:r>
            <a:r>
              <a:rPr lang="en-GB" err="1"/>
              <a:t>actionlist</a:t>
            </a:r>
            <a:r>
              <a:rPr lang="en-GB"/>
              <a:t> (maybe have to go a level higher and frame requirements if possible).</a:t>
            </a:r>
            <a:endParaRPr lang="en-US"/>
          </a:p>
        </p:txBody>
      </p:sp>
      <p:sp>
        <p:nvSpPr>
          <p:cNvPr id="4" name="Slide Number Placeholder 3">
            <a:extLst>
              <a:ext uri="{FF2B5EF4-FFF2-40B4-BE49-F238E27FC236}">
                <a16:creationId xmlns:a16="http://schemas.microsoft.com/office/drawing/2014/main" id="{C53F85F7-707C-D093-BBB5-E9D9804BB170}"/>
              </a:ext>
            </a:extLst>
          </p:cNvPr>
          <p:cNvSpPr>
            <a:spLocks noGrp="1"/>
          </p:cNvSpPr>
          <p:nvPr>
            <p:ph type="sldNum" sz="quarter" idx="5"/>
          </p:nvPr>
        </p:nvSpPr>
        <p:spPr/>
        <p:txBody>
          <a:bodyPr/>
          <a:lstStyle/>
          <a:p>
            <a:fld id="{A16CFAD1-D197-4A88-B173-A6412E995EE5}" type="slidenum">
              <a:rPr lang="en-GB" smtClean="0"/>
              <a:pPr/>
              <a:t>23</a:t>
            </a:fld>
            <a:endParaRPr lang="en-GB" sz="800"/>
          </a:p>
        </p:txBody>
      </p:sp>
    </p:spTree>
    <p:extLst>
      <p:ext uri="{BB962C8B-B14F-4D97-AF65-F5344CB8AC3E}">
        <p14:creationId xmlns:p14="http://schemas.microsoft.com/office/powerpoint/2010/main" val="31911519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EB40D-7287-017C-4354-20E088C0EE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F77FA9-3386-7ED0-1599-CB7799BF9521}"/>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68A82156-F9E0-BCDD-0EBD-5211778B702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6B7FBAA-B5DA-61E6-09D2-5F9DBBA9B143}"/>
              </a:ext>
            </a:extLst>
          </p:cNvPr>
          <p:cNvSpPr>
            <a:spLocks noGrp="1"/>
          </p:cNvSpPr>
          <p:nvPr>
            <p:ph type="sldNum" sz="quarter" idx="5"/>
          </p:nvPr>
        </p:nvSpPr>
        <p:spPr/>
        <p:txBody>
          <a:bodyPr/>
          <a:lstStyle/>
          <a:p>
            <a:fld id="{A16CFAD1-D197-4A88-B173-A6412E995EE5}" type="slidenum">
              <a:rPr lang="en-GB" smtClean="0"/>
              <a:pPr/>
              <a:t>24</a:t>
            </a:fld>
            <a:endParaRPr lang="en-GB" sz="800"/>
          </a:p>
        </p:txBody>
      </p:sp>
    </p:spTree>
    <p:extLst>
      <p:ext uri="{BB962C8B-B14F-4D97-AF65-F5344CB8AC3E}">
        <p14:creationId xmlns:p14="http://schemas.microsoft.com/office/powerpoint/2010/main" val="12769212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385E5-FB01-B60A-8C59-4A350CD34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9BA698-4FE7-6D0B-D6A8-D9B81F1AD4F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305BAAAA-8E1A-A296-831B-BB3A9BD07584}"/>
              </a:ext>
            </a:extLst>
          </p:cNvPr>
          <p:cNvSpPr>
            <a:spLocks noGrp="1"/>
          </p:cNvSpPr>
          <p:nvPr>
            <p:ph type="body" idx="1"/>
          </p:nvPr>
        </p:nvSpPr>
        <p:spPr/>
        <p:txBody>
          <a:bodyPr/>
          <a:lstStyle/>
          <a:p>
            <a:endParaRPr lang="en-GB">
              <a:cs typeface="Arial"/>
            </a:endParaRPr>
          </a:p>
        </p:txBody>
      </p:sp>
      <p:sp>
        <p:nvSpPr>
          <p:cNvPr id="4" name="Slide Number Placeholder 3">
            <a:extLst>
              <a:ext uri="{FF2B5EF4-FFF2-40B4-BE49-F238E27FC236}">
                <a16:creationId xmlns:a16="http://schemas.microsoft.com/office/drawing/2014/main" id="{5399C47D-15E0-BB07-F972-681A8DD4201C}"/>
              </a:ext>
            </a:extLst>
          </p:cNvPr>
          <p:cNvSpPr>
            <a:spLocks noGrp="1"/>
          </p:cNvSpPr>
          <p:nvPr>
            <p:ph type="sldNum" sz="quarter" idx="5"/>
          </p:nvPr>
        </p:nvSpPr>
        <p:spPr/>
        <p:txBody>
          <a:bodyPr/>
          <a:lstStyle/>
          <a:p>
            <a:fld id="{A16CFAD1-D197-4A88-B173-A6412E995EE5}" type="slidenum">
              <a:rPr lang="en-GB" smtClean="0"/>
              <a:pPr/>
              <a:t>25</a:t>
            </a:fld>
            <a:endParaRPr lang="en-GB" sz="800"/>
          </a:p>
        </p:txBody>
      </p:sp>
    </p:spTree>
    <p:extLst>
      <p:ext uri="{BB962C8B-B14F-4D97-AF65-F5344CB8AC3E}">
        <p14:creationId xmlns:p14="http://schemas.microsoft.com/office/powerpoint/2010/main" val="29492656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5747F-FC33-C15E-53CE-D25D967471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D5AEDE-55AB-4B0B-F9DF-D831A5E4997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967F4B2C-E9E8-4F31-3B01-869655CF5B4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E721ABED-30C4-EDC3-D6B7-A22425A39076}"/>
              </a:ext>
            </a:extLst>
          </p:cNvPr>
          <p:cNvSpPr>
            <a:spLocks noGrp="1"/>
          </p:cNvSpPr>
          <p:nvPr>
            <p:ph type="sldNum" sz="quarter" idx="5"/>
          </p:nvPr>
        </p:nvSpPr>
        <p:spPr/>
        <p:txBody>
          <a:bodyPr/>
          <a:lstStyle/>
          <a:p>
            <a:fld id="{A16CFAD1-D197-4A88-B173-A6412E995EE5}" type="slidenum">
              <a:rPr lang="en-GB" smtClean="0"/>
              <a:pPr/>
              <a:t>26</a:t>
            </a:fld>
            <a:endParaRPr lang="en-GB" sz="800"/>
          </a:p>
        </p:txBody>
      </p:sp>
    </p:spTree>
    <p:extLst>
      <p:ext uri="{BB962C8B-B14F-4D97-AF65-F5344CB8AC3E}">
        <p14:creationId xmlns:p14="http://schemas.microsoft.com/office/powerpoint/2010/main" val="40679866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A9B19-571E-F191-52B8-3316D9F16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E79C7-5305-B895-D53E-2F4CE054CA7F}"/>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042F9BEC-FBDF-1A58-5312-89CD3DDCDD18}"/>
              </a:ext>
            </a:extLst>
          </p:cNvPr>
          <p:cNvSpPr>
            <a:spLocks noGrp="1"/>
          </p:cNvSpPr>
          <p:nvPr>
            <p:ph type="body" idx="1"/>
          </p:nvPr>
        </p:nvSpPr>
        <p:spPr/>
        <p:txBody>
          <a:bodyPr/>
          <a:lstStyle/>
          <a:p>
            <a:r>
              <a:rPr lang="en-GB"/>
              <a:t>By Milestone 5, we can determine compliance in principle; by Milestone 8, customers can see and trust that determination.</a:t>
            </a:r>
            <a:endParaRPr lang="en-US"/>
          </a:p>
        </p:txBody>
      </p:sp>
      <p:sp>
        <p:nvSpPr>
          <p:cNvPr id="4" name="Slide Number Placeholder 3">
            <a:extLst>
              <a:ext uri="{FF2B5EF4-FFF2-40B4-BE49-F238E27FC236}">
                <a16:creationId xmlns:a16="http://schemas.microsoft.com/office/drawing/2014/main" id="{6931BD25-B12B-7425-8F3A-453F79126D1F}"/>
              </a:ext>
            </a:extLst>
          </p:cNvPr>
          <p:cNvSpPr>
            <a:spLocks noGrp="1"/>
          </p:cNvSpPr>
          <p:nvPr>
            <p:ph type="sldNum" sz="quarter" idx="5"/>
          </p:nvPr>
        </p:nvSpPr>
        <p:spPr/>
        <p:txBody>
          <a:bodyPr/>
          <a:lstStyle/>
          <a:p>
            <a:fld id="{A16CFAD1-D197-4A88-B173-A6412E995EE5}" type="slidenum">
              <a:rPr lang="en-GB" smtClean="0"/>
              <a:pPr/>
              <a:t>27</a:t>
            </a:fld>
            <a:endParaRPr lang="en-GB" sz="800"/>
          </a:p>
        </p:txBody>
      </p:sp>
    </p:spTree>
    <p:extLst>
      <p:ext uri="{BB962C8B-B14F-4D97-AF65-F5344CB8AC3E}">
        <p14:creationId xmlns:p14="http://schemas.microsoft.com/office/powerpoint/2010/main" val="26736771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50337-7A76-09A6-D482-243889AC25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C23DF-619B-F85F-664F-ACD8EAB7328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DC702DEF-89E5-9114-973B-F49717DB321B}"/>
              </a:ext>
            </a:extLst>
          </p:cNvPr>
          <p:cNvSpPr>
            <a:spLocks noGrp="1"/>
          </p:cNvSpPr>
          <p:nvPr>
            <p:ph type="body" idx="1"/>
          </p:nvPr>
        </p:nvSpPr>
        <p:spPr/>
        <p:txBody>
          <a:bodyPr/>
          <a:lstStyle/>
          <a:p>
            <a:r>
              <a:rPr lang="en-GB"/>
              <a:t>By Milestone 5, we can determine compliance in principle; by Milestone 8, customers can see and trust that determination.</a:t>
            </a:r>
            <a:endParaRPr lang="en-US"/>
          </a:p>
        </p:txBody>
      </p:sp>
      <p:sp>
        <p:nvSpPr>
          <p:cNvPr id="4" name="Slide Number Placeholder 3">
            <a:extLst>
              <a:ext uri="{FF2B5EF4-FFF2-40B4-BE49-F238E27FC236}">
                <a16:creationId xmlns:a16="http://schemas.microsoft.com/office/drawing/2014/main" id="{D0994B2E-A8EC-0EFE-82A8-7B1743FFAD92}"/>
              </a:ext>
            </a:extLst>
          </p:cNvPr>
          <p:cNvSpPr>
            <a:spLocks noGrp="1"/>
          </p:cNvSpPr>
          <p:nvPr>
            <p:ph type="sldNum" sz="quarter" idx="5"/>
          </p:nvPr>
        </p:nvSpPr>
        <p:spPr/>
        <p:txBody>
          <a:bodyPr/>
          <a:lstStyle/>
          <a:p>
            <a:fld id="{A16CFAD1-D197-4A88-B173-A6412E995EE5}" type="slidenum">
              <a:rPr lang="en-GB" smtClean="0"/>
              <a:pPr/>
              <a:t>28</a:t>
            </a:fld>
            <a:endParaRPr lang="en-GB" sz="800"/>
          </a:p>
        </p:txBody>
      </p:sp>
    </p:spTree>
    <p:extLst>
      <p:ext uri="{BB962C8B-B14F-4D97-AF65-F5344CB8AC3E}">
        <p14:creationId xmlns:p14="http://schemas.microsoft.com/office/powerpoint/2010/main" val="6377938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958AF-894D-4456-8630-A31B3B535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B432D-A2EE-151F-9510-7FCBE849350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5789C185-A183-CBD7-5CA0-D49968768B63}"/>
              </a:ext>
            </a:extLst>
          </p:cNvPr>
          <p:cNvSpPr>
            <a:spLocks noGrp="1"/>
          </p:cNvSpPr>
          <p:nvPr>
            <p:ph type="body" idx="1"/>
          </p:nvPr>
        </p:nvSpPr>
        <p:spPr/>
        <p:txBody>
          <a:bodyPr/>
          <a:lstStyle/>
          <a:p>
            <a:endParaRPr lang="en-GB">
              <a:cs typeface="Arial"/>
            </a:endParaRPr>
          </a:p>
        </p:txBody>
      </p:sp>
      <p:sp>
        <p:nvSpPr>
          <p:cNvPr id="4" name="Slide Number Placeholder 3">
            <a:extLst>
              <a:ext uri="{FF2B5EF4-FFF2-40B4-BE49-F238E27FC236}">
                <a16:creationId xmlns:a16="http://schemas.microsoft.com/office/drawing/2014/main" id="{AB58088C-7DA3-0AA0-C17E-095080329832}"/>
              </a:ext>
            </a:extLst>
          </p:cNvPr>
          <p:cNvSpPr>
            <a:spLocks noGrp="1"/>
          </p:cNvSpPr>
          <p:nvPr>
            <p:ph type="sldNum" sz="quarter" idx="5"/>
          </p:nvPr>
        </p:nvSpPr>
        <p:spPr/>
        <p:txBody>
          <a:bodyPr/>
          <a:lstStyle/>
          <a:p>
            <a:fld id="{A16CFAD1-D197-4A88-B173-A6412E995EE5}" type="slidenum">
              <a:rPr lang="en-GB" smtClean="0"/>
              <a:pPr/>
              <a:t>29</a:t>
            </a:fld>
            <a:endParaRPr lang="en-GB" sz="800"/>
          </a:p>
        </p:txBody>
      </p:sp>
    </p:spTree>
    <p:extLst>
      <p:ext uri="{BB962C8B-B14F-4D97-AF65-F5344CB8AC3E}">
        <p14:creationId xmlns:p14="http://schemas.microsoft.com/office/powerpoint/2010/main" val="16507691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4FF6C-4846-4457-2048-2D80BCDE7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F6024A-B88B-48D3-594A-0561E6C5A383}"/>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815589BF-81DB-0647-A1C0-0004BF60042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15DBF08-4387-EA2D-8750-47FBECA20BB4}"/>
              </a:ext>
            </a:extLst>
          </p:cNvPr>
          <p:cNvSpPr>
            <a:spLocks noGrp="1"/>
          </p:cNvSpPr>
          <p:nvPr>
            <p:ph type="sldNum" sz="quarter" idx="5"/>
          </p:nvPr>
        </p:nvSpPr>
        <p:spPr/>
        <p:txBody>
          <a:bodyPr/>
          <a:lstStyle/>
          <a:p>
            <a:fld id="{A16CFAD1-D197-4A88-B173-A6412E995EE5}" type="slidenum">
              <a:rPr lang="en-GB" smtClean="0"/>
              <a:pPr/>
              <a:t>30</a:t>
            </a:fld>
            <a:endParaRPr lang="en-GB" sz="800"/>
          </a:p>
        </p:txBody>
      </p:sp>
    </p:spTree>
    <p:extLst>
      <p:ext uri="{BB962C8B-B14F-4D97-AF65-F5344CB8AC3E}">
        <p14:creationId xmlns:p14="http://schemas.microsoft.com/office/powerpoint/2010/main" val="15884627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00B8F-733C-66A7-BD2B-C4D3EB6B1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967945-A87D-122C-30DB-B5C3DDCB6ADB}"/>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5308DD47-D83B-4F6B-C8B8-8C2D73567BE0}"/>
              </a:ext>
            </a:extLst>
          </p:cNvPr>
          <p:cNvSpPr>
            <a:spLocks noGrp="1"/>
          </p:cNvSpPr>
          <p:nvPr>
            <p:ph type="body" idx="1"/>
          </p:nvPr>
        </p:nvSpPr>
        <p:spPr/>
        <p:txBody>
          <a:bodyPr/>
          <a:lstStyle/>
          <a:p>
            <a:r>
              <a:rPr lang="en-GB"/>
              <a:t>By Milestone 5, we can determine compliance in principle; by Milestone 8, customers can see and trust that determination.</a:t>
            </a:r>
            <a:endParaRPr lang="en-US"/>
          </a:p>
        </p:txBody>
      </p:sp>
      <p:sp>
        <p:nvSpPr>
          <p:cNvPr id="4" name="Slide Number Placeholder 3">
            <a:extLst>
              <a:ext uri="{FF2B5EF4-FFF2-40B4-BE49-F238E27FC236}">
                <a16:creationId xmlns:a16="http://schemas.microsoft.com/office/drawing/2014/main" id="{E93A0F13-4F38-F78C-4D0E-FAA25E81227F}"/>
              </a:ext>
            </a:extLst>
          </p:cNvPr>
          <p:cNvSpPr>
            <a:spLocks noGrp="1"/>
          </p:cNvSpPr>
          <p:nvPr>
            <p:ph type="sldNum" sz="quarter" idx="5"/>
          </p:nvPr>
        </p:nvSpPr>
        <p:spPr/>
        <p:txBody>
          <a:bodyPr/>
          <a:lstStyle/>
          <a:p>
            <a:fld id="{A16CFAD1-D197-4A88-B173-A6412E995EE5}" type="slidenum">
              <a:rPr lang="en-GB" smtClean="0"/>
              <a:pPr/>
              <a:t>31</a:t>
            </a:fld>
            <a:endParaRPr lang="en-GB" sz="800"/>
          </a:p>
        </p:txBody>
      </p:sp>
    </p:spTree>
    <p:extLst>
      <p:ext uri="{BB962C8B-B14F-4D97-AF65-F5344CB8AC3E}">
        <p14:creationId xmlns:p14="http://schemas.microsoft.com/office/powerpoint/2010/main" val="17016489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685800"/>
            <a:ext cx="6137275" cy="3452813"/>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16CFAD1-D197-4A88-B173-A6412E995EE5}" type="slidenum">
              <a:rPr lang="en-GB" smtClean="0"/>
              <a:pPr/>
              <a:t>32</a:t>
            </a:fld>
            <a:endParaRPr lang="en-GB" sz="800"/>
          </a:p>
        </p:txBody>
      </p:sp>
    </p:spTree>
    <p:extLst>
      <p:ext uri="{BB962C8B-B14F-4D97-AF65-F5344CB8AC3E}">
        <p14:creationId xmlns:p14="http://schemas.microsoft.com/office/powerpoint/2010/main" val="26416378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AD399-A071-09BE-25D9-3076316FFF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9E114-F57D-46A9-4D65-95A6A5AB84FA}"/>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DB0D4081-0B97-B006-2FC4-F23A1A118E6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4FCD157-65E9-E2E0-E8CC-6F482F38A998}"/>
              </a:ext>
            </a:extLst>
          </p:cNvPr>
          <p:cNvSpPr>
            <a:spLocks noGrp="1"/>
          </p:cNvSpPr>
          <p:nvPr>
            <p:ph type="sldNum" sz="quarter" idx="5"/>
          </p:nvPr>
        </p:nvSpPr>
        <p:spPr/>
        <p:txBody>
          <a:bodyPr/>
          <a:lstStyle/>
          <a:p>
            <a:fld id="{A16CFAD1-D197-4A88-B173-A6412E995EE5}" type="slidenum">
              <a:rPr lang="en-GB" smtClean="0"/>
              <a:pPr/>
              <a:t>33</a:t>
            </a:fld>
            <a:endParaRPr lang="en-GB" sz="800"/>
          </a:p>
        </p:txBody>
      </p:sp>
    </p:spTree>
    <p:extLst>
      <p:ext uri="{BB962C8B-B14F-4D97-AF65-F5344CB8AC3E}">
        <p14:creationId xmlns:p14="http://schemas.microsoft.com/office/powerpoint/2010/main" val="5754685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685800"/>
            <a:ext cx="6137275" cy="3452813"/>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16CFAD1-D197-4A88-B173-A6412E995EE5}" type="slidenum">
              <a:rPr lang="en-GB" smtClean="0"/>
              <a:pPr/>
              <a:t>34</a:t>
            </a:fld>
            <a:endParaRPr lang="en-GB" sz="800"/>
          </a:p>
        </p:txBody>
      </p:sp>
    </p:spTree>
    <p:extLst>
      <p:ext uri="{BB962C8B-B14F-4D97-AF65-F5344CB8AC3E}">
        <p14:creationId xmlns:p14="http://schemas.microsoft.com/office/powerpoint/2010/main" val="39320770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2E1BB-E2D2-EBFC-750F-6EC452F5A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61EEF-FB25-D366-6892-C585B4A7751E}"/>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520FF1AA-A697-ADFD-3990-8461E7409DE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A4B5B96F-1341-5FF2-5CED-922FC2BB5CB1}"/>
              </a:ext>
            </a:extLst>
          </p:cNvPr>
          <p:cNvSpPr>
            <a:spLocks noGrp="1"/>
          </p:cNvSpPr>
          <p:nvPr>
            <p:ph type="sldNum" sz="quarter" idx="5"/>
          </p:nvPr>
        </p:nvSpPr>
        <p:spPr/>
        <p:txBody>
          <a:bodyPr/>
          <a:lstStyle/>
          <a:p>
            <a:fld id="{A16CFAD1-D197-4A88-B173-A6412E995EE5}" type="slidenum">
              <a:rPr lang="en-GB" smtClean="0"/>
              <a:pPr/>
              <a:t>36</a:t>
            </a:fld>
            <a:endParaRPr lang="en-GB" sz="800"/>
          </a:p>
        </p:txBody>
      </p:sp>
    </p:spTree>
    <p:extLst>
      <p:ext uri="{BB962C8B-B14F-4D97-AF65-F5344CB8AC3E}">
        <p14:creationId xmlns:p14="http://schemas.microsoft.com/office/powerpoint/2010/main" val="231211471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DBC5-9CC0-EEC7-BAD1-E4003E592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BD2434-20DE-ABBB-BA66-A7098459F121}"/>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A6F757F5-F166-5634-CDDB-C82476816D49}"/>
              </a:ext>
            </a:extLst>
          </p:cNvPr>
          <p:cNvSpPr>
            <a:spLocks noGrp="1"/>
          </p:cNvSpPr>
          <p:nvPr>
            <p:ph type="body" idx="1"/>
          </p:nvPr>
        </p:nvSpPr>
        <p:spPr/>
        <p:txBody>
          <a:bodyPr/>
          <a:lstStyle/>
          <a:p>
            <a:r>
              <a:rPr lang="en-GB">
                <a:effectLst/>
              </a:rPr>
              <a:t>[martine, abcdef slides]</a:t>
            </a:r>
            <a:endParaRPr lang="en-GB"/>
          </a:p>
          <a:p>
            <a:r>
              <a:rPr lang="en-GB">
                <a:effectLst/>
              </a:rPr>
              <a:t>Who and when are we cooperating with dnv</a:t>
            </a:r>
            <a:endParaRPr lang="en-GB"/>
          </a:p>
          <a:p>
            <a:r>
              <a:rPr lang="en-GB"/>
              <a:t> </a:t>
            </a:r>
          </a:p>
          <a:p>
            <a:r>
              <a:rPr lang="en-GB">
                <a:effectLst/>
              </a:rPr>
              <a:t>[everyone]</a:t>
            </a:r>
            <a:endParaRPr lang="en-GB"/>
          </a:p>
          <a:p>
            <a:r>
              <a:rPr lang="en-GB">
                <a:effectLst/>
              </a:rPr>
              <a:t>NUMBERS!!!!</a:t>
            </a:r>
            <a:endParaRPr lang="en-GB"/>
          </a:p>
          <a:p>
            <a:r>
              <a:rPr lang="en-GB"/>
              <a:t>  </a:t>
            </a:r>
          </a:p>
          <a:p>
            <a:r>
              <a:rPr lang="en-GB">
                <a:effectLst/>
              </a:rPr>
              <a:t>[hogne and martine, log system to site model, challenges]</a:t>
            </a:r>
            <a:endParaRPr lang="en-GB"/>
          </a:p>
          <a:p>
            <a:r>
              <a:rPr lang="en-GB">
                <a:effectLst/>
              </a:rPr>
              <a:t>Log systems aren't up to date and farmers dont like to keep them updated.</a:t>
            </a:r>
            <a:endParaRPr lang="en-GB"/>
          </a:p>
          <a:p>
            <a:r>
              <a:rPr lang="en-GB"/>
              <a:t> </a:t>
            </a:r>
          </a:p>
          <a:p>
            <a:r>
              <a:rPr lang="en-GB">
                <a:effectLst/>
              </a:rPr>
              <a:t>[martine, log system to site model, challenges]</a:t>
            </a:r>
            <a:endParaRPr lang="en-GB"/>
          </a:p>
          <a:p>
            <a:r>
              <a:rPr lang="en-GB">
                <a:effectLst/>
              </a:rPr>
              <a:t>What about security of the log system</a:t>
            </a:r>
            <a:endParaRPr lang="en-GB"/>
          </a:p>
          <a:p>
            <a:r>
              <a:rPr lang="en-GB"/>
              <a:t> </a:t>
            </a:r>
          </a:p>
          <a:p>
            <a:r>
              <a:rPr lang="en-GB">
                <a:effectLst/>
              </a:rPr>
              <a:t>[hogne, log system to site model]</a:t>
            </a:r>
            <a:endParaRPr lang="en-GB"/>
          </a:p>
          <a:p>
            <a:r>
              <a:rPr lang="en-GB">
                <a:effectLst/>
              </a:rPr>
              <a:t>One persons job to move havbruksloggen to aquacom, great sales argument</a:t>
            </a:r>
            <a:endParaRPr lang="en-GB"/>
          </a:p>
          <a:p>
            <a:r>
              <a:rPr lang="en-GB"/>
              <a:t> </a:t>
            </a:r>
          </a:p>
          <a:p>
            <a:r>
              <a:rPr lang="en-GB">
                <a:effectLst/>
              </a:rPr>
              <a:t>[Martine, Certificates to compliance]</a:t>
            </a:r>
            <a:endParaRPr lang="en-GB"/>
          </a:p>
          <a:p>
            <a:r>
              <a:rPr lang="en-GB">
                <a:effectLst/>
              </a:rPr>
              <a:t>This is also where we would read the lifetime. Key reason for why.</a:t>
            </a:r>
            <a:endParaRPr lang="en-GB"/>
          </a:p>
          <a:p>
            <a:r>
              <a:rPr lang="en-GB"/>
              <a:t> </a:t>
            </a:r>
          </a:p>
          <a:p>
            <a:r>
              <a:rPr lang="en-GB">
                <a:effectLst/>
              </a:rPr>
              <a:t>[Hogne, Certificates to compliance]</a:t>
            </a:r>
            <a:endParaRPr lang="en-GB"/>
          </a:p>
          <a:p>
            <a:r>
              <a:rPr lang="en-GB">
                <a:effectLst/>
              </a:rPr>
              <a:t>installation dates</a:t>
            </a:r>
            <a:endParaRPr lang="en-GB"/>
          </a:p>
          <a:p>
            <a:r>
              <a:rPr lang="en-GB"/>
              <a:t> </a:t>
            </a:r>
          </a:p>
          <a:p>
            <a:r>
              <a:rPr lang="en-GB">
                <a:effectLst/>
              </a:rPr>
              <a:t>[hogne, Certificates to compliance]</a:t>
            </a:r>
            <a:endParaRPr lang="en-GB"/>
          </a:p>
          <a:p>
            <a:r>
              <a:rPr lang="en-GB">
                <a:effectLst/>
              </a:rPr>
              <a:t>Have to have certificates for all documents, compliance to this is important. [nabil]We need to know what the certificate belongs to</a:t>
            </a:r>
            <a:endParaRPr lang="en-GB"/>
          </a:p>
          <a:p>
            <a:r>
              <a:rPr lang="en-GB"/>
              <a:t> </a:t>
            </a:r>
          </a:p>
          <a:p>
            <a:r>
              <a:rPr lang="en-GB">
                <a:effectLst/>
              </a:rPr>
              <a:t>[Hogne,Certificates to Compliance asset model]</a:t>
            </a:r>
            <a:endParaRPr lang="en-GB"/>
          </a:p>
          <a:p>
            <a:r>
              <a:rPr lang="en-GB">
                <a:effectLst/>
              </a:rPr>
              <a:t>If we have the deployment report...?</a:t>
            </a:r>
            <a:endParaRPr lang="en-GB"/>
          </a:p>
          <a:p>
            <a:r>
              <a:rPr lang="en-GB">
                <a:effectLst/>
              </a:rPr>
              <a:t>We will have missing certificates just from the logs</a:t>
            </a:r>
            <a:endParaRPr lang="en-GB"/>
          </a:p>
          <a:p>
            <a:r>
              <a:rPr lang="en-GB">
                <a:effectLst/>
              </a:rPr>
              <a:t>Nabil: we dont have a digital version of the deployment report</a:t>
            </a:r>
            <a:endParaRPr lang="en-GB"/>
          </a:p>
          <a:p>
            <a:r>
              <a:rPr lang="en-GB"/>
              <a:t> </a:t>
            </a:r>
          </a:p>
          <a:p>
            <a:r>
              <a:rPr lang="en-GB">
                <a:effectLst/>
              </a:rPr>
              <a:t>[Hogne,Reasoning and Ontology Magic]</a:t>
            </a:r>
            <a:endParaRPr lang="en-GB"/>
          </a:p>
          <a:p>
            <a:r>
              <a:rPr lang="en-GB">
                <a:effectLst/>
              </a:rPr>
              <a:t>Should be one document checking here as well</a:t>
            </a:r>
            <a:endParaRPr lang="en-GB"/>
          </a:p>
          <a:p>
            <a:r>
              <a:rPr lang="en-GB"/>
              <a:t> </a:t>
            </a:r>
          </a:p>
          <a:p>
            <a:r>
              <a:rPr lang="en-GB">
                <a:effectLst/>
              </a:rPr>
              <a:t>Conformities, we need to know them. Either us or others.</a:t>
            </a:r>
            <a:endParaRPr lang="en-GB"/>
          </a:p>
          <a:p>
            <a:r>
              <a:rPr lang="en-GB"/>
              <a:t> </a:t>
            </a:r>
          </a:p>
          <a:p>
            <a:r>
              <a:rPr lang="en-GB">
                <a:effectLst/>
              </a:rPr>
              <a:t>comment: If this then that, we don't cover "that"</a:t>
            </a:r>
            <a:endParaRPr lang="en-GB"/>
          </a:p>
          <a:p>
            <a:r>
              <a:rPr lang="en-GB">
                <a:effectLst/>
              </a:rPr>
              <a:t>comment: We only cover that you've checked, but if ie. Corrosion there is no mechanism</a:t>
            </a:r>
            <a:endParaRPr lang="en-GB"/>
          </a:p>
          <a:p>
            <a:r>
              <a:rPr lang="en-GB">
                <a:effectLst/>
              </a:rPr>
              <a:t>Comment: We're not able to capture consequences.</a:t>
            </a:r>
            <a:endParaRPr lang="en-GB"/>
          </a:p>
          <a:p>
            <a:endParaRPr lang="en-GB"/>
          </a:p>
        </p:txBody>
      </p:sp>
      <p:sp>
        <p:nvSpPr>
          <p:cNvPr id="4" name="Slide Number Placeholder 3">
            <a:extLst>
              <a:ext uri="{FF2B5EF4-FFF2-40B4-BE49-F238E27FC236}">
                <a16:creationId xmlns:a16="http://schemas.microsoft.com/office/drawing/2014/main" id="{B1730976-495D-C0C6-4513-F3F98A6E78B5}"/>
              </a:ext>
            </a:extLst>
          </p:cNvPr>
          <p:cNvSpPr>
            <a:spLocks noGrp="1"/>
          </p:cNvSpPr>
          <p:nvPr>
            <p:ph type="sldNum" sz="quarter" idx="5"/>
          </p:nvPr>
        </p:nvSpPr>
        <p:spPr/>
        <p:txBody>
          <a:bodyPr/>
          <a:lstStyle/>
          <a:p>
            <a:fld id="{A16CFAD1-D197-4A88-B173-A6412E995EE5}" type="slidenum">
              <a:rPr lang="en-GB" smtClean="0"/>
              <a:pPr/>
              <a:t>37</a:t>
            </a:fld>
            <a:endParaRPr lang="en-GB" sz="800"/>
          </a:p>
        </p:txBody>
      </p:sp>
    </p:spTree>
    <p:extLst>
      <p:ext uri="{BB962C8B-B14F-4D97-AF65-F5344CB8AC3E}">
        <p14:creationId xmlns:p14="http://schemas.microsoft.com/office/powerpoint/2010/main" val="32477562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5A352-9592-888E-882A-7C957EC74E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1D21B-D406-906C-4A2D-7A264A898F53}"/>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CBC3B5BC-16F0-758B-E3F8-7FD5AC7C942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33752A6-9346-778C-1694-31EC433B55C0}"/>
              </a:ext>
            </a:extLst>
          </p:cNvPr>
          <p:cNvSpPr>
            <a:spLocks noGrp="1"/>
          </p:cNvSpPr>
          <p:nvPr>
            <p:ph type="sldNum" sz="quarter" idx="5"/>
          </p:nvPr>
        </p:nvSpPr>
        <p:spPr/>
        <p:txBody>
          <a:bodyPr/>
          <a:lstStyle/>
          <a:p>
            <a:fld id="{A16CFAD1-D197-4A88-B173-A6412E995EE5}" type="slidenum">
              <a:rPr lang="en-GB" smtClean="0"/>
              <a:pPr/>
              <a:t>38</a:t>
            </a:fld>
            <a:endParaRPr lang="en-GB" sz="800"/>
          </a:p>
        </p:txBody>
      </p:sp>
    </p:spTree>
    <p:extLst>
      <p:ext uri="{BB962C8B-B14F-4D97-AF65-F5344CB8AC3E}">
        <p14:creationId xmlns:p14="http://schemas.microsoft.com/office/powerpoint/2010/main" val="3481326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E930A-69F1-31A0-0836-70B2C789C7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F19133-288E-7B90-3B38-5180812C4DA0}"/>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10E8DE95-D6E0-2F54-56EA-8E94727D4B9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013B4DA-02F1-D964-DD30-334FADD6B04F}"/>
              </a:ext>
            </a:extLst>
          </p:cNvPr>
          <p:cNvSpPr>
            <a:spLocks noGrp="1"/>
          </p:cNvSpPr>
          <p:nvPr>
            <p:ph type="sldNum" sz="quarter" idx="5"/>
          </p:nvPr>
        </p:nvSpPr>
        <p:spPr/>
        <p:txBody>
          <a:bodyPr/>
          <a:lstStyle/>
          <a:p>
            <a:fld id="{A16CFAD1-D197-4A88-B173-A6412E995EE5}" type="slidenum">
              <a:rPr lang="en-GB" smtClean="0"/>
              <a:pPr/>
              <a:t>39</a:t>
            </a:fld>
            <a:endParaRPr lang="en-GB" sz="800"/>
          </a:p>
        </p:txBody>
      </p:sp>
    </p:spTree>
    <p:extLst>
      <p:ext uri="{BB962C8B-B14F-4D97-AF65-F5344CB8AC3E}">
        <p14:creationId xmlns:p14="http://schemas.microsoft.com/office/powerpoint/2010/main" val="903399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D8B68-861E-F400-DA3B-9E2FCE05C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94CB72-D658-8A9E-0CA9-4359C581C54E}"/>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71ED0853-EF00-4FA1-1554-1F73CFC1FBE8}"/>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862B25B-41AD-B47E-24EF-58C373A15188}"/>
              </a:ext>
            </a:extLst>
          </p:cNvPr>
          <p:cNvSpPr>
            <a:spLocks noGrp="1"/>
          </p:cNvSpPr>
          <p:nvPr>
            <p:ph type="sldNum" sz="quarter" idx="5"/>
          </p:nvPr>
        </p:nvSpPr>
        <p:spPr/>
        <p:txBody>
          <a:bodyPr/>
          <a:lstStyle/>
          <a:p>
            <a:fld id="{A16CFAD1-D197-4A88-B173-A6412E995EE5}" type="slidenum">
              <a:rPr lang="en-GB" smtClean="0"/>
              <a:pPr/>
              <a:t>40</a:t>
            </a:fld>
            <a:endParaRPr lang="en-GB" sz="800"/>
          </a:p>
        </p:txBody>
      </p:sp>
    </p:spTree>
    <p:extLst>
      <p:ext uri="{BB962C8B-B14F-4D97-AF65-F5344CB8AC3E}">
        <p14:creationId xmlns:p14="http://schemas.microsoft.com/office/powerpoint/2010/main" val="14037428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4ED38-E68B-F278-017A-4E60F7B58E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E50795-2256-4BE1-658E-ABC29C5C0A38}"/>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46C23FB9-107D-A8B6-F893-089A3F1815E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68BE1AF-F0EC-EE98-2EFB-1E1627C9582A}"/>
              </a:ext>
            </a:extLst>
          </p:cNvPr>
          <p:cNvSpPr>
            <a:spLocks noGrp="1"/>
          </p:cNvSpPr>
          <p:nvPr>
            <p:ph type="sldNum" sz="quarter" idx="5"/>
          </p:nvPr>
        </p:nvSpPr>
        <p:spPr/>
        <p:txBody>
          <a:bodyPr/>
          <a:lstStyle/>
          <a:p>
            <a:fld id="{A16CFAD1-D197-4A88-B173-A6412E995EE5}" type="slidenum">
              <a:rPr lang="en-GB" smtClean="0"/>
              <a:pPr/>
              <a:t>41</a:t>
            </a:fld>
            <a:endParaRPr lang="en-GB" sz="800"/>
          </a:p>
        </p:txBody>
      </p:sp>
    </p:spTree>
    <p:extLst>
      <p:ext uri="{BB962C8B-B14F-4D97-AF65-F5344CB8AC3E}">
        <p14:creationId xmlns:p14="http://schemas.microsoft.com/office/powerpoint/2010/main" val="14879445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685800"/>
            <a:ext cx="6137275" cy="3452813"/>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16CFAD1-D197-4A88-B173-A6412E995EE5}" type="slidenum">
              <a:rPr lang="en-GB" smtClean="0"/>
              <a:pPr/>
              <a:t>42</a:t>
            </a:fld>
            <a:endParaRPr lang="en-GB" sz="800"/>
          </a:p>
        </p:txBody>
      </p:sp>
    </p:spTree>
    <p:extLst>
      <p:ext uri="{BB962C8B-B14F-4D97-AF65-F5344CB8AC3E}">
        <p14:creationId xmlns:p14="http://schemas.microsoft.com/office/powerpoint/2010/main" val="22378922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5FCD-C6B9-EF99-5089-CDD2F7E8F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68796-1861-2127-F333-D11DF29AA347}"/>
              </a:ext>
            </a:extLst>
          </p:cNvPr>
          <p:cNvSpPr>
            <a:spLocks noGrp="1" noRot="1" noChangeAspect="1"/>
          </p:cNvSpPr>
          <p:nvPr>
            <p:ph type="sldImg"/>
          </p:nvPr>
        </p:nvSpPr>
        <p:spPr>
          <a:xfrm>
            <a:off x="360363" y="685800"/>
            <a:ext cx="6137275" cy="3452813"/>
          </a:xfrm>
        </p:spPr>
        <p:txBody>
          <a:bodyPr/>
          <a:lstStyle/>
          <a:p>
            <a:endParaRPr lang="en-GB"/>
          </a:p>
        </p:txBody>
      </p:sp>
      <p:sp>
        <p:nvSpPr>
          <p:cNvPr id="3" name="Notes Placeholder 2">
            <a:extLst>
              <a:ext uri="{FF2B5EF4-FFF2-40B4-BE49-F238E27FC236}">
                <a16:creationId xmlns:a16="http://schemas.microsoft.com/office/drawing/2014/main" id="{47DCC3D4-950F-F276-34FC-1C956CBE98CF}"/>
              </a:ext>
            </a:extLst>
          </p:cNvPr>
          <p:cNvSpPr>
            <a:spLocks noGrp="1"/>
          </p:cNvSpPr>
          <p:nvPr>
            <p:ph type="body" idx="1"/>
          </p:nvPr>
        </p:nvSpPr>
        <p:spPr/>
        <p:txBody>
          <a:bodyPr/>
          <a:lstStyle/>
          <a:p>
            <a:r>
              <a:rPr lang="en-GB">
                <a:effectLst/>
              </a:rPr>
              <a:t>[martine, abcdef slides]</a:t>
            </a:r>
            <a:endParaRPr lang="en-GB"/>
          </a:p>
          <a:p>
            <a:r>
              <a:rPr lang="en-GB">
                <a:effectLst/>
              </a:rPr>
              <a:t>Who and when are we cooperating with dnv</a:t>
            </a:r>
            <a:endParaRPr lang="en-GB"/>
          </a:p>
          <a:p>
            <a:r>
              <a:rPr lang="en-GB"/>
              <a:t> </a:t>
            </a:r>
          </a:p>
          <a:p>
            <a:r>
              <a:rPr lang="en-GB">
                <a:effectLst/>
              </a:rPr>
              <a:t>[everyone]</a:t>
            </a:r>
            <a:endParaRPr lang="en-GB"/>
          </a:p>
          <a:p>
            <a:r>
              <a:rPr lang="en-GB">
                <a:effectLst/>
              </a:rPr>
              <a:t>NUMBERS!!!!</a:t>
            </a:r>
            <a:endParaRPr lang="en-GB"/>
          </a:p>
          <a:p>
            <a:r>
              <a:rPr lang="en-GB"/>
              <a:t>  </a:t>
            </a:r>
          </a:p>
          <a:p>
            <a:r>
              <a:rPr lang="en-GB">
                <a:effectLst/>
              </a:rPr>
              <a:t>[hogne and martine, log system to site model, challenges]</a:t>
            </a:r>
            <a:endParaRPr lang="en-GB"/>
          </a:p>
          <a:p>
            <a:r>
              <a:rPr lang="en-GB">
                <a:effectLst/>
              </a:rPr>
              <a:t>Log systems aren't up to date and farmers dont like to keep them updated.</a:t>
            </a:r>
            <a:endParaRPr lang="en-GB"/>
          </a:p>
          <a:p>
            <a:r>
              <a:rPr lang="en-GB"/>
              <a:t> </a:t>
            </a:r>
          </a:p>
          <a:p>
            <a:r>
              <a:rPr lang="en-GB">
                <a:effectLst/>
              </a:rPr>
              <a:t>[martine, log system to site model, challenges]</a:t>
            </a:r>
            <a:endParaRPr lang="en-GB"/>
          </a:p>
          <a:p>
            <a:r>
              <a:rPr lang="en-GB">
                <a:effectLst/>
              </a:rPr>
              <a:t>What about security of the log system</a:t>
            </a:r>
            <a:endParaRPr lang="en-GB"/>
          </a:p>
          <a:p>
            <a:r>
              <a:rPr lang="en-GB"/>
              <a:t> </a:t>
            </a:r>
          </a:p>
          <a:p>
            <a:r>
              <a:rPr lang="en-GB">
                <a:effectLst/>
              </a:rPr>
              <a:t>[hogne, log system to site model]</a:t>
            </a:r>
            <a:endParaRPr lang="en-GB"/>
          </a:p>
          <a:p>
            <a:r>
              <a:rPr lang="en-GB">
                <a:effectLst/>
              </a:rPr>
              <a:t>One persons job to move havbruksloggen to aquacom, great sales argument</a:t>
            </a:r>
            <a:endParaRPr lang="en-GB"/>
          </a:p>
          <a:p>
            <a:r>
              <a:rPr lang="en-GB"/>
              <a:t> </a:t>
            </a:r>
          </a:p>
          <a:p>
            <a:r>
              <a:rPr lang="en-GB">
                <a:effectLst/>
              </a:rPr>
              <a:t>[Martine, Certificates to compliance]</a:t>
            </a:r>
            <a:endParaRPr lang="en-GB"/>
          </a:p>
          <a:p>
            <a:r>
              <a:rPr lang="en-GB">
                <a:effectLst/>
              </a:rPr>
              <a:t>This is also where we would read the lifetime. Key reason for why.</a:t>
            </a:r>
            <a:endParaRPr lang="en-GB"/>
          </a:p>
          <a:p>
            <a:r>
              <a:rPr lang="en-GB"/>
              <a:t> </a:t>
            </a:r>
          </a:p>
          <a:p>
            <a:r>
              <a:rPr lang="en-GB">
                <a:effectLst/>
              </a:rPr>
              <a:t>[Hogne, Certificates to compliance]</a:t>
            </a:r>
            <a:endParaRPr lang="en-GB"/>
          </a:p>
          <a:p>
            <a:r>
              <a:rPr lang="en-GB">
                <a:effectLst/>
              </a:rPr>
              <a:t>installation dates</a:t>
            </a:r>
            <a:endParaRPr lang="en-GB"/>
          </a:p>
          <a:p>
            <a:r>
              <a:rPr lang="en-GB"/>
              <a:t> </a:t>
            </a:r>
          </a:p>
          <a:p>
            <a:r>
              <a:rPr lang="en-GB">
                <a:effectLst/>
              </a:rPr>
              <a:t>[hogne, Certificates to compliance]</a:t>
            </a:r>
            <a:endParaRPr lang="en-GB"/>
          </a:p>
          <a:p>
            <a:r>
              <a:rPr lang="en-GB">
                <a:effectLst/>
              </a:rPr>
              <a:t>Have to have certificates for all documents, compliance to this is important. [nabil]We need to know what the certificate belongs to</a:t>
            </a:r>
            <a:endParaRPr lang="en-GB"/>
          </a:p>
          <a:p>
            <a:r>
              <a:rPr lang="en-GB"/>
              <a:t> </a:t>
            </a:r>
          </a:p>
          <a:p>
            <a:r>
              <a:rPr lang="en-GB">
                <a:effectLst/>
              </a:rPr>
              <a:t>[Hogne,Certificates to Compliance asset model]</a:t>
            </a:r>
            <a:endParaRPr lang="en-GB"/>
          </a:p>
          <a:p>
            <a:r>
              <a:rPr lang="en-GB">
                <a:effectLst/>
              </a:rPr>
              <a:t>If we have the deployment report...?</a:t>
            </a:r>
            <a:endParaRPr lang="en-GB"/>
          </a:p>
          <a:p>
            <a:r>
              <a:rPr lang="en-GB">
                <a:effectLst/>
              </a:rPr>
              <a:t>We will have missing certificates just from the logs</a:t>
            </a:r>
            <a:endParaRPr lang="en-GB"/>
          </a:p>
          <a:p>
            <a:r>
              <a:rPr lang="en-GB">
                <a:effectLst/>
              </a:rPr>
              <a:t>Nabil: we dont have a digital version of the deployment report</a:t>
            </a:r>
            <a:endParaRPr lang="en-GB"/>
          </a:p>
          <a:p>
            <a:r>
              <a:rPr lang="en-GB"/>
              <a:t> </a:t>
            </a:r>
          </a:p>
          <a:p>
            <a:r>
              <a:rPr lang="en-GB">
                <a:effectLst/>
              </a:rPr>
              <a:t>[Hogne,Reasoning and Ontology Magic]</a:t>
            </a:r>
            <a:endParaRPr lang="en-GB"/>
          </a:p>
          <a:p>
            <a:r>
              <a:rPr lang="en-GB">
                <a:effectLst/>
              </a:rPr>
              <a:t>Should be one document checking here as well</a:t>
            </a:r>
            <a:endParaRPr lang="en-GB"/>
          </a:p>
          <a:p>
            <a:r>
              <a:rPr lang="en-GB"/>
              <a:t> </a:t>
            </a:r>
          </a:p>
          <a:p>
            <a:r>
              <a:rPr lang="en-GB">
                <a:effectLst/>
              </a:rPr>
              <a:t>Conformities, we need to know them. Either us or others.</a:t>
            </a:r>
            <a:endParaRPr lang="en-GB"/>
          </a:p>
          <a:p>
            <a:r>
              <a:rPr lang="en-GB"/>
              <a:t> </a:t>
            </a:r>
          </a:p>
          <a:p>
            <a:r>
              <a:rPr lang="en-GB">
                <a:effectLst/>
              </a:rPr>
              <a:t>comment: If this then that, we don't cover "that"</a:t>
            </a:r>
            <a:endParaRPr lang="en-GB"/>
          </a:p>
          <a:p>
            <a:r>
              <a:rPr lang="en-GB">
                <a:effectLst/>
              </a:rPr>
              <a:t>comment: We only cover that you've checked, but if ie. Corrosion there is no mechanism</a:t>
            </a:r>
            <a:endParaRPr lang="en-GB"/>
          </a:p>
          <a:p>
            <a:r>
              <a:rPr lang="en-GB">
                <a:effectLst/>
              </a:rPr>
              <a:t>Comment: We're not able to capture consequences.</a:t>
            </a:r>
            <a:endParaRPr lang="en-GB"/>
          </a:p>
          <a:p>
            <a:endParaRPr lang="en-GB"/>
          </a:p>
        </p:txBody>
      </p:sp>
      <p:sp>
        <p:nvSpPr>
          <p:cNvPr id="4" name="Slide Number Placeholder 3">
            <a:extLst>
              <a:ext uri="{FF2B5EF4-FFF2-40B4-BE49-F238E27FC236}">
                <a16:creationId xmlns:a16="http://schemas.microsoft.com/office/drawing/2014/main" id="{331492F6-720D-12C4-1D23-74027255F433}"/>
              </a:ext>
            </a:extLst>
          </p:cNvPr>
          <p:cNvSpPr>
            <a:spLocks noGrp="1"/>
          </p:cNvSpPr>
          <p:nvPr>
            <p:ph type="sldNum" sz="quarter" idx="5"/>
          </p:nvPr>
        </p:nvSpPr>
        <p:spPr/>
        <p:txBody>
          <a:bodyPr/>
          <a:lstStyle/>
          <a:p>
            <a:fld id="{A16CFAD1-D197-4A88-B173-A6412E995EE5}" type="slidenum">
              <a:rPr lang="en-GB" smtClean="0"/>
              <a:pPr/>
              <a:t>43</a:t>
            </a:fld>
            <a:endParaRPr lang="en-GB" sz="800"/>
          </a:p>
        </p:txBody>
      </p:sp>
    </p:spTree>
    <p:extLst>
      <p:ext uri="{BB962C8B-B14F-4D97-AF65-F5344CB8AC3E}">
        <p14:creationId xmlns:p14="http://schemas.microsoft.com/office/powerpoint/2010/main" val="21307655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60363" y="685800"/>
            <a:ext cx="6137275" cy="3452813"/>
          </a:xfrm>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16CFAD1-D197-4A88-B173-A6412E995EE5}" type="slidenum">
              <a:rPr lang="en-GB" smtClean="0"/>
              <a:pPr/>
              <a:t>44</a:t>
            </a:fld>
            <a:endParaRPr lang="en-GB" sz="800"/>
          </a:p>
        </p:txBody>
      </p:sp>
    </p:spTree>
    <p:extLst>
      <p:ext uri="{BB962C8B-B14F-4D97-AF65-F5344CB8AC3E}">
        <p14:creationId xmlns:p14="http://schemas.microsoft.com/office/powerpoint/2010/main" val="933959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hite">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5AD30D56-7424-4830-ABBC-E1CCEDA7A2DF}"/>
              </a:ext>
            </a:extLst>
          </p:cNvPr>
          <p:cNvPicPr>
            <a:picLocks noChangeAspect="1"/>
          </p:cNvPicPr>
          <p:nvPr userDrawn="1"/>
        </p:nvPicPr>
        <p:blipFill>
          <a:blip>
            <a:extLst>
              <a:ext uri="{96DAC541-7B7A-43D3-8B79-37D633B846F1}">
                <asvg:svgBlip xmlns:asvg="http://schemas.microsoft.com/office/drawing/2016/SVG/main" r:embed="rId2"/>
              </a:ext>
            </a:extLst>
          </a:blip>
          <a:srcRect t="29922" r="24420" b="6742"/>
          <a:stretch>
            <a:fillRect/>
          </a:stretch>
        </p:blipFill>
        <p:spPr>
          <a:xfrm>
            <a:off x="3600000" y="0"/>
            <a:ext cx="8592000" cy="6858000"/>
          </a:xfrm>
          <a:custGeom>
            <a:avLst/>
            <a:gdLst>
              <a:gd name="connsiteX0" fmla="*/ 0 w 8592000"/>
              <a:gd name="connsiteY0" fmla="*/ 0 h 6858000"/>
              <a:gd name="connsiteX1" fmla="*/ 8592000 w 8592000"/>
              <a:gd name="connsiteY1" fmla="*/ 0 h 6858000"/>
              <a:gd name="connsiteX2" fmla="*/ 8592000 w 8592000"/>
              <a:gd name="connsiteY2" fmla="*/ 6858000 h 6858000"/>
              <a:gd name="connsiteX3" fmla="*/ 0 w 85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592000" h="6858000">
                <a:moveTo>
                  <a:pt x="0" y="0"/>
                </a:moveTo>
                <a:lnTo>
                  <a:pt x="8592000" y="0"/>
                </a:lnTo>
                <a:lnTo>
                  <a:pt x="8592000" y="6858000"/>
                </a:lnTo>
                <a:lnTo>
                  <a:pt x="0" y="6858000"/>
                </a:lnTo>
                <a:close/>
              </a:path>
            </a:pathLst>
          </a:custGeom>
        </p:spPr>
      </p:pic>
      <p:grpSp>
        <p:nvGrpSpPr>
          <p:cNvPr id="21" name="Logo">
            <a:extLst>
              <a:ext uri="{FF2B5EF4-FFF2-40B4-BE49-F238E27FC236}">
                <a16:creationId xmlns:a16="http://schemas.microsoft.com/office/drawing/2014/main" id="{1E1CB065-BC3E-419D-8CD5-6001359B1AF9}"/>
              </a:ext>
            </a:extLst>
          </p:cNvPr>
          <p:cNvGrpSpPr>
            <a:grpSpLocks noChangeAspect="1"/>
          </p:cNvGrpSpPr>
          <p:nvPr userDrawn="1"/>
        </p:nvGrpSpPr>
        <p:grpSpPr>
          <a:xfrm>
            <a:off x="539751" y="540001"/>
            <a:ext cx="1702800" cy="727237"/>
            <a:chOff x="6380216" y="4059273"/>
            <a:chExt cx="2905863" cy="1241045"/>
          </a:xfrm>
        </p:grpSpPr>
        <p:sp>
          <p:nvSpPr>
            <p:cNvPr id="22" name="Freeform: Shape 21">
              <a:extLst>
                <a:ext uri="{FF2B5EF4-FFF2-40B4-BE49-F238E27FC236}">
                  <a16:creationId xmlns:a16="http://schemas.microsoft.com/office/drawing/2014/main" id="{60EF3EE0-04F6-4F0F-9C30-138E10130D0D}"/>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29F265DC-74E8-4BFF-92A1-092ADEFABD8A}"/>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39C07ABC-F814-4A0D-B933-8FF8308531B7}"/>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0C74A0EA-43E9-4563-A55A-F825A81DC14D}"/>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08704FAE-A924-4ACA-BF5E-2A8B00053817}"/>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44A7CF80-4160-43E8-868F-65E74933C8A6}"/>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pic>
        <p:nvPicPr>
          <p:cNvPr id="27" name="TAGLINE 60Black">
            <a:extLst>
              <a:ext uri="{FF2B5EF4-FFF2-40B4-BE49-F238E27FC236}">
                <a16:creationId xmlns:a16="http://schemas.microsoft.com/office/drawing/2014/main" id="{3A5FFB45-3585-4395-809E-0CF65EFB70E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48863" y="539750"/>
            <a:ext cx="1703386" cy="110689"/>
          </a:xfrm>
          <a:prstGeom prst="rect">
            <a:avLst/>
          </a:prstGeom>
        </p:spPr>
      </p:pic>
      <p:sp>
        <p:nvSpPr>
          <p:cNvPr id="2" name="Title 1"/>
          <p:cNvSpPr>
            <a:spLocks noGrp="1"/>
          </p:cNvSpPr>
          <p:nvPr>
            <p:ph type="ctrTitle" hasCustomPrompt="1"/>
          </p:nvPr>
        </p:nvSpPr>
        <p:spPr>
          <a:xfrm>
            <a:off x="539751" y="1730375"/>
            <a:ext cx="8290798" cy="2985625"/>
          </a:xfrm>
        </p:spPr>
        <p:txBody>
          <a:bodyPr anchor="b" anchorCtr="0">
            <a:noAutofit/>
          </a:bodyPr>
          <a:lstStyle>
            <a:lvl1pPr>
              <a:lnSpc>
                <a:spcPct val="83000"/>
              </a:lnSpc>
              <a:defRPr sz="6000">
                <a:solidFill>
                  <a:schemeClr val="accent1"/>
                </a:solidFill>
              </a:defRPr>
            </a:lvl1pPr>
          </a:lstStyle>
          <a:p>
            <a:r>
              <a:rPr lang="en-GB"/>
              <a:t>Click to add title</a:t>
            </a:r>
          </a:p>
        </p:txBody>
      </p:sp>
      <p:sp>
        <p:nvSpPr>
          <p:cNvPr id="31" name="Subtitle 2"/>
          <p:cNvSpPr>
            <a:spLocks noGrp="1"/>
          </p:cNvSpPr>
          <p:nvPr>
            <p:ph type="subTitle" idx="1" hasCustomPrompt="1"/>
          </p:nvPr>
        </p:nvSpPr>
        <p:spPr>
          <a:xfrm>
            <a:off x="540000" y="4946400"/>
            <a:ext cx="8290798" cy="648072"/>
          </a:xfrm>
        </p:spPr>
        <p:txBody>
          <a:bodyPr/>
          <a:lstStyle>
            <a:lvl1pPr marL="0" indent="0" algn="l" defTabSz="914400" rtl="0" eaLnBrk="1" latinLnBrk="0" hangingPunct="1">
              <a:lnSpc>
                <a:spcPct val="83000"/>
              </a:lnSpc>
              <a:spcBef>
                <a:spcPts val="0"/>
              </a:spcBef>
              <a:buNone/>
              <a:defRPr lang="en-US" sz="2000" b="0" kern="1200" dirty="0">
                <a:solidFill>
                  <a:schemeClr val="accent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4" name="Text Placeholder 3">
            <a:extLst>
              <a:ext uri="{FF2B5EF4-FFF2-40B4-BE49-F238E27FC236}">
                <a16:creationId xmlns:a16="http://schemas.microsoft.com/office/drawing/2014/main" id="{2B2D590D-63DF-49A5-B495-2B2E9EA7D2AA}"/>
              </a:ext>
            </a:extLst>
          </p:cNvPr>
          <p:cNvSpPr>
            <a:spLocks noGrp="1"/>
          </p:cNvSpPr>
          <p:nvPr>
            <p:ph type="body" sz="quarter" idx="18" hasCustomPrompt="1"/>
          </p:nvPr>
        </p:nvSpPr>
        <p:spPr>
          <a:xfrm>
            <a:off x="539748" y="5768975"/>
            <a:ext cx="8291049" cy="277813"/>
          </a:xfrm>
        </p:spPr>
        <p:txBody>
          <a:bodyPr anchor="b" anchorCtr="0"/>
          <a:lstStyle>
            <a:lvl1pPr marL="0" indent="0">
              <a:lnSpc>
                <a:spcPct val="83000"/>
              </a:lnSpc>
              <a:spcBef>
                <a:spcPts val="0"/>
              </a:spcBef>
              <a:buNone/>
              <a:tabLst/>
              <a:defRPr sz="1400" b="0"/>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13" name="Date Placeholder 12"/>
          <p:cNvSpPr>
            <a:spLocks noGrp="1"/>
          </p:cNvSpPr>
          <p:nvPr>
            <p:ph type="dt" sz="half" idx="15"/>
          </p:nvPr>
        </p:nvSpPr>
        <p:spPr>
          <a:xfrm>
            <a:off x="0" y="6858000"/>
            <a:ext cx="0" cy="0"/>
          </a:xfrm>
        </p:spPr>
        <p:txBody>
          <a:bodyPr/>
          <a:lstStyle>
            <a:lvl1pPr>
              <a:defRPr>
                <a:solidFill>
                  <a:schemeClr val="bg1"/>
                </a:solidFill>
              </a:defRPr>
            </a:lvl1pPr>
          </a:lstStyle>
          <a:p>
            <a:endParaRPr lang="en-GB"/>
          </a:p>
        </p:txBody>
      </p:sp>
      <p:sp>
        <p:nvSpPr>
          <p:cNvPr id="24" name="Footer Placeholder 23"/>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25" name="Slide Number Placeholder 24"/>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19" name="SD_FLD_DocumentDate">
            <a:extLst>
              <a:ext uri="{FF2B5EF4-FFF2-40B4-BE49-F238E27FC236}">
                <a16:creationId xmlns:a16="http://schemas.microsoft.com/office/drawing/2014/main" id="{33759508-D1FD-40CE-9331-F01D5EE3CCBE}"/>
              </a:ext>
            </a:extLst>
          </p:cNvPr>
          <p:cNvSpPr txBox="1">
            <a:spLocks noChangeArrowheads="1"/>
          </p:cNvSpPr>
          <p:nvPr userDrawn="1"/>
        </p:nvSpPr>
        <p:spPr bwMode="auto">
          <a:xfrm>
            <a:off x="540001" y="6161675"/>
            <a:ext cx="8290796" cy="181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lnSpc>
                <a:spcPct val="83000"/>
              </a:lnSpc>
              <a:spcBef>
                <a:spcPts val="0"/>
              </a:spcBef>
            </a:pPr>
            <a:r>
              <a:rPr lang="en-GB" altLang="ja-JP" sz="1400" cap="none" baseline="0">
                <a:solidFill>
                  <a:schemeClr val="accent1"/>
                </a:solidFill>
                <a:ea typeface="ＭＳ Ｐゴシック" charset="-128"/>
                <a:cs typeface="Arial" charset="0"/>
              </a:rPr>
              <a:t>22 January 2026</a:t>
            </a:r>
          </a:p>
        </p:txBody>
      </p:sp>
      <p:sp>
        <p:nvSpPr>
          <p:cNvPr id="29" name="_SD_FLD_DocumentNumbe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accent1"/>
              </a:solidFill>
              <a:ea typeface="ＭＳ Ｐゴシック" charset="-128"/>
              <a:cs typeface="Arial" charset="0"/>
            </a:endParaRPr>
          </a:p>
        </p:txBody>
      </p:sp>
      <p:sp>
        <p:nvSpPr>
          <p:cNvPr id="32" name="SD_FLD_Draft" hidden="1">
            <a:extLst>
              <a:ext uri="{FF2B5EF4-FFF2-40B4-BE49-F238E27FC236}">
                <a16:creationId xmlns:a16="http://schemas.microsoft.com/office/drawing/2014/main" id="{F9687746-12E1-43B0-8EEE-BCA876E5FD04}"/>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6" name="SD_FLD_Confidentiality">
            <a:extLst>
              <a:ext uri="{FF2B5EF4-FFF2-40B4-BE49-F238E27FC236}">
                <a16:creationId xmlns:a16="http://schemas.microsoft.com/office/drawing/2014/main" id="{2E43B5A0-A24B-4D49-B18D-5419D4E44B91}"/>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445393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graphic">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5632BCD-D585-42E8-A6D3-3C06DC3313BD}"/>
              </a:ext>
            </a:extLst>
          </p:cNvPr>
          <p:cNvSpPr/>
          <p:nvPr userDrawn="1"/>
        </p:nvSpPr>
        <p:spPr bwMode="white">
          <a:xfrm>
            <a:off x="0" y="0"/>
            <a:ext cx="12192000" cy="68550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6" name="Graphic 25">
            <a:extLst>
              <a:ext uri="{FF2B5EF4-FFF2-40B4-BE49-F238E27FC236}">
                <a16:creationId xmlns:a16="http://schemas.microsoft.com/office/drawing/2014/main" id="{7FEC56FF-AE50-4EFB-941E-E0B008ED6569}"/>
              </a:ext>
            </a:extLst>
          </p:cNvPr>
          <p:cNvPicPr>
            <a:picLocks noChangeAspect="1"/>
          </p:cNvPicPr>
          <p:nvPr userDrawn="1"/>
        </p:nvPicPr>
        <p:blipFill>
          <a:blip>
            <a:extLst>
              <a:ext uri="{96DAC541-7B7A-43D3-8B79-37D633B846F1}">
                <asvg:svgBlip xmlns:asvg="http://schemas.microsoft.com/office/drawing/2016/SVG/main" r:embed="rId2"/>
              </a:ext>
            </a:extLst>
          </a:blip>
          <a:srcRect t="29922" r="24420" b="6742"/>
          <a:stretch>
            <a:fillRect/>
          </a:stretch>
        </p:blipFill>
        <p:spPr>
          <a:xfrm>
            <a:off x="3600000" y="0"/>
            <a:ext cx="8592000" cy="6858000"/>
          </a:xfrm>
          <a:custGeom>
            <a:avLst/>
            <a:gdLst>
              <a:gd name="connsiteX0" fmla="*/ 0 w 8592000"/>
              <a:gd name="connsiteY0" fmla="*/ 0 h 6858000"/>
              <a:gd name="connsiteX1" fmla="*/ 8592000 w 8592000"/>
              <a:gd name="connsiteY1" fmla="*/ 0 h 6858000"/>
              <a:gd name="connsiteX2" fmla="*/ 8592000 w 8592000"/>
              <a:gd name="connsiteY2" fmla="*/ 6858000 h 6858000"/>
              <a:gd name="connsiteX3" fmla="*/ 0 w 85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592000" h="6858000">
                <a:moveTo>
                  <a:pt x="0" y="0"/>
                </a:moveTo>
                <a:lnTo>
                  <a:pt x="8592000" y="0"/>
                </a:lnTo>
                <a:lnTo>
                  <a:pt x="8592000" y="6858000"/>
                </a:lnTo>
                <a:lnTo>
                  <a:pt x="0" y="6858000"/>
                </a:lnTo>
                <a:close/>
              </a:path>
            </a:pathLst>
          </a:custGeom>
        </p:spPr>
      </p:pic>
      <p:grpSp>
        <p:nvGrpSpPr>
          <p:cNvPr id="27" name="Logo">
            <a:extLst>
              <a:ext uri="{FF2B5EF4-FFF2-40B4-BE49-F238E27FC236}">
                <a16:creationId xmlns:a16="http://schemas.microsoft.com/office/drawing/2014/main" id="{FEB7131A-3640-498A-8512-14CA3C3D2916}"/>
              </a:ext>
            </a:extLst>
          </p:cNvPr>
          <p:cNvGrpSpPr>
            <a:grpSpLocks noChangeAspect="1"/>
          </p:cNvGrpSpPr>
          <p:nvPr userDrawn="1"/>
        </p:nvGrpSpPr>
        <p:grpSpPr bwMode="white">
          <a:xfrm>
            <a:off x="539750" y="540000"/>
            <a:ext cx="1702800" cy="727238"/>
            <a:chOff x="6380216" y="4059273"/>
            <a:chExt cx="2905863" cy="1241045"/>
          </a:xfrm>
        </p:grpSpPr>
        <p:sp>
          <p:nvSpPr>
            <p:cNvPr id="28" name="Freeform: Shape 27">
              <a:extLst>
                <a:ext uri="{FF2B5EF4-FFF2-40B4-BE49-F238E27FC236}">
                  <a16:creationId xmlns:a16="http://schemas.microsoft.com/office/drawing/2014/main" id="{F63D26F1-547B-4B41-9723-EF0612B78E90}"/>
                </a:ext>
              </a:extLst>
            </p:cNvPr>
            <p:cNvSpPr/>
            <p:nvPr/>
          </p:nvSpPr>
          <p:spPr bwMode="white">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chemeClr val="bg1"/>
            </a:solidFill>
            <a:ln w="4731"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2E6BEF58-2858-4FD7-B365-BD33C9B4ABBF}"/>
                </a:ext>
              </a:extLst>
            </p:cNvPr>
            <p:cNvSpPr/>
            <p:nvPr/>
          </p:nvSpPr>
          <p:spPr bwMode="white">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chemeClr val="bg1"/>
            </a:solidFill>
            <a:ln w="473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CACB4FEF-3E65-4473-98FD-06637DF17B5A}"/>
                </a:ext>
              </a:extLst>
            </p:cNvPr>
            <p:cNvSpPr/>
            <p:nvPr/>
          </p:nvSpPr>
          <p:spPr bwMode="white">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chemeClr val="bg1"/>
            </a:solidFill>
            <a:ln w="4731"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854DF14B-8314-43CC-9550-32B284295E07}"/>
                </a:ext>
              </a:extLst>
            </p:cNvPr>
            <p:cNvSpPr/>
            <p:nvPr/>
          </p:nvSpPr>
          <p:spPr bwMode="white">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chemeClr val="bg1"/>
            </a:solidFill>
            <a:ln w="4731"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0AAD1000-04BD-4E8C-88FE-2D68653EDFD9}"/>
                </a:ext>
              </a:extLst>
            </p:cNvPr>
            <p:cNvSpPr/>
            <p:nvPr/>
          </p:nvSpPr>
          <p:spPr bwMode="white">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chemeClr val="bg1"/>
            </a:solidFill>
            <a:ln w="4731" cap="flat">
              <a:no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5E3E06DF-69BA-40E0-83B4-306829A187BB}"/>
                </a:ext>
              </a:extLst>
            </p:cNvPr>
            <p:cNvSpPr/>
            <p:nvPr/>
          </p:nvSpPr>
          <p:spPr bwMode="white">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chemeClr val="bg1"/>
            </a:solidFill>
            <a:ln w="4731" cap="flat">
              <a:noFill/>
              <a:prstDash val="solid"/>
              <a:miter/>
            </a:ln>
          </p:spPr>
          <p:txBody>
            <a:bodyPr rtlCol="0" anchor="ctr"/>
            <a:lstStyle/>
            <a:p>
              <a:endParaRPr lang="en-GB"/>
            </a:p>
          </p:txBody>
        </p:sp>
      </p:grpSp>
      <p:pic>
        <p:nvPicPr>
          <p:cNvPr id="41" name="TAGLINE WHITE">
            <a:extLst>
              <a:ext uri="{FF2B5EF4-FFF2-40B4-BE49-F238E27FC236}">
                <a16:creationId xmlns:a16="http://schemas.microsoft.com/office/drawing/2014/main" id="{377104A8-79D3-4EC7-8FA7-FC40F8087174}"/>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50400" y="539750"/>
            <a:ext cx="1702800" cy="110651"/>
          </a:xfrm>
          <a:prstGeom prst="rect">
            <a:avLst/>
          </a:prstGeom>
        </p:spPr>
      </p:pic>
      <p:sp>
        <p:nvSpPr>
          <p:cNvPr id="2" name="Title 1"/>
          <p:cNvSpPr>
            <a:spLocks noGrp="1"/>
          </p:cNvSpPr>
          <p:nvPr>
            <p:ph type="ctrTitle" hasCustomPrompt="1"/>
          </p:nvPr>
        </p:nvSpPr>
        <p:spPr>
          <a:xfrm>
            <a:off x="539751" y="1730375"/>
            <a:ext cx="8290798" cy="2985625"/>
          </a:xfrm>
        </p:spPr>
        <p:txBody>
          <a:bodyPr anchor="b" anchorCtr="0">
            <a:noAutofit/>
          </a:bodyPr>
          <a:lstStyle>
            <a:lvl1pPr>
              <a:lnSpc>
                <a:spcPct val="83000"/>
              </a:lnSpc>
              <a:defRPr sz="6000">
                <a:solidFill>
                  <a:schemeClr val="bg1"/>
                </a:solidFill>
              </a:defRPr>
            </a:lvl1pPr>
          </a:lstStyle>
          <a:p>
            <a:r>
              <a:rPr lang="en-GB"/>
              <a:t>Click to add title</a:t>
            </a:r>
          </a:p>
        </p:txBody>
      </p:sp>
      <p:sp>
        <p:nvSpPr>
          <p:cNvPr id="31" name="Subtitle 2"/>
          <p:cNvSpPr>
            <a:spLocks noGrp="1"/>
          </p:cNvSpPr>
          <p:nvPr>
            <p:ph type="subTitle" idx="1" hasCustomPrompt="1"/>
          </p:nvPr>
        </p:nvSpPr>
        <p:spPr>
          <a:xfrm>
            <a:off x="540000" y="4946400"/>
            <a:ext cx="8290798" cy="648072"/>
          </a:xfrm>
        </p:spPr>
        <p:txBody>
          <a:bodyPr/>
          <a:lstStyle>
            <a:lvl1pPr marL="0" indent="0" algn="l" defTabSz="914400" rtl="0" eaLnBrk="1" latinLnBrk="0" hangingPunct="1">
              <a:lnSpc>
                <a:spcPct val="83000"/>
              </a:lnSpc>
              <a:spcBef>
                <a:spcPts val="0"/>
              </a:spcBef>
              <a:buNone/>
              <a:defRPr lang="en-US" sz="2000" b="0" kern="12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4" name="Text Placeholder 3">
            <a:extLst>
              <a:ext uri="{FF2B5EF4-FFF2-40B4-BE49-F238E27FC236}">
                <a16:creationId xmlns:a16="http://schemas.microsoft.com/office/drawing/2014/main" id="{2B2D590D-63DF-49A5-B495-2B2E9EA7D2AA}"/>
              </a:ext>
            </a:extLst>
          </p:cNvPr>
          <p:cNvSpPr>
            <a:spLocks noGrp="1"/>
          </p:cNvSpPr>
          <p:nvPr>
            <p:ph type="body" sz="quarter" idx="18" hasCustomPrompt="1"/>
          </p:nvPr>
        </p:nvSpPr>
        <p:spPr>
          <a:xfrm>
            <a:off x="539748" y="5768975"/>
            <a:ext cx="8291049" cy="277813"/>
          </a:xfrm>
        </p:spPr>
        <p:txBody>
          <a:bodyPr anchor="b" anchorCtr="0"/>
          <a:lstStyle>
            <a:lvl1pPr marL="0" indent="0">
              <a:lnSpc>
                <a:spcPct val="83000"/>
              </a:lnSpc>
              <a:spcBef>
                <a:spcPts val="0"/>
              </a:spcBef>
              <a:buNone/>
              <a:tabLst/>
              <a:defRPr sz="1400" b="0">
                <a:solidFill>
                  <a:schemeClr val="bg1"/>
                </a:solidFill>
              </a:defRPr>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13" name="Date Placeholder 12"/>
          <p:cNvSpPr>
            <a:spLocks noGrp="1"/>
          </p:cNvSpPr>
          <p:nvPr>
            <p:ph type="dt" sz="half" idx="15"/>
          </p:nvPr>
        </p:nvSpPr>
        <p:spPr>
          <a:xfrm>
            <a:off x="0" y="6858000"/>
            <a:ext cx="0" cy="0"/>
          </a:xfrm>
        </p:spPr>
        <p:txBody>
          <a:bodyPr/>
          <a:lstStyle>
            <a:lvl1pPr>
              <a:defRPr>
                <a:solidFill>
                  <a:schemeClr val="bg1"/>
                </a:solidFill>
              </a:defRPr>
            </a:lvl1pPr>
          </a:lstStyle>
          <a:p>
            <a:endParaRPr lang="en-GB"/>
          </a:p>
        </p:txBody>
      </p:sp>
      <p:sp>
        <p:nvSpPr>
          <p:cNvPr id="24" name="Footer Placeholder 23"/>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25" name="Slide Number Placeholder 24"/>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40" name="SD_FLD_DocumentDate">
            <a:extLst>
              <a:ext uri="{FF2B5EF4-FFF2-40B4-BE49-F238E27FC236}">
                <a16:creationId xmlns:a16="http://schemas.microsoft.com/office/drawing/2014/main" id="{1DB9ED39-CFDE-4196-AB07-F0AC0AB1579B}"/>
              </a:ext>
            </a:extLst>
          </p:cNvPr>
          <p:cNvSpPr txBox="1">
            <a:spLocks noChangeArrowheads="1"/>
          </p:cNvSpPr>
          <p:nvPr userDrawn="1"/>
        </p:nvSpPr>
        <p:spPr bwMode="auto">
          <a:xfrm>
            <a:off x="540001" y="6161675"/>
            <a:ext cx="8290796" cy="181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lnSpc>
                <a:spcPct val="83000"/>
              </a:lnSpc>
              <a:spcBef>
                <a:spcPts val="0"/>
              </a:spcBef>
            </a:pPr>
            <a:r>
              <a:rPr lang="en-GB" altLang="ja-JP" sz="1400" cap="none" baseline="0">
                <a:solidFill>
                  <a:schemeClr val="bg1"/>
                </a:solidFill>
                <a:ea typeface="ＭＳ Ｐゴシック" charset="-128"/>
                <a:cs typeface="Arial" charset="0"/>
              </a:rPr>
              <a:t>22 January 2026</a:t>
            </a:r>
          </a:p>
        </p:txBody>
      </p:sp>
      <p:sp>
        <p:nvSpPr>
          <p:cNvPr id="29" name="_SD_FLD_DocumentNumbe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bg1"/>
              </a:solidFill>
              <a:ea typeface="ＭＳ Ｐゴシック" charset="-128"/>
              <a:cs typeface="Arial" charset="0"/>
            </a:endParaRPr>
          </a:p>
        </p:txBody>
      </p:sp>
      <p:sp>
        <p:nvSpPr>
          <p:cNvPr id="22" name="SD_FLD_Draft" hidden="1">
            <a:extLst>
              <a:ext uri="{FF2B5EF4-FFF2-40B4-BE49-F238E27FC236}">
                <a16:creationId xmlns:a16="http://schemas.microsoft.com/office/drawing/2014/main" id="{B540F12F-7F36-4021-A362-D466EDB92366}"/>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3" name="SD_FLD_Confidentiality">
            <a:extLst>
              <a:ext uri="{FF2B5EF4-FFF2-40B4-BE49-F238E27FC236}">
                <a16:creationId xmlns:a16="http://schemas.microsoft.com/office/drawing/2014/main" id="{3A818D00-8E4C-41C4-8292-4942AE5E1645}"/>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1023205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u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5632BCD-D585-42E8-A6D3-3C06DC3313BD}"/>
              </a:ext>
            </a:extLst>
          </p:cNvPr>
          <p:cNvSpPr/>
          <p:nvPr userDrawn="1"/>
        </p:nvSpPr>
        <p:spPr bwMode="white">
          <a:xfrm>
            <a:off x="0" y="0"/>
            <a:ext cx="12192000" cy="68550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9" name="Logo">
            <a:extLst>
              <a:ext uri="{FF2B5EF4-FFF2-40B4-BE49-F238E27FC236}">
                <a16:creationId xmlns:a16="http://schemas.microsoft.com/office/drawing/2014/main" id="{38FB97ED-5A4B-484F-BA47-613177090BCB}"/>
              </a:ext>
            </a:extLst>
          </p:cNvPr>
          <p:cNvGrpSpPr>
            <a:grpSpLocks noChangeAspect="1"/>
          </p:cNvGrpSpPr>
          <p:nvPr userDrawn="1"/>
        </p:nvGrpSpPr>
        <p:grpSpPr bwMode="white">
          <a:xfrm>
            <a:off x="539750" y="540000"/>
            <a:ext cx="1702800" cy="727238"/>
            <a:chOff x="6380216" y="4059273"/>
            <a:chExt cx="2905863" cy="1241045"/>
          </a:xfrm>
        </p:grpSpPr>
        <p:sp>
          <p:nvSpPr>
            <p:cNvPr id="27" name="Freeform: Shape 26">
              <a:extLst>
                <a:ext uri="{FF2B5EF4-FFF2-40B4-BE49-F238E27FC236}">
                  <a16:creationId xmlns:a16="http://schemas.microsoft.com/office/drawing/2014/main" id="{055DDA26-00FD-4EB4-98FC-C3CA907FBBFB}"/>
                </a:ext>
              </a:extLst>
            </p:cNvPr>
            <p:cNvSpPr/>
            <p:nvPr/>
          </p:nvSpPr>
          <p:spPr bwMode="white">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chemeClr val="bg1"/>
            </a:solidFill>
            <a:ln w="4731" cap="flat">
              <a:noFill/>
              <a:prstDash val="solid"/>
              <a:miter/>
            </a:ln>
          </p:spPr>
          <p:txBody>
            <a:bodyPr rtlCol="0" anchor="ctr"/>
            <a:lstStyle/>
            <a:p>
              <a:endParaRPr lang="en-GB"/>
            </a:p>
          </p:txBody>
        </p:sp>
        <p:sp>
          <p:nvSpPr>
            <p:cNvPr id="28" name="Freeform: Shape 27">
              <a:extLst>
                <a:ext uri="{FF2B5EF4-FFF2-40B4-BE49-F238E27FC236}">
                  <a16:creationId xmlns:a16="http://schemas.microsoft.com/office/drawing/2014/main" id="{24CB032C-9E7C-4EB0-A639-A1F06C45D200}"/>
                </a:ext>
              </a:extLst>
            </p:cNvPr>
            <p:cNvSpPr/>
            <p:nvPr/>
          </p:nvSpPr>
          <p:spPr bwMode="white">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chemeClr val="bg1"/>
            </a:solidFill>
            <a:ln w="4731"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B7DD5104-FF83-40C7-AA43-C17183E0159B}"/>
                </a:ext>
              </a:extLst>
            </p:cNvPr>
            <p:cNvSpPr/>
            <p:nvPr/>
          </p:nvSpPr>
          <p:spPr bwMode="white">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chemeClr val="bg1"/>
            </a:solidFill>
            <a:ln w="473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DE483200-DEA7-441E-B11A-6554B16BE995}"/>
                </a:ext>
              </a:extLst>
            </p:cNvPr>
            <p:cNvSpPr/>
            <p:nvPr/>
          </p:nvSpPr>
          <p:spPr bwMode="white">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chemeClr val="bg1"/>
            </a:solidFill>
            <a:ln w="4731" cap="flat">
              <a:noFill/>
              <a:prstDash val="solid"/>
              <a:miter/>
            </a:ln>
          </p:spPr>
          <p:txBody>
            <a:bodyPr rtlCol="0" anchor="ctr"/>
            <a:lstStyle/>
            <a:p>
              <a:endParaRPr lang="en-GB"/>
            </a:p>
          </p:txBody>
        </p:sp>
        <p:sp>
          <p:nvSpPr>
            <p:cNvPr id="37" name="Freeform: Shape 36">
              <a:extLst>
                <a:ext uri="{FF2B5EF4-FFF2-40B4-BE49-F238E27FC236}">
                  <a16:creationId xmlns:a16="http://schemas.microsoft.com/office/drawing/2014/main" id="{533B82D2-D994-4BA1-81E5-F06092A32375}"/>
                </a:ext>
              </a:extLst>
            </p:cNvPr>
            <p:cNvSpPr/>
            <p:nvPr/>
          </p:nvSpPr>
          <p:spPr bwMode="white">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chemeClr val="bg1"/>
            </a:solidFill>
            <a:ln w="4731" cap="flat">
              <a:noFill/>
              <a:prstDash val="solid"/>
              <a:miter/>
            </a:ln>
          </p:spPr>
          <p:txBody>
            <a:bodyPr rtlCol="0" anchor="ctr"/>
            <a:lstStyle/>
            <a:p>
              <a:endParaRPr lang="en-GB"/>
            </a:p>
          </p:txBody>
        </p:sp>
        <p:sp>
          <p:nvSpPr>
            <p:cNvPr id="38" name="Freeform: Shape 37">
              <a:extLst>
                <a:ext uri="{FF2B5EF4-FFF2-40B4-BE49-F238E27FC236}">
                  <a16:creationId xmlns:a16="http://schemas.microsoft.com/office/drawing/2014/main" id="{CD107E4C-634D-4DED-A03F-46DF1723185F}"/>
                </a:ext>
              </a:extLst>
            </p:cNvPr>
            <p:cNvSpPr/>
            <p:nvPr/>
          </p:nvSpPr>
          <p:spPr bwMode="white">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chemeClr val="bg1"/>
            </a:solidFill>
            <a:ln w="4731" cap="flat">
              <a:noFill/>
              <a:prstDash val="solid"/>
              <a:miter/>
            </a:ln>
          </p:spPr>
          <p:txBody>
            <a:bodyPr rtlCol="0" anchor="ctr"/>
            <a:lstStyle/>
            <a:p>
              <a:endParaRPr lang="en-GB"/>
            </a:p>
          </p:txBody>
        </p:sp>
      </p:grpSp>
      <p:pic>
        <p:nvPicPr>
          <p:cNvPr id="41" name="TAGLINE WHITE">
            <a:extLst>
              <a:ext uri="{FF2B5EF4-FFF2-40B4-BE49-F238E27FC236}">
                <a16:creationId xmlns:a16="http://schemas.microsoft.com/office/drawing/2014/main" id="{A98F511B-B3B4-46F3-ACF7-28F2D6378C25}"/>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50400" y="539750"/>
            <a:ext cx="1702800" cy="110651"/>
          </a:xfrm>
          <a:prstGeom prst="rect">
            <a:avLst/>
          </a:prstGeom>
        </p:spPr>
      </p:pic>
      <p:sp>
        <p:nvSpPr>
          <p:cNvPr id="2" name="Title 1"/>
          <p:cNvSpPr>
            <a:spLocks noGrp="1"/>
          </p:cNvSpPr>
          <p:nvPr>
            <p:ph type="ctrTitle" hasCustomPrompt="1"/>
          </p:nvPr>
        </p:nvSpPr>
        <p:spPr>
          <a:xfrm>
            <a:off x="539751" y="1730375"/>
            <a:ext cx="8290798" cy="2985625"/>
          </a:xfrm>
        </p:spPr>
        <p:txBody>
          <a:bodyPr anchor="b" anchorCtr="0">
            <a:noAutofit/>
          </a:bodyPr>
          <a:lstStyle>
            <a:lvl1pPr algn="l">
              <a:lnSpc>
                <a:spcPct val="83000"/>
              </a:lnSpc>
              <a:defRPr sz="6000">
                <a:solidFill>
                  <a:schemeClr val="bg1"/>
                </a:solidFill>
              </a:defRPr>
            </a:lvl1pPr>
          </a:lstStyle>
          <a:p>
            <a:r>
              <a:rPr lang="en-GB"/>
              <a:t>Click to add title</a:t>
            </a:r>
          </a:p>
        </p:txBody>
      </p:sp>
      <p:sp>
        <p:nvSpPr>
          <p:cNvPr id="31" name="Subtitle 2"/>
          <p:cNvSpPr>
            <a:spLocks noGrp="1"/>
          </p:cNvSpPr>
          <p:nvPr>
            <p:ph type="subTitle" idx="1" hasCustomPrompt="1"/>
          </p:nvPr>
        </p:nvSpPr>
        <p:spPr>
          <a:xfrm>
            <a:off x="540000" y="4946400"/>
            <a:ext cx="8290798" cy="648072"/>
          </a:xfrm>
        </p:spPr>
        <p:txBody>
          <a:bodyPr/>
          <a:lstStyle>
            <a:lvl1pPr marL="0" indent="0" algn="l" defTabSz="914400" rtl="0" eaLnBrk="1" latinLnBrk="0" hangingPunct="1">
              <a:lnSpc>
                <a:spcPct val="83000"/>
              </a:lnSpc>
              <a:spcBef>
                <a:spcPts val="0"/>
              </a:spcBef>
              <a:buNone/>
              <a:defRPr lang="en-US" sz="2000" b="0" kern="12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4" name="Text Placeholder 3">
            <a:extLst>
              <a:ext uri="{FF2B5EF4-FFF2-40B4-BE49-F238E27FC236}">
                <a16:creationId xmlns:a16="http://schemas.microsoft.com/office/drawing/2014/main" id="{2B2D590D-63DF-49A5-B495-2B2E9EA7D2AA}"/>
              </a:ext>
            </a:extLst>
          </p:cNvPr>
          <p:cNvSpPr>
            <a:spLocks noGrp="1"/>
          </p:cNvSpPr>
          <p:nvPr>
            <p:ph type="body" sz="quarter" idx="18" hasCustomPrompt="1"/>
          </p:nvPr>
        </p:nvSpPr>
        <p:spPr>
          <a:xfrm>
            <a:off x="539748" y="5768975"/>
            <a:ext cx="8291049" cy="277813"/>
          </a:xfrm>
        </p:spPr>
        <p:txBody>
          <a:bodyPr anchor="b" anchorCtr="0"/>
          <a:lstStyle>
            <a:lvl1pPr marL="0" indent="0">
              <a:lnSpc>
                <a:spcPct val="83000"/>
              </a:lnSpc>
              <a:spcBef>
                <a:spcPts val="0"/>
              </a:spcBef>
              <a:buNone/>
              <a:tabLst/>
              <a:defRPr sz="1400" b="0">
                <a:solidFill>
                  <a:schemeClr val="bg1"/>
                </a:solidFill>
              </a:defRPr>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13" name="Date Placeholder 12"/>
          <p:cNvSpPr>
            <a:spLocks noGrp="1"/>
          </p:cNvSpPr>
          <p:nvPr>
            <p:ph type="dt" sz="half" idx="15"/>
          </p:nvPr>
        </p:nvSpPr>
        <p:spPr>
          <a:xfrm>
            <a:off x="0" y="6858000"/>
            <a:ext cx="0" cy="0"/>
          </a:xfrm>
        </p:spPr>
        <p:txBody>
          <a:bodyPr/>
          <a:lstStyle>
            <a:lvl1pPr>
              <a:defRPr>
                <a:solidFill>
                  <a:schemeClr val="bg1"/>
                </a:solidFill>
              </a:defRPr>
            </a:lvl1pPr>
          </a:lstStyle>
          <a:p>
            <a:endParaRPr lang="en-GB"/>
          </a:p>
        </p:txBody>
      </p:sp>
      <p:sp>
        <p:nvSpPr>
          <p:cNvPr id="24" name="Footer Placeholder 23"/>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25" name="Slide Number Placeholder 24"/>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40" name="SD_FLD_DocumentDate">
            <a:extLst>
              <a:ext uri="{FF2B5EF4-FFF2-40B4-BE49-F238E27FC236}">
                <a16:creationId xmlns:a16="http://schemas.microsoft.com/office/drawing/2014/main" id="{7E2B10C4-BD8D-4AE7-9B25-DFBE307FFE40}"/>
              </a:ext>
            </a:extLst>
          </p:cNvPr>
          <p:cNvSpPr txBox="1">
            <a:spLocks noChangeArrowheads="1"/>
          </p:cNvSpPr>
          <p:nvPr userDrawn="1"/>
        </p:nvSpPr>
        <p:spPr bwMode="auto">
          <a:xfrm>
            <a:off x="540001" y="6161675"/>
            <a:ext cx="8290796" cy="181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lnSpc>
                <a:spcPct val="83000"/>
              </a:lnSpc>
              <a:spcBef>
                <a:spcPts val="0"/>
              </a:spcBef>
            </a:pPr>
            <a:r>
              <a:rPr lang="en-GB" altLang="ja-JP" sz="1400" cap="none" baseline="0">
                <a:solidFill>
                  <a:schemeClr val="bg1"/>
                </a:solidFill>
                <a:ea typeface="ＭＳ Ｐゴシック" charset="-128"/>
                <a:cs typeface="Arial" charset="0"/>
              </a:rPr>
              <a:t>22 January 2026</a:t>
            </a:r>
          </a:p>
        </p:txBody>
      </p:sp>
      <p:sp>
        <p:nvSpPr>
          <p:cNvPr id="29" name="_SD_FLD_DocumentNumbe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bg1"/>
              </a:solidFill>
              <a:ea typeface="ＭＳ Ｐゴシック" charset="-128"/>
              <a:cs typeface="Arial" charset="0"/>
            </a:endParaRPr>
          </a:p>
        </p:txBody>
      </p:sp>
      <p:sp>
        <p:nvSpPr>
          <p:cNvPr id="22" name="SD_FLD_Draft" hidden="1">
            <a:extLst>
              <a:ext uri="{FF2B5EF4-FFF2-40B4-BE49-F238E27FC236}">
                <a16:creationId xmlns:a16="http://schemas.microsoft.com/office/drawing/2014/main" id="{D3B7CDF1-E10F-4E39-9E5D-AE11897E4C1E}"/>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1" name="SD_FLD_Confidentiality">
            <a:extLst>
              <a:ext uri="{FF2B5EF4-FFF2-40B4-BE49-F238E27FC236}">
                <a16:creationId xmlns:a16="http://schemas.microsoft.com/office/drawing/2014/main" id="{B504DBE6-F10B-43A3-A35B-E9AA5F4CDC43}"/>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26487804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dark image">
    <p:spTree>
      <p:nvGrpSpPr>
        <p:cNvPr id="1" name=""/>
        <p:cNvGrpSpPr/>
        <p:nvPr/>
      </p:nvGrpSpPr>
      <p:grpSpPr>
        <a:xfrm>
          <a:off x="0" y="0"/>
          <a:ext cx="0" cy="0"/>
          <a:chOff x="0" y="0"/>
          <a:chExt cx="0" cy="0"/>
        </a:xfrm>
      </p:grpSpPr>
      <p:sp>
        <p:nvSpPr>
          <p:cNvPr id="8" name="Picture Placeholder 7"/>
          <p:cNvSpPr>
            <a:spLocks noGrp="1"/>
          </p:cNvSpPr>
          <p:nvPr>
            <p:ph type="pic" sz="quarter" idx="15" hasCustomPrompt="1"/>
          </p:nvPr>
        </p:nvSpPr>
        <p:spPr>
          <a:xfrm>
            <a:off x="0" y="0"/>
            <a:ext cx="12192000" cy="6858000"/>
          </a:xfrm>
          <a:blipFill>
            <a:blip r:embed="rId2"/>
            <a:stretch>
              <a:fillRect/>
            </a:stretch>
          </a:blipFill>
        </p:spPr>
        <p:txBody>
          <a:bodyPr lIns="9000000" tIns="612000" rIns="180000" anchor="ctr" anchorCtr="0"/>
          <a:lstStyle>
            <a:lvl1pPr marL="0" indent="0" algn="l">
              <a:buFontTx/>
              <a:buNone/>
              <a:defRPr sz="1600" b="0">
                <a:solidFill>
                  <a:schemeClr val="accent4"/>
                </a:solidFill>
              </a:defRPr>
            </a:lvl1pPr>
          </a:lstStyle>
          <a:p>
            <a:r>
              <a:rPr lang="en-GB"/>
              <a:t>Click on picture frame to insert background picture, click on DNV-menu / Image Tools-button / Choose Insert or Paste</a:t>
            </a:r>
          </a:p>
        </p:txBody>
      </p:sp>
      <p:sp>
        <p:nvSpPr>
          <p:cNvPr id="27" name="Title 1">
            <a:extLst>
              <a:ext uri="{FF2B5EF4-FFF2-40B4-BE49-F238E27FC236}">
                <a16:creationId xmlns:a16="http://schemas.microsoft.com/office/drawing/2014/main" id="{E36BC1AE-8CBE-4EA7-85B1-05A9468D91E1}"/>
              </a:ext>
            </a:extLst>
          </p:cNvPr>
          <p:cNvSpPr>
            <a:spLocks noGrp="1"/>
          </p:cNvSpPr>
          <p:nvPr>
            <p:ph type="ctrTitle" hasCustomPrompt="1"/>
          </p:nvPr>
        </p:nvSpPr>
        <p:spPr>
          <a:xfrm>
            <a:off x="539751" y="1730375"/>
            <a:ext cx="8290798" cy="2985625"/>
          </a:xfrm>
        </p:spPr>
        <p:txBody>
          <a:bodyPr anchor="b" anchorCtr="0">
            <a:noAutofit/>
          </a:bodyPr>
          <a:lstStyle>
            <a:lvl1pPr>
              <a:lnSpc>
                <a:spcPct val="90000"/>
              </a:lnSpc>
              <a:defRPr sz="6000">
                <a:solidFill>
                  <a:schemeClr val="bg1"/>
                </a:solidFill>
              </a:defRPr>
            </a:lvl1pPr>
          </a:lstStyle>
          <a:p>
            <a:r>
              <a:rPr lang="en-GB"/>
              <a:t>Click to add title</a:t>
            </a:r>
          </a:p>
        </p:txBody>
      </p:sp>
      <p:sp>
        <p:nvSpPr>
          <p:cNvPr id="28" name="Subtitle 2">
            <a:extLst>
              <a:ext uri="{FF2B5EF4-FFF2-40B4-BE49-F238E27FC236}">
                <a16:creationId xmlns:a16="http://schemas.microsoft.com/office/drawing/2014/main" id="{52A4BCE6-B178-4BF6-BBA3-BC5CCD7F1111}"/>
              </a:ext>
            </a:extLst>
          </p:cNvPr>
          <p:cNvSpPr>
            <a:spLocks noGrp="1"/>
          </p:cNvSpPr>
          <p:nvPr>
            <p:ph type="subTitle" idx="1" hasCustomPrompt="1"/>
          </p:nvPr>
        </p:nvSpPr>
        <p:spPr>
          <a:xfrm>
            <a:off x="540000" y="4946400"/>
            <a:ext cx="8290798" cy="648072"/>
          </a:xfrm>
        </p:spPr>
        <p:txBody>
          <a:bodyPr/>
          <a:lstStyle>
            <a:lvl1pPr marL="0" indent="0" algn="l" defTabSz="914400" rtl="0" eaLnBrk="1" latinLnBrk="0" hangingPunct="1">
              <a:lnSpc>
                <a:spcPct val="83000"/>
              </a:lnSpc>
              <a:spcBef>
                <a:spcPts val="0"/>
              </a:spcBef>
              <a:buNone/>
              <a:defRPr lang="en-US" sz="2000" b="0" kern="12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29" name="Text Placeholder 3">
            <a:extLst>
              <a:ext uri="{FF2B5EF4-FFF2-40B4-BE49-F238E27FC236}">
                <a16:creationId xmlns:a16="http://schemas.microsoft.com/office/drawing/2014/main" id="{FD03B31E-37CD-4AFE-AF40-02CD88865192}"/>
              </a:ext>
            </a:extLst>
          </p:cNvPr>
          <p:cNvSpPr>
            <a:spLocks noGrp="1"/>
          </p:cNvSpPr>
          <p:nvPr>
            <p:ph type="body" sz="quarter" idx="18" hasCustomPrompt="1"/>
          </p:nvPr>
        </p:nvSpPr>
        <p:spPr>
          <a:xfrm>
            <a:off x="539748" y="5768975"/>
            <a:ext cx="8291049" cy="277813"/>
          </a:xfrm>
        </p:spPr>
        <p:txBody>
          <a:bodyPr anchor="b" anchorCtr="0"/>
          <a:lstStyle>
            <a:lvl1pPr marL="0" indent="0">
              <a:lnSpc>
                <a:spcPct val="83000"/>
              </a:lnSpc>
              <a:spcBef>
                <a:spcPts val="0"/>
              </a:spcBef>
              <a:buNone/>
              <a:tabLst/>
              <a:defRPr sz="1400" b="0">
                <a:solidFill>
                  <a:schemeClr val="bg1"/>
                </a:solidFill>
              </a:defRPr>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18" name="Text Placeholder 5">
            <a:extLst>
              <a:ext uri="{FF2B5EF4-FFF2-40B4-BE49-F238E27FC236}">
                <a16:creationId xmlns:a16="http://schemas.microsoft.com/office/drawing/2014/main" id="{968AF7DD-9CF9-4309-AF51-B7660362642A}"/>
              </a:ext>
            </a:extLst>
          </p:cNvPr>
          <p:cNvSpPr>
            <a:spLocks noGrp="1"/>
          </p:cNvSpPr>
          <p:nvPr>
            <p:ph type="body" sz="quarter" idx="20" hasCustomPrompt="1"/>
          </p:nvPr>
        </p:nvSpPr>
        <p:spPr>
          <a:xfrm>
            <a:off x="540000" y="6128743"/>
            <a:ext cx="8290797" cy="214833"/>
          </a:xfrm>
        </p:spPr>
        <p:txBody>
          <a:bodyPr/>
          <a:lstStyle>
            <a:lvl1pPr marL="0" indent="0" algn="l">
              <a:spcBef>
                <a:spcPts val="0"/>
              </a:spcBef>
              <a:buNone/>
              <a:defRPr sz="1400">
                <a:solidFill>
                  <a:schemeClr val="bg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a:t>Insert date DD Month Year</a:t>
            </a:r>
          </a:p>
        </p:txBody>
      </p:sp>
      <p:sp>
        <p:nvSpPr>
          <p:cNvPr id="41" name="Date Placeholder 12" hidden="1">
            <a:extLst>
              <a:ext uri="{FF2B5EF4-FFF2-40B4-BE49-F238E27FC236}">
                <a16:creationId xmlns:a16="http://schemas.microsoft.com/office/drawing/2014/main" id="{F8C7B2A1-0C6D-4367-B22A-DB1D1248E7E8}"/>
              </a:ext>
            </a:extLst>
          </p:cNvPr>
          <p:cNvSpPr>
            <a:spLocks noGrp="1"/>
          </p:cNvSpPr>
          <p:nvPr>
            <p:ph type="dt" sz="half" idx="19"/>
          </p:nvPr>
        </p:nvSpPr>
        <p:spPr>
          <a:xfrm>
            <a:off x="0" y="6858000"/>
            <a:ext cx="0" cy="0"/>
          </a:xfrm>
        </p:spPr>
        <p:txBody>
          <a:bodyPr/>
          <a:lstStyle>
            <a:lvl1pPr>
              <a:defRPr>
                <a:solidFill>
                  <a:schemeClr val="bg1"/>
                </a:solidFill>
              </a:defRPr>
            </a:lvl1pPr>
          </a:lstStyle>
          <a:p>
            <a:endParaRPr lang="en-GB"/>
          </a:p>
        </p:txBody>
      </p:sp>
      <p:sp>
        <p:nvSpPr>
          <p:cNvPr id="42" name="Footer Placeholder 23" hidden="1">
            <a:extLst>
              <a:ext uri="{FF2B5EF4-FFF2-40B4-BE49-F238E27FC236}">
                <a16:creationId xmlns:a16="http://schemas.microsoft.com/office/drawing/2014/main" id="{70E9D16D-FE2F-4908-ABD5-BB45ECB4099A}"/>
              </a:ext>
            </a:extLst>
          </p:cNvPr>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43" name="Slide Number Placeholder 24" hidden="1">
            <a:extLst>
              <a:ext uri="{FF2B5EF4-FFF2-40B4-BE49-F238E27FC236}">
                <a16:creationId xmlns:a16="http://schemas.microsoft.com/office/drawing/2014/main" id="{393087B7-ABFA-4120-819F-40E9D4ED1169}"/>
              </a:ext>
            </a:extLst>
          </p:cNvPr>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52" name="Text Placeholder 51">
            <a:extLst>
              <a:ext uri="{FF2B5EF4-FFF2-40B4-BE49-F238E27FC236}">
                <a16:creationId xmlns:a16="http://schemas.microsoft.com/office/drawing/2014/main" id="{91479EF3-988A-4C9C-ADDB-C1D212A272B4}"/>
              </a:ext>
            </a:extLst>
          </p:cNvPr>
          <p:cNvSpPr>
            <a:spLocks noGrp="1" noChangeAspect="1"/>
          </p:cNvSpPr>
          <p:nvPr userDrawn="1">
            <p:ph type="body" sz="quarter" idx="22" hasCustomPrompt="1"/>
          </p:nvPr>
        </p:nvSpPr>
        <p:spPr bwMode="white">
          <a:xfrm>
            <a:off x="540000" y="540000"/>
            <a:ext cx="1702800" cy="727238"/>
          </a:xfrm>
          <a:custGeom>
            <a:avLst/>
            <a:gdLst>
              <a:gd name="connsiteX0" fmla="*/ 4835251 w 9270620"/>
              <a:gd name="connsiteY0" fmla="*/ 2948180 h 3959325"/>
              <a:gd name="connsiteX1" fmla="*/ 4835251 w 9270620"/>
              <a:gd name="connsiteY1" fmla="*/ 3779899 h 3959325"/>
              <a:gd name="connsiteX2" fmla="*/ 5282830 w 9270620"/>
              <a:gd name="connsiteY2" fmla="*/ 3779899 h 3959325"/>
              <a:gd name="connsiteX3" fmla="*/ 5590803 w 9270620"/>
              <a:gd name="connsiteY3" fmla="*/ 3686324 h 3959325"/>
              <a:gd name="connsiteX4" fmla="*/ 5693918 w 9270620"/>
              <a:gd name="connsiteY4" fmla="*/ 3399093 h 3959325"/>
              <a:gd name="connsiteX5" fmla="*/ 5693918 w 9270620"/>
              <a:gd name="connsiteY5" fmla="*/ 3329139 h 3959325"/>
              <a:gd name="connsiteX6" fmla="*/ 5590803 w 9270620"/>
              <a:gd name="connsiteY6" fmla="*/ 3039484 h 3959325"/>
              <a:gd name="connsiteX7" fmla="*/ 5282830 w 9270620"/>
              <a:gd name="connsiteY7" fmla="*/ 2948180 h 3959325"/>
              <a:gd name="connsiteX8" fmla="*/ 7923941 w 9270620"/>
              <a:gd name="connsiteY8" fmla="*/ 2768907 h 3959325"/>
              <a:gd name="connsiteX9" fmla="*/ 8147729 w 9270620"/>
              <a:gd name="connsiteY9" fmla="*/ 2768907 h 3959325"/>
              <a:gd name="connsiteX10" fmla="*/ 8603334 w 9270620"/>
              <a:gd name="connsiteY10" fmla="*/ 3699197 h 3959325"/>
              <a:gd name="connsiteX11" fmla="*/ 9058787 w 9270620"/>
              <a:gd name="connsiteY11" fmla="*/ 2768907 h 3959325"/>
              <a:gd name="connsiteX12" fmla="*/ 9269858 w 9270620"/>
              <a:gd name="connsiteY12" fmla="*/ 2768907 h 3959325"/>
              <a:gd name="connsiteX13" fmla="*/ 8674651 w 9270620"/>
              <a:gd name="connsiteY13" fmla="*/ 3959325 h 3959325"/>
              <a:gd name="connsiteX14" fmla="*/ 8520664 w 9270620"/>
              <a:gd name="connsiteY14" fmla="*/ 3959325 h 3959325"/>
              <a:gd name="connsiteX15" fmla="*/ 6265204 w 9270620"/>
              <a:gd name="connsiteY15" fmla="*/ 2768907 h 3959325"/>
              <a:gd name="connsiteX16" fmla="*/ 6349390 w 9270620"/>
              <a:gd name="connsiteY16" fmla="*/ 2768907 h 3959325"/>
              <a:gd name="connsiteX17" fmla="*/ 6458862 w 9270620"/>
              <a:gd name="connsiteY17" fmla="*/ 2768907 h 3959325"/>
              <a:gd name="connsiteX18" fmla="*/ 7379459 w 9270620"/>
              <a:gd name="connsiteY18" fmla="*/ 3699197 h 3959325"/>
              <a:gd name="connsiteX19" fmla="*/ 7379459 w 9270620"/>
              <a:gd name="connsiteY19" fmla="*/ 2768907 h 3959325"/>
              <a:gd name="connsiteX20" fmla="*/ 7574783 w 9270620"/>
              <a:gd name="connsiteY20" fmla="*/ 2768907 h 3959325"/>
              <a:gd name="connsiteX21" fmla="*/ 7574783 w 9270620"/>
              <a:gd name="connsiteY21" fmla="*/ 3959325 h 3959325"/>
              <a:gd name="connsiteX22" fmla="*/ 7379459 w 9270620"/>
              <a:gd name="connsiteY22" fmla="*/ 3959325 h 3959325"/>
              <a:gd name="connsiteX23" fmla="*/ 6458862 w 9270620"/>
              <a:gd name="connsiteY23" fmla="*/ 3030248 h 3959325"/>
              <a:gd name="connsiteX24" fmla="*/ 6458862 w 9270620"/>
              <a:gd name="connsiteY24" fmla="*/ 3959325 h 3959325"/>
              <a:gd name="connsiteX25" fmla="*/ 6265204 w 9270620"/>
              <a:gd name="connsiteY25" fmla="*/ 3959325 h 3959325"/>
              <a:gd name="connsiteX26" fmla="*/ 4636746 w 9270620"/>
              <a:gd name="connsiteY26" fmla="*/ 2768907 h 3959325"/>
              <a:gd name="connsiteX27" fmla="*/ 4725625 w 9270620"/>
              <a:gd name="connsiteY27" fmla="*/ 2768907 h 3959325"/>
              <a:gd name="connsiteX28" fmla="*/ 4835098 w 9270620"/>
              <a:gd name="connsiteY28" fmla="*/ 2768907 h 3959325"/>
              <a:gd name="connsiteX29" fmla="*/ 5281164 w 9270620"/>
              <a:gd name="connsiteY29" fmla="*/ 2768907 h 3959325"/>
              <a:gd name="connsiteX30" fmla="*/ 5606551 w 9270620"/>
              <a:gd name="connsiteY30" fmla="*/ 2830078 h 3959325"/>
              <a:gd name="connsiteX31" fmla="*/ 5816110 w 9270620"/>
              <a:gd name="connsiteY31" fmla="*/ 3014048 h 3959325"/>
              <a:gd name="connsiteX32" fmla="*/ 5889091 w 9270620"/>
              <a:gd name="connsiteY32" fmla="*/ 3322781 h 3959325"/>
              <a:gd name="connsiteX33" fmla="*/ 5889091 w 9270620"/>
              <a:gd name="connsiteY33" fmla="*/ 3405301 h 3959325"/>
              <a:gd name="connsiteX34" fmla="*/ 5816110 w 9270620"/>
              <a:gd name="connsiteY34" fmla="*/ 3714035 h 3959325"/>
              <a:gd name="connsiteX35" fmla="*/ 5606551 w 9270620"/>
              <a:gd name="connsiteY35" fmla="*/ 3898154 h 3959325"/>
              <a:gd name="connsiteX36" fmla="*/ 5281164 w 9270620"/>
              <a:gd name="connsiteY36" fmla="*/ 3959325 h 3959325"/>
              <a:gd name="connsiteX37" fmla="*/ 4835098 w 9270620"/>
              <a:gd name="connsiteY37" fmla="*/ 3959325 h 3959325"/>
              <a:gd name="connsiteX38" fmla="*/ 4725625 w 9270620"/>
              <a:gd name="connsiteY38" fmla="*/ 3959325 h 3959325"/>
              <a:gd name="connsiteX39" fmla="*/ 4636746 w 9270620"/>
              <a:gd name="connsiteY39" fmla="*/ 3959325 h 3959325"/>
              <a:gd name="connsiteX40" fmla="*/ 0 w 9270620"/>
              <a:gd name="connsiteY40" fmla="*/ 1844070 h 3959325"/>
              <a:gd name="connsiteX41" fmla="*/ 9270620 w 9270620"/>
              <a:gd name="connsiteY41" fmla="*/ 1844070 h 3959325"/>
              <a:gd name="connsiteX42" fmla="*/ 9270620 w 9270620"/>
              <a:gd name="connsiteY42" fmla="*/ 2212762 h 3959325"/>
              <a:gd name="connsiteX43" fmla="*/ 0 w 9270620"/>
              <a:gd name="connsiteY43" fmla="*/ 2212762 h 3959325"/>
              <a:gd name="connsiteX44" fmla="*/ 0 w 9270620"/>
              <a:gd name="connsiteY44" fmla="*/ 1475528 h 3959325"/>
              <a:gd name="connsiteX45" fmla="*/ 9270620 w 9270620"/>
              <a:gd name="connsiteY45" fmla="*/ 1475528 h 3959325"/>
              <a:gd name="connsiteX46" fmla="*/ 9270620 w 9270620"/>
              <a:gd name="connsiteY46" fmla="*/ 1660101 h 3959325"/>
              <a:gd name="connsiteX47" fmla="*/ 0 w 9270620"/>
              <a:gd name="connsiteY47" fmla="*/ 1660101 h 3959325"/>
              <a:gd name="connsiteX48" fmla="*/ 0 w 9270620"/>
              <a:gd name="connsiteY48" fmla="*/ 0 h 3959325"/>
              <a:gd name="connsiteX49" fmla="*/ 9270620 w 9270620"/>
              <a:gd name="connsiteY49" fmla="*/ 0 h 3959325"/>
              <a:gd name="connsiteX50" fmla="*/ 9270620 w 9270620"/>
              <a:gd name="connsiteY50" fmla="*/ 1106839 h 3959325"/>
              <a:gd name="connsiteX51" fmla="*/ 0 w 9270620"/>
              <a:gd name="connsiteY51" fmla="*/ 1106839 h 39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70620" h="3959325">
                <a:moveTo>
                  <a:pt x="4835251" y="2948180"/>
                </a:moveTo>
                <a:lnTo>
                  <a:pt x="4835251" y="3779899"/>
                </a:lnTo>
                <a:lnTo>
                  <a:pt x="5282830" y="3779899"/>
                </a:lnTo>
                <a:cubicBezTo>
                  <a:pt x="5419404" y="3779899"/>
                  <a:pt x="5522065" y="3748707"/>
                  <a:pt x="5590803" y="3686324"/>
                </a:cubicBezTo>
                <a:cubicBezTo>
                  <a:pt x="5659548" y="3623943"/>
                  <a:pt x="5693918" y="3528250"/>
                  <a:pt x="5693918" y="3399093"/>
                </a:cubicBezTo>
                <a:lnTo>
                  <a:pt x="5693918" y="3329139"/>
                </a:lnTo>
                <a:cubicBezTo>
                  <a:pt x="5693918" y="3196955"/>
                  <a:pt x="5659548" y="3100352"/>
                  <a:pt x="5590803" y="3039484"/>
                </a:cubicBezTo>
                <a:cubicBezTo>
                  <a:pt x="5521912" y="2978616"/>
                  <a:pt x="5419404" y="2948180"/>
                  <a:pt x="5282830" y="2948180"/>
                </a:cubicBezTo>
                <a:close/>
                <a:moveTo>
                  <a:pt x="7923941" y="2768907"/>
                </a:moveTo>
                <a:lnTo>
                  <a:pt x="8147729" y="2768907"/>
                </a:lnTo>
                <a:lnTo>
                  <a:pt x="8603334" y="3699197"/>
                </a:lnTo>
                <a:lnTo>
                  <a:pt x="9058787" y="2768907"/>
                </a:lnTo>
                <a:lnTo>
                  <a:pt x="9269858" y="2768907"/>
                </a:lnTo>
                <a:lnTo>
                  <a:pt x="8674651" y="3959325"/>
                </a:lnTo>
                <a:lnTo>
                  <a:pt x="8520664" y="3959325"/>
                </a:lnTo>
                <a:close/>
                <a:moveTo>
                  <a:pt x="6265204" y="2768907"/>
                </a:moveTo>
                <a:lnTo>
                  <a:pt x="6349390" y="2768907"/>
                </a:lnTo>
                <a:lnTo>
                  <a:pt x="6458862" y="2768907"/>
                </a:lnTo>
                <a:lnTo>
                  <a:pt x="7379459" y="3699197"/>
                </a:lnTo>
                <a:lnTo>
                  <a:pt x="7379459" y="2768907"/>
                </a:lnTo>
                <a:lnTo>
                  <a:pt x="7574783" y="2768907"/>
                </a:lnTo>
                <a:lnTo>
                  <a:pt x="7574783" y="3959325"/>
                </a:lnTo>
                <a:lnTo>
                  <a:pt x="7379459" y="3959325"/>
                </a:lnTo>
                <a:lnTo>
                  <a:pt x="6458862" y="3030248"/>
                </a:lnTo>
                <a:lnTo>
                  <a:pt x="6458862" y="3959325"/>
                </a:lnTo>
                <a:lnTo>
                  <a:pt x="6265204" y="3959325"/>
                </a:lnTo>
                <a:close/>
                <a:moveTo>
                  <a:pt x="4636746" y="2768907"/>
                </a:moveTo>
                <a:lnTo>
                  <a:pt x="4725625" y="2768907"/>
                </a:lnTo>
                <a:lnTo>
                  <a:pt x="4835098" y="2768907"/>
                </a:lnTo>
                <a:lnTo>
                  <a:pt x="5281164" y="2768907"/>
                </a:lnTo>
                <a:cubicBezTo>
                  <a:pt x="5407140" y="2768907"/>
                  <a:pt x="5515553" y="2789347"/>
                  <a:pt x="5606551" y="2830078"/>
                </a:cubicBezTo>
                <a:cubicBezTo>
                  <a:pt x="5697551" y="2870809"/>
                  <a:pt x="5767352" y="2932130"/>
                  <a:pt x="5816110" y="3014048"/>
                </a:cubicBezTo>
                <a:cubicBezTo>
                  <a:pt x="5864711" y="3096112"/>
                  <a:pt x="5889091" y="3198923"/>
                  <a:pt x="5889091" y="3322781"/>
                </a:cubicBezTo>
                <a:lnTo>
                  <a:pt x="5889091" y="3405301"/>
                </a:lnTo>
                <a:cubicBezTo>
                  <a:pt x="5889091" y="3529156"/>
                  <a:pt x="5864711" y="3631967"/>
                  <a:pt x="5816110" y="3714035"/>
                </a:cubicBezTo>
                <a:cubicBezTo>
                  <a:pt x="5767352" y="3796099"/>
                  <a:pt x="5697551" y="3857423"/>
                  <a:pt x="5606551" y="3898154"/>
                </a:cubicBezTo>
                <a:cubicBezTo>
                  <a:pt x="5515553" y="3938885"/>
                  <a:pt x="5407140" y="3959325"/>
                  <a:pt x="5281164" y="3959325"/>
                </a:cubicBezTo>
                <a:lnTo>
                  <a:pt x="4835098" y="3959325"/>
                </a:lnTo>
                <a:lnTo>
                  <a:pt x="4725625" y="3959325"/>
                </a:lnTo>
                <a:lnTo>
                  <a:pt x="4636746" y="3959325"/>
                </a:lnTo>
                <a:close/>
                <a:moveTo>
                  <a:pt x="0" y="1844070"/>
                </a:moveTo>
                <a:lnTo>
                  <a:pt x="9270620" y="1844070"/>
                </a:lnTo>
                <a:lnTo>
                  <a:pt x="9270620" y="2212762"/>
                </a:lnTo>
                <a:lnTo>
                  <a:pt x="0" y="2212762"/>
                </a:lnTo>
                <a:close/>
                <a:moveTo>
                  <a:pt x="0" y="1475528"/>
                </a:moveTo>
                <a:lnTo>
                  <a:pt x="9270620" y="1475528"/>
                </a:lnTo>
                <a:lnTo>
                  <a:pt x="9270620" y="1660101"/>
                </a:lnTo>
                <a:lnTo>
                  <a:pt x="0" y="1660101"/>
                </a:lnTo>
                <a:close/>
                <a:moveTo>
                  <a:pt x="0" y="0"/>
                </a:moveTo>
                <a:lnTo>
                  <a:pt x="9270620" y="0"/>
                </a:lnTo>
                <a:lnTo>
                  <a:pt x="9270620" y="1106839"/>
                </a:lnTo>
                <a:lnTo>
                  <a:pt x="0" y="1106839"/>
                </a:lnTo>
                <a:close/>
              </a:path>
            </a:pathLst>
          </a:custGeom>
          <a:solidFill>
            <a:schemeClr val="bg1"/>
          </a:solidFill>
        </p:spPr>
        <p:txBody>
          <a:bodyPr wrap="square">
            <a:noAutofit/>
          </a:bodyPr>
          <a:lstStyle>
            <a:lvl1pPr>
              <a:buNone/>
              <a:defRPr sz="100">
                <a:noFill/>
              </a:defRPr>
            </a:lvl1pPr>
          </a:lstStyle>
          <a:p>
            <a:pPr lvl="0"/>
            <a:r>
              <a:rPr lang="en-GB"/>
              <a:t>.</a:t>
            </a:r>
          </a:p>
        </p:txBody>
      </p:sp>
      <p:sp>
        <p:nvSpPr>
          <p:cNvPr id="15" name="Text Placeholder 53">
            <a:extLst>
              <a:ext uri="{FF2B5EF4-FFF2-40B4-BE49-F238E27FC236}">
                <a16:creationId xmlns:a16="http://schemas.microsoft.com/office/drawing/2014/main" id="{E5AF79C5-94DD-46C5-8CC3-1113D3AF2285}"/>
              </a:ext>
            </a:extLst>
          </p:cNvPr>
          <p:cNvSpPr>
            <a:spLocks noGrp="1" noChangeAspect="1"/>
          </p:cNvSpPr>
          <p:nvPr>
            <p:ph type="body" sz="quarter" idx="23" hasCustomPrompt="1"/>
          </p:nvPr>
        </p:nvSpPr>
        <p:spPr bwMode="white">
          <a:xfrm>
            <a:off x="9950287" y="540000"/>
            <a:ext cx="1702800" cy="110911"/>
          </a:xfrm>
          <a:prstGeom prst="rect">
            <a:avLst/>
          </a:prstGeom>
          <a:blipFill>
            <a:blip>
              <a:extLst>
                <a:ext uri="{96DAC541-7B7A-43D3-8B79-37D633B846F1}">
                  <asvg:svgBlip xmlns:asvg="http://schemas.microsoft.com/office/drawing/2016/SVG/main" r:embed="rId3"/>
                </a:ext>
              </a:extLst>
            </a:blip>
            <a:stretch>
              <a:fillRect/>
            </a:stretch>
          </a:blipFill>
        </p:spPr>
        <p:txBody>
          <a:bodyPr wrap="square">
            <a:noAutofit/>
          </a:bodyPr>
          <a:lstStyle>
            <a:lvl1pPr>
              <a:buNone/>
              <a:defRPr sz="100">
                <a:noFill/>
              </a:defRPr>
            </a:lvl1pPr>
          </a:lstStyle>
          <a:p>
            <a:pPr lvl="0"/>
            <a:r>
              <a:rPr lang="en-GB"/>
              <a:t>.</a:t>
            </a:r>
          </a:p>
        </p:txBody>
      </p:sp>
      <p:sp>
        <p:nvSpPr>
          <p:cNvPr id="39" name="_SD_FLD_DocumentNumber">
            <a:extLst>
              <a:ext uri="{FF2B5EF4-FFF2-40B4-BE49-F238E27FC236}">
                <a16:creationId xmlns:a16="http://schemas.microsoft.com/office/drawing/2014/main" id="{6D4A75F9-9621-4F28-A6CF-B645F5EF9C9F}"/>
              </a:ext>
            </a:extLst>
          </p:cNvP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bg1"/>
              </a:solidFill>
              <a:ea typeface="ＭＳ Ｐゴシック" charset="-128"/>
              <a:cs typeface="Arial" charset="0"/>
            </a:endParaRPr>
          </a:p>
        </p:txBody>
      </p:sp>
      <p:sp>
        <p:nvSpPr>
          <p:cNvPr id="16" name="SD_FLD_Draft" hidden="1">
            <a:extLst>
              <a:ext uri="{FF2B5EF4-FFF2-40B4-BE49-F238E27FC236}">
                <a16:creationId xmlns:a16="http://schemas.microsoft.com/office/drawing/2014/main" id="{AD5BBEBA-5503-4301-834E-0266E3956A0D}"/>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17" name="SD_FLD_Confidentiality">
            <a:extLst>
              <a:ext uri="{FF2B5EF4-FFF2-40B4-BE49-F238E27FC236}">
                <a16:creationId xmlns:a16="http://schemas.microsoft.com/office/drawing/2014/main" id="{8A9F0C40-3C7F-4DF3-821F-6D35E44CE137}"/>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28062052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over with light image">
    <p:spTree>
      <p:nvGrpSpPr>
        <p:cNvPr id="1" name=""/>
        <p:cNvGrpSpPr/>
        <p:nvPr/>
      </p:nvGrpSpPr>
      <p:grpSpPr>
        <a:xfrm>
          <a:off x="0" y="0"/>
          <a:ext cx="0" cy="0"/>
          <a:chOff x="0" y="0"/>
          <a:chExt cx="0" cy="0"/>
        </a:xfrm>
      </p:grpSpPr>
      <p:sp>
        <p:nvSpPr>
          <p:cNvPr id="8" name="Picture Placeholder 7"/>
          <p:cNvSpPr>
            <a:spLocks noGrp="1"/>
          </p:cNvSpPr>
          <p:nvPr>
            <p:ph type="pic" sz="quarter" idx="15" hasCustomPrompt="1"/>
          </p:nvPr>
        </p:nvSpPr>
        <p:spPr>
          <a:xfrm>
            <a:off x="0" y="0"/>
            <a:ext cx="12192000" cy="6858000"/>
          </a:xfrm>
          <a:blipFill>
            <a:blip r:embed="rId2"/>
            <a:stretch>
              <a:fillRect/>
            </a:stretch>
          </a:blipFill>
        </p:spPr>
        <p:txBody>
          <a:bodyPr lIns="9000000" tIns="612000" rIns="180000" anchor="ctr" anchorCtr="0"/>
          <a:lstStyle>
            <a:lvl1pPr marL="0" indent="0" algn="l">
              <a:buFontTx/>
              <a:buNone/>
              <a:defRPr sz="1600" b="0">
                <a:solidFill>
                  <a:schemeClr val="accent4"/>
                </a:solidFill>
              </a:defRPr>
            </a:lvl1pPr>
          </a:lstStyle>
          <a:p>
            <a:r>
              <a:rPr lang="en-GB"/>
              <a:t>Click on picture frame to insert background picture, click on DNV-menu / Image Tools-button / Choose Insert or Paste</a:t>
            </a:r>
          </a:p>
        </p:txBody>
      </p:sp>
      <p:sp>
        <p:nvSpPr>
          <p:cNvPr id="27" name="Title 1">
            <a:extLst>
              <a:ext uri="{FF2B5EF4-FFF2-40B4-BE49-F238E27FC236}">
                <a16:creationId xmlns:a16="http://schemas.microsoft.com/office/drawing/2014/main" id="{E36BC1AE-8CBE-4EA7-85B1-05A9468D91E1}"/>
              </a:ext>
            </a:extLst>
          </p:cNvPr>
          <p:cNvSpPr>
            <a:spLocks noGrp="1"/>
          </p:cNvSpPr>
          <p:nvPr>
            <p:ph type="ctrTitle" hasCustomPrompt="1"/>
          </p:nvPr>
        </p:nvSpPr>
        <p:spPr>
          <a:xfrm>
            <a:off x="539751" y="1730375"/>
            <a:ext cx="8290798" cy="2985625"/>
          </a:xfrm>
        </p:spPr>
        <p:txBody>
          <a:bodyPr anchor="b" anchorCtr="0">
            <a:noAutofit/>
          </a:bodyPr>
          <a:lstStyle>
            <a:lvl1pPr>
              <a:lnSpc>
                <a:spcPct val="83000"/>
              </a:lnSpc>
              <a:defRPr sz="6000">
                <a:solidFill>
                  <a:schemeClr val="accent1"/>
                </a:solidFill>
              </a:defRPr>
            </a:lvl1pPr>
          </a:lstStyle>
          <a:p>
            <a:r>
              <a:rPr lang="en-GB"/>
              <a:t>Click to add title</a:t>
            </a:r>
          </a:p>
        </p:txBody>
      </p:sp>
      <p:sp>
        <p:nvSpPr>
          <p:cNvPr id="28" name="Subtitle 2">
            <a:extLst>
              <a:ext uri="{FF2B5EF4-FFF2-40B4-BE49-F238E27FC236}">
                <a16:creationId xmlns:a16="http://schemas.microsoft.com/office/drawing/2014/main" id="{52A4BCE6-B178-4BF6-BBA3-BC5CCD7F1111}"/>
              </a:ext>
            </a:extLst>
          </p:cNvPr>
          <p:cNvSpPr>
            <a:spLocks noGrp="1"/>
          </p:cNvSpPr>
          <p:nvPr>
            <p:ph type="subTitle" idx="1" hasCustomPrompt="1"/>
          </p:nvPr>
        </p:nvSpPr>
        <p:spPr>
          <a:xfrm>
            <a:off x="540000" y="4946400"/>
            <a:ext cx="8290798" cy="648072"/>
          </a:xfrm>
        </p:spPr>
        <p:txBody>
          <a:bodyPr/>
          <a:lstStyle>
            <a:lvl1pPr marL="0" indent="0" algn="l" defTabSz="914400" rtl="0" eaLnBrk="1" latinLnBrk="0" hangingPunct="1">
              <a:lnSpc>
                <a:spcPct val="83000"/>
              </a:lnSpc>
              <a:spcBef>
                <a:spcPts val="0"/>
              </a:spcBef>
              <a:buNone/>
              <a:defRPr lang="en-US" sz="2000" b="0" kern="1200" dirty="0">
                <a:solidFill>
                  <a:schemeClr val="accent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29" name="Text Placeholder 3">
            <a:extLst>
              <a:ext uri="{FF2B5EF4-FFF2-40B4-BE49-F238E27FC236}">
                <a16:creationId xmlns:a16="http://schemas.microsoft.com/office/drawing/2014/main" id="{FD03B31E-37CD-4AFE-AF40-02CD88865192}"/>
              </a:ext>
            </a:extLst>
          </p:cNvPr>
          <p:cNvSpPr>
            <a:spLocks noGrp="1"/>
          </p:cNvSpPr>
          <p:nvPr>
            <p:ph type="body" sz="quarter" idx="18" hasCustomPrompt="1"/>
          </p:nvPr>
        </p:nvSpPr>
        <p:spPr>
          <a:xfrm>
            <a:off x="539748" y="5768975"/>
            <a:ext cx="8291049" cy="277813"/>
          </a:xfrm>
        </p:spPr>
        <p:txBody>
          <a:bodyPr anchor="b" anchorCtr="0"/>
          <a:lstStyle>
            <a:lvl1pPr marL="0" indent="0">
              <a:lnSpc>
                <a:spcPct val="83000"/>
              </a:lnSpc>
              <a:spcBef>
                <a:spcPts val="0"/>
              </a:spcBef>
              <a:buNone/>
              <a:tabLst/>
              <a:defRPr sz="1400" b="0"/>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41" name="Date Placeholder 12" hidden="1">
            <a:extLst>
              <a:ext uri="{FF2B5EF4-FFF2-40B4-BE49-F238E27FC236}">
                <a16:creationId xmlns:a16="http://schemas.microsoft.com/office/drawing/2014/main" id="{F8C7B2A1-0C6D-4367-B22A-DB1D1248E7E8}"/>
              </a:ext>
            </a:extLst>
          </p:cNvPr>
          <p:cNvSpPr>
            <a:spLocks noGrp="1"/>
          </p:cNvSpPr>
          <p:nvPr>
            <p:ph type="dt" sz="half" idx="19"/>
          </p:nvPr>
        </p:nvSpPr>
        <p:spPr>
          <a:xfrm>
            <a:off x="0" y="6858000"/>
            <a:ext cx="0" cy="0"/>
          </a:xfrm>
        </p:spPr>
        <p:txBody>
          <a:bodyPr/>
          <a:lstStyle>
            <a:lvl1pPr>
              <a:defRPr>
                <a:solidFill>
                  <a:schemeClr val="bg1"/>
                </a:solidFill>
              </a:defRPr>
            </a:lvl1pPr>
          </a:lstStyle>
          <a:p>
            <a:endParaRPr lang="en-GB"/>
          </a:p>
        </p:txBody>
      </p:sp>
      <p:sp>
        <p:nvSpPr>
          <p:cNvPr id="42" name="Footer Placeholder 23" hidden="1">
            <a:extLst>
              <a:ext uri="{FF2B5EF4-FFF2-40B4-BE49-F238E27FC236}">
                <a16:creationId xmlns:a16="http://schemas.microsoft.com/office/drawing/2014/main" id="{70E9D16D-FE2F-4908-ABD5-BB45ECB4099A}"/>
              </a:ext>
            </a:extLst>
          </p:cNvPr>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43" name="Slide Number Placeholder 24" hidden="1">
            <a:extLst>
              <a:ext uri="{FF2B5EF4-FFF2-40B4-BE49-F238E27FC236}">
                <a16:creationId xmlns:a16="http://schemas.microsoft.com/office/drawing/2014/main" id="{393087B7-ABFA-4120-819F-40E9D4ED1169}"/>
              </a:ext>
            </a:extLst>
          </p:cNvPr>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52" name="Text Placeholder 51">
            <a:extLst>
              <a:ext uri="{FF2B5EF4-FFF2-40B4-BE49-F238E27FC236}">
                <a16:creationId xmlns:a16="http://schemas.microsoft.com/office/drawing/2014/main" id="{91479EF3-988A-4C9C-ADDB-C1D212A272B4}"/>
              </a:ext>
            </a:extLst>
          </p:cNvPr>
          <p:cNvSpPr>
            <a:spLocks noGrp="1" noChangeAspect="1"/>
          </p:cNvSpPr>
          <p:nvPr userDrawn="1">
            <p:ph type="body" sz="quarter" idx="22" hasCustomPrompt="1"/>
          </p:nvPr>
        </p:nvSpPr>
        <p:spPr>
          <a:xfrm>
            <a:off x="540000" y="540000"/>
            <a:ext cx="1702800" cy="727238"/>
          </a:xfrm>
          <a:custGeom>
            <a:avLst/>
            <a:gdLst>
              <a:gd name="connsiteX0" fmla="*/ 4835251 w 9270620"/>
              <a:gd name="connsiteY0" fmla="*/ 2948180 h 3959325"/>
              <a:gd name="connsiteX1" fmla="*/ 4835251 w 9270620"/>
              <a:gd name="connsiteY1" fmla="*/ 3779899 h 3959325"/>
              <a:gd name="connsiteX2" fmla="*/ 5282830 w 9270620"/>
              <a:gd name="connsiteY2" fmla="*/ 3779899 h 3959325"/>
              <a:gd name="connsiteX3" fmla="*/ 5590803 w 9270620"/>
              <a:gd name="connsiteY3" fmla="*/ 3686324 h 3959325"/>
              <a:gd name="connsiteX4" fmla="*/ 5693918 w 9270620"/>
              <a:gd name="connsiteY4" fmla="*/ 3399093 h 3959325"/>
              <a:gd name="connsiteX5" fmla="*/ 5693918 w 9270620"/>
              <a:gd name="connsiteY5" fmla="*/ 3329139 h 3959325"/>
              <a:gd name="connsiteX6" fmla="*/ 5590803 w 9270620"/>
              <a:gd name="connsiteY6" fmla="*/ 3039484 h 3959325"/>
              <a:gd name="connsiteX7" fmla="*/ 5282830 w 9270620"/>
              <a:gd name="connsiteY7" fmla="*/ 2948180 h 3959325"/>
              <a:gd name="connsiteX8" fmla="*/ 7923941 w 9270620"/>
              <a:gd name="connsiteY8" fmla="*/ 2768907 h 3959325"/>
              <a:gd name="connsiteX9" fmla="*/ 8147729 w 9270620"/>
              <a:gd name="connsiteY9" fmla="*/ 2768907 h 3959325"/>
              <a:gd name="connsiteX10" fmla="*/ 8603334 w 9270620"/>
              <a:gd name="connsiteY10" fmla="*/ 3699197 h 3959325"/>
              <a:gd name="connsiteX11" fmla="*/ 9058787 w 9270620"/>
              <a:gd name="connsiteY11" fmla="*/ 2768907 h 3959325"/>
              <a:gd name="connsiteX12" fmla="*/ 9269858 w 9270620"/>
              <a:gd name="connsiteY12" fmla="*/ 2768907 h 3959325"/>
              <a:gd name="connsiteX13" fmla="*/ 8674651 w 9270620"/>
              <a:gd name="connsiteY13" fmla="*/ 3959325 h 3959325"/>
              <a:gd name="connsiteX14" fmla="*/ 8520664 w 9270620"/>
              <a:gd name="connsiteY14" fmla="*/ 3959325 h 3959325"/>
              <a:gd name="connsiteX15" fmla="*/ 6265204 w 9270620"/>
              <a:gd name="connsiteY15" fmla="*/ 2768907 h 3959325"/>
              <a:gd name="connsiteX16" fmla="*/ 6349390 w 9270620"/>
              <a:gd name="connsiteY16" fmla="*/ 2768907 h 3959325"/>
              <a:gd name="connsiteX17" fmla="*/ 6458862 w 9270620"/>
              <a:gd name="connsiteY17" fmla="*/ 2768907 h 3959325"/>
              <a:gd name="connsiteX18" fmla="*/ 7379459 w 9270620"/>
              <a:gd name="connsiteY18" fmla="*/ 3699197 h 3959325"/>
              <a:gd name="connsiteX19" fmla="*/ 7379459 w 9270620"/>
              <a:gd name="connsiteY19" fmla="*/ 2768907 h 3959325"/>
              <a:gd name="connsiteX20" fmla="*/ 7574783 w 9270620"/>
              <a:gd name="connsiteY20" fmla="*/ 2768907 h 3959325"/>
              <a:gd name="connsiteX21" fmla="*/ 7574783 w 9270620"/>
              <a:gd name="connsiteY21" fmla="*/ 3959325 h 3959325"/>
              <a:gd name="connsiteX22" fmla="*/ 7379459 w 9270620"/>
              <a:gd name="connsiteY22" fmla="*/ 3959325 h 3959325"/>
              <a:gd name="connsiteX23" fmla="*/ 6458862 w 9270620"/>
              <a:gd name="connsiteY23" fmla="*/ 3030248 h 3959325"/>
              <a:gd name="connsiteX24" fmla="*/ 6458862 w 9270620"/>
              <a:gd name="connsiteY24" fmla="*/ 3959325 h 3959325"/>
              <a:gd name="connsiteX25" fmla="*/ 6265204 w 9270620"/>
              <a:gd name="connsiteY25" fmla="*/ 3959325 h 3959325"/>
              <a:gd name="connsiteX26" fmla="*/ 4636746 w 9270620"/>
              <a:gd name="connsiteY26" fmla="*/ 2768907 h 3959325"/>
              <a:gd name="connsiteX27" fmla="*/ 4725625 w 9270620"/>
              <a:gd name="connsiteY27" fmla="*/ 2768907 h 3959325"/>
              <a:gd name="connsiteX28" fmla="*/ 4835098 w 9270620"/>
              <a:gd name="connsiteY28" fmla="*/ 2768907 h 3959325"/>
              <a:gd name="connsiteX29" fmla="*/ 5281164 w 9270620"/>
              <a:gd name="connsiteY29" fmla="*/ 2768907 h 3959325"/>
              <a:gd name="connsiteX30" fmla="*/ 5606551 w 9270620"/>
              <a:gd name="connsiteY30" fmla="*/ 2830078 h 3959325"/>
              <a:gd name="connsiteX31" fmla="*/ 5816110 w 9270620"/>
              <a:gd name="connsiteY31" fmla="*/ 3014048 h 3959325"/>
              <a:gd name="connsiteX32" fmla="*/ 5889091 w 9270620"/>
              <a:gd name="connsiteY32" fmla="*/ 3322781 h 3959325"/>
              <a:gd name="connsiteX33" fmla="*/ 5889091 w 9270620"/>
              <a:gd name="connsiteY33" fmla="*/ 3405301 h 3959325"/>
              <a:gd name="connsiteX34" fmla="*/ 5816110 w 9270620"/>
              <a:gd name="connsiteY34" fmla="*/ 3714035 h 3959325"/>
              <a:gd name="connsiteX35" fmla="*/ 5606551 w 9270620"/>
              <a:gd name="connsiteY35" fmla="*/ 3898154 h 3959325"/>
              <a:gd name="connsiteX36" fmla="*/ 5281164 w 9270620"/>
              <a:gd name="connsiteY36" fmla="*/ 3959325 h 3959325"/>
              <a:gd name="connsiteX37" fmla="*/ 4835098 w 9270620"/>
              <a:gd name="connsiteY37" fmla="*/ 3959325 h 3959325"/>
              <a:gd name="connsiteX38" fmla="*/ 4725625 w 9270620"/>
              <a:gd name="connsiteY38" fmla="*/ 3959325 h 3959325"/>
              <a:gd name="connsiteX39" fmla="*/ 4636746 w 9270620"/>
              <a:gd name="connsiteY39" fmla="*/ 3959325 h 3959325"/>
              <a:gd name="connsiteX40" fmla="*/ 0 w 9270620"/>
              <a:gd name="connsiteY40" fmla="*/ 1844070 h 3959325"/>
              <a:gd name="connsiteX41" fmla="*/ 9270620 w 9270620"/>
              <a:gd name="connsiteY41" fmla="*/ 1844070 h 3959325"/>
              <a:gd name="connsiteX42" fmla="*/ 9270620 w 9270620"/>
              <a:gd name="connsiteY42" fmla="*/ 2212762 h 3959325"/>
              <a:gd name="connsiteX43" fmla="*/ 0 w 9270620"/>
              <a:gd name="connsiteY43" fmla="*/ 2212762 h 3959325"/>
              <a:gd name="connsiteX44" fmla="*/ 0 w 9270620"/>
              <a:gd name="connsiteY44" fmla="*/ 1475528 h 3959325"/>
              <a:gd name="connsiteX45" fmla="*/ 9270620 w 9270620"/>
              <a:gd name="connsiteY45" fmla="*/ 1475528 h 3959325"/>
              <a:gd name="connsiteX46" fmla="*/ 9270620 w 9270620"/>
              <a:gd name="connsiteY46" fmla="*/ 1660101 h 3959325"/>
              <a:gd name="connsiteX47" fmla="*/ 0 w 9270620"/>
              <a:gd name="connsiteY47" fmla="*/ 1660101 h 3959325"/>
              <a:gd name="connsiteX48" fmla="*/ 0 w 9270620"/>
              <a:gd name="connsiteY48" fmla="*/ 0 h 3959325"/>
              <a:gd name="connsiteX49" fmla="*/ 9270620 w 9270620"/>
              <a:gd name="connsiteY49" fmla="*/ 0 h 3959325"/>
              <a:gd name="connsiteX50" fmla="*/ 9270620 w 9270620"/>
              <a:gd name="connsiteY50" fmla="*/ 1106839 h 3959325"/>
              <a:gd name="connsiteX51" fmla="*/ 0 w 9270620"/>
              <a:gd name="connsiteY51" fmla="*/ 1106839 h 39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70620" h="3959325">
                <a:moveTo>
                  <a:pt x="4835251" y="2948180"/>
                </a:moveTo>
                <a:lnTo>
                  <a:pt x="4835251" y="3779899"/>
                </a:lnTo>
                <a:lnTo>
                  <a:pt x="5282830" y="3779899"/>
                </a:lnTo>
                <a:cubicBezTo>
                  <a:pt x="5419404" y="3779899"/>
                  <a:pt x="5522065" y="3748707"/>
                  <a:pt x="5590803" y="3686324"/>
                </a:cubicBezTo>
                <a:cubicBezTo>
                  <a:pt x="5659548" y="3623943"/>
                  <a:pt x="5693918" y="3528250"/>
                  <a:pt x="5693918" y="3399093"/>
                </a:cubicBezTo>
                <a:lnTo>
                  <a:pt x="5693918" y="3329139"/>
                </a:lnTo>
                <a:cubicBezTo>
                  <a:pt x="5693918" y="3196955"/>
                  <a:pt x="5659548" y="3100352"/>
                  <a:pt x="5590803" y="3039484"/>
                </a:cubicBezTo>
                <a:cubicBezTo>
                  <a:pt x="5521912" y="2978616"/>
                  <a:pt x="5419404" y="2948180"/>
                  <a:pt x="5282830" y="2948180"/>
                </a:cubicBezTo>
                <a:close/>
                <a:moveTo>
                  <a:pt x="7923941" y="2768907"/>
                </a:moveTo>
                <a:lnTo>
                  <a:pt x="8147729" y="2768907"/>
                </a:lnTo>
                <a:lnTo>
                  <a:pt x="8603334" y="3699197"/>
                </a:lnTo>
                <a:lnTo>
                  <a:pt x="9058787" y="2768907"/>
                </a:lnTo>
                <a:lnTo>
                  <a:pt x="9269858" y="2768907"/>
                </a:lnTo>
                <a:lnTo>
                  <a:pt x="8674651" y="3959325"/>
                </a:lnTo>
                <a:lnTo>
                  <a:pt x="8520664" y="3959325"/>
                </a:lnTo>
                <a:close/>
                <a:moveTo>
                  <a:pt x="6265204" y="2768907"/>
                </a:moveTo>
                <a:lnTo>
                  <a:pt x="6349390" y="2768907"/>
                </a:lnTo>
                <a:lnTo>
                  <a:pt x="6458862" y="2768907"/>
                </a:lnTo>
                <a:lnTo>
                  <a:pt x="7379459" y="3699197"/>
                </a:lnTo>
                <a:lnTo>
                  <a:pt x="7379459" y="2768907"/>
                </a:lnTo>
                <a:lnTo>
                  <a:pt x="7574783" y="2768907"/>
                </a:lnTo>
                <a:lnTo>
                  <a:pt x="7574783" y="3959325"/>
                </a:lnTo>
                <a:lnTo>
                  <a:pt x="7379459" y="3959325"/>
                </a:lnTo>
                <a:lnTo>
                  <a:pt x="6458862" y="3030248"/>
                </a:lnTo>
                <a:lnTo>
                  <a:pt x="6458862" y="3959325"/>
                </a:lnTo>
                <a:lnTo>
                  <a:pt x="6265204" y="3959325"/>
                </a:lnTo>
                <a:close/>
                <a:moveTo>
                  <a:pt x="4636746" y="2768907"/>
                </a:moveTo>
                <a:lnTo>
                  <a:pt x="4725625" y="2768907"/>
                </a:lnTo>
                <a:lnTo>
                  <a:pt x="4835098" y="2768907"/>
                </a:lnTo>
                <a:lnTo>
                  <a:pt x="5281164" y="2768907"/>
                </a:lnTo>
                <a:cubicBezTo>
                  <a:pt x="5407140" y="2768907"/>
                  <a:pt x="5515553" y="2789347"/>
                  <a:pt x="5606551" y="2830078"/>
                </a:cubicBezTo>
                <a:cubicBezTo>
                  <a:pt x="5697551" y="2870809"/>
                  <a:pt x="5767352" y="2932130"/>
                  <a:pt x="5816110" y="3014048"/>
                </a:cubicBezTo>
                <a:cubicBezTo>
                  <a:pt x="5864711" y="3096112"/>
                  <a:pt x="5889091" y="3198923"/>
                  <a:pt x="5889091" y="3322781"/>
                </a:cubicBezTo>
                <a:lnTo>
                  <a:pt x="5889091" y="3405301"/>
                </a:lnTo>
                <a:cubicBezTo>
                  <a:pt x="5889091" y="3529156"/>
                  <a:pt x="5864711" y="3631967"/>
                  <a:pt x="5816110" y="3714035"/>
                </a:cubicBezTo>
                <a:cubicBezTo>
                  <a:pt x="5767352" y="3796099"/>
                  <a:pt x="5697551" y="3857423"/>
                  <a:pt x="5606551" y="3898154"/>
                </a:cubicBezTo>
                <a:cubicBezTo>
                  <a:pt x="5515553" y="3938885"/>
                  <a:pt x="5407140" y="3959325"/>
                  <a:pt x="5281164" y="3959325"/>
                </a:cubicBezTo>
                <a:lnTo>
                  <a:pt x="4835098" y="3959325"/>
                </a:lnTo>
                <a:lnTo>
                  <a:pt x="4725625" y="3959325"/>
                </a:lnTo>
                <a:lnTo>
                  <a:pt x="4636746" y="3959325"/>
                </a:lnTo>
                <a:close/>
                <a:moveTo>
                  <a:pt x="0" y="1844070"/>
                </a:moveTo>
                <a:lnTo>
                  <a:pt x="9270620" y="1844070"/>
                </a:lnTo>
                <a:lnTo>
                  <a:pt x="9270620" y="2212762"/>
                </a:lnTo>
                <a:lnTo>
                  <a:pt x="0" y="2212762"/>
                </a:lnTo>
                <a:close/>
                <a:moveTo>
                  <a:pt x="0" y="1475528"/>
                </a:moveTo>
                <a:lnTo>
                  <a:pt x="9270620" y="1475528"/>
                </a:lnTo>
                <a:lnTo>
                  <a:pt x="9270620" y="1660101"/>
                </a:lnTo>
                <a:lnTo>
                  <a:pt x="0" y="1660101"/>
                </a:lnTo>
                <a:close/>
                <a:moveTo>
                  <a:pt x="0" y="0"/>
                </a:moveTo>
                <a:lnTo>
                  <a:pt x="9270620" y="0"/>
                </a:lnTo>
                <a:lnTo>
                  <a:pt x="9270620" y="1106839"/>
                </a:lnTo>
                <a:lnTo>
                  <a:pt x="0" y="1106839"/>
                </a:lnTo>
                <a:close/>
              </a:path>
            </a:pathLst>
          </a:custGeom>
          <a:solidFill>
            <a:schemeClr val="accent1"/>
          </a:solidFill>
        </p:spPr>
        <p:txBody>
          <a:bodyPr wrap="square">
            <a:noAutofit/>
          </a:bodyPr>
          <a:lstStyle>
            <a:lvl1pPr>
              <a:buNone/>
              <a:defRPr sz="100">
                <a:noFill/>
              </a:defRPr>
            </a:lvl1pPr>
          </a:lstStyle>
          <a:p>
            <a:pPr lvl="0"/>
            <a:r>
              <a:rPr lang="en-GB"/>
              <a:t>.</a:t>
            </a:r>
          </a:p>
        </p:txBody>
      </p:sp>
      <p:sp>
        <p:nvSpPr>
          <p:cNvPr id="13" name="Text Placeholder 51">
            <a:extLst>
              <a:ext uri="{FF2B5EF4-FFF2-40B4-BE49-F238E27FC236}">
                <a16:creationId xmlns:a16="http://schemas.microsoft.com/office/drawing/2014/main" id="{365B6A09-D9FD-4ED0-98F5-8CCC60EAA84E}"/>
              </a:ext>
            </a:extLst>
          </p:cNvPr>
          <p:cNvSpPr>
            <a:spLocks noGrp="1" noChangeAspect="1"/>
          </p:cNvSpPr>
          <p:nvPr>
            <p:ph type="body" sz="quarter" idx="23" hasCustomPrompt="1"/>
          </p:nvPr>
        </p:nvSpPr>
        <p:spPr bwMode="white">
          <a:xfrm>
            <a:off x="9950400" y="540000"/>
            <a:ext cx="1702800" cy="110911"/>
          </a:xfrm>
          <a:prstGeom prst="rect">
            <a:avLst/>
          </a:prstGeom>
          <a:blipFill>
            <a:blip>
              <a:extLst>
                <a:ext uri="{96DAC541-7B7A-43D3-8B79-37D633B846F1}">
                  <asvg:svgBlip xmlns:asvg="http://schemas.microsoft.com/office/drawing/2016/SVG/main" r:embed="rId3"/>
                </a:ext>
              </a:extLst>
            </a:blip>
            <a:stretch>
              <a:fillRect/>
            </a:stretch>
          </a:blipFill>
        </p:spPr>
        <p:txBody>
          <a:bodyPr wrap="square">
            <a:noAutofit/>
          </a:bodyPr>
          <a:lstStyle>
            <a:lvl1pPr>
              <a:buNone/>
              <a:defRPr sz="100">
                <a:noFill/>
              </a:defRPr>
            </a:lvl1pPr>
          </a:lstStyle>
          <a:p>
            <a:pPr lvl="0"/>
            <a:r>
              <a:rPr lang="en-GB"/>
              <a:t>.</a:t>
            </a:r>
          </a:p>
        </p:txBody>
      </p:sp>
      <p:sp>
        <p:nvSpPr>
          <p:cNvPr id="39" name="_SD_FLD_DocumentNumber">
            <a:extLst>
              <a:ext uri="{FF2B5EF4-FFF2-40B4-BE49-F238E27FC236}">
                <a16:creationId xmlns:a16="http://schemas.microsoft.com/office/drawing/2014/main" id="{6D4A75F9-9621-4F28-A6CF-B645F5EF9C9F}"/>
              </a:ext>
            </a:extLst>
          </p:cNvP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accent1"/>
              </a:solidFill>
              <a:ea typeface="ＭＳ Ｐゴシック" charset="-128"/>
              <a:cs typeface="Arial" charset="0"/>
            </a:endParaRPr>
          </a:p>
        </p:txBody>
      </p:sp>
      <p:sp>
        <p:nvSpPr>
          <p:cNvPr id="16" name="SD_FLD_Draft" hidden="1">
            <a:extLst>
              <a:ext uri="{FF2B5EF4-FFF2-40B4-BE49-F238E27FC236}">
                <a16:creationId xmlns:a16="http://schemas.microsoft.com/office/drawing/2014/main" id="{BD7D6A25-4428-4539-B039-5FC4AADC87C9}"/>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17" name="SD_FLD_Confidentiality">
            <a:extLst>
              <a:ext uri="{FF2B5EF4-FFF2-40B4-BE49-F238E27FC236}">
                <a16:creationId xmlns:a16="http://schemas.microsoft.com/office/drawing/2014/main" id="{31AB39E5-0741-4771-B91F-E17E5133945B}"/>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
        <p:nvSpPr>
          <p:cNvPr id="18" name="Text Placeholder 5">
            <a:extLst>
              <a:ext uri="{FF2B5EF4-FFF2-40B4-BE49-F238E27FC236}">
                <a16:creationId xmlns:a16="http://schemas.microsoft.com/office/drawing/2014/main" id="{6E7010F2-E87C-4A37-82E8-9658961C6357}"/>
              </a:ext>
            </a:extLst>
          </p:cNvPr>
          <p:cNvSpPr>
            <a:spLocks noGrp="1"/>
          </p:cNvSpPr>
          <p:nvPr>
            <p:ph type="body" sz="quarter" idx="20" hasCustomPrompt="1"/>
          </p:nvPr>
        </p:nvSpPr>
        <p:spPr>
          <a:xfrm>
            <a:off x="540000" y="6128743"/>
            <a:ext cx="8290797" cy="214833"/>
          </a:xfrm>
        </p:spPr>
        <p:txBody>
          <a:bodyPr/>
          <a:lstStyle>
            <a:lvl1pPr marL="0" indent="0" algn="l">
              <a:spcBef>
                <a:spcPts val="0"/>
              </a:spcBef>
              <a:buNone/>
              <a:defRPr sz="1400">
                <a:solidFill>
                  <a:schemeClr val="accent1"/>
                </a:solidFill>
              </a:defRPr>
            </a:lvl1pPr>
            <a:lvl2pPr marL="0" indent="0">
              <a:buNone/>
              <a:defRPr sz="1200"/>
            </a:lvl2pPr>
            <a:lvl3pPr marL="0" indent="0">
              <a:buNone/>
              <a:defRPr sz="1200"/>
            </a:lvl3pPr>
            <a:lvl4pPr marL="0" indent="0">
              <a:buNone/>
              <a:defRPr sz="1200"/>
            </a:lvl4pPr>
            <a:lvl5pPr marL="0" indent="0">
              <a:buNone/>
              <a:defRPr sz="1200"/>
            </a:lvl5pPr>
          </a:lstStyle>
          <a:p>
            <a:pPr lvl="0"/>
            <a:r>
              <a:rPr lang="en-GB"/>
              <a:t>Insert date DD Month Year</a:t>
            </a:r>
          </a:p>
        </p:txBody>
      </p:sp>
    </p:spTree>
    <p:extLst>
      <p:ext uri="{BB962C8B-B14F-4D97-AF65-F5344CB8AC3E}">
        <p14:creationId xmlns:p14="http://schemas.microsoft.com/office/powerpoint/2010/main" val="3393400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high-level">
    <p:spTree>
      <p:nvGrpSpPr>
        <p:cNvPr id="1" name=""/>
        <p:cNvGrpSpPr/>
        <p:nvPr/>
      </p:nvGrpSpPr>
      <p:grpSpPr>
        <a:xfrm>
          <a:off x="0" y="0"/>
          <a:ext cx="0" cy="0"/>
          <a:chOff x="0" y="0"/>
          <a:chExt cx="0" cy="0"/>
        </a:xfrm>
      </p:grpSpPr>
      <p:sp>
        <p:nvSpPr>
          <p:cNvPr id="8" name="Picture Placeholder 7"/>
          <p:cNvSpPr>
            <a:spLocks noGrp="1"/>
          </p:cNvSpPr>
          <p:nvPr>
            <p:ph type="pic" sz="quarter" idx="15" hasCustomPrompt="1"/>
          </p:nvPr>
        </p:nvSpPr>
        <p:spPr>
          <a:xfrm>
            <a:off x="0" y="0"/>
            <a:ext cx="12192000" cy="6858000"/>
          </a:xfrm>
          <a:blipFill>
            <a:blip r:embed="rId2"/>
            <a:stretch>
              <a:fillRect/>
            </a:stretch>
          </a:blipFill>
        </p:spPr>
        <p:txBody>
          <a:bodyPr lIns="8064000" tIns="576000" rIns="1080000" anchor="ctr" anchorCtr="0"/>
          <a:lstStyle>
            <a:lvl1pPr marL="0" indent="0" algn="l">
              <a:buFontTx/>
              <a:buNone/>
              <a:defRPr sz="1600" b="0">
                <a:solidFill>
                  <a:schemeClr val="accent4"/>
                </a:solidFill>
              </a:defRPr>
            </a:lvl1pPr>
          </a:lstStyle>
          <a:p>
            <a:r>
              <a:rPr lang="en-GB"/>
              <a:t>Click on picture frame to insert background picture, click on DNV-menu / Image Tools-button / Choose Insert or Paste</a:t>
            </a:r>
          </a:p>
        </p:txBody>
      </p:sp>
      <p:sp>
        <p:nvSpPr>
          <p:cNvPr id="39" name="_SD_FLD_DocumentNumber">
            <a:extLst>
              <a:ext uri="{FF2B5EF4-FFF2-40B4-BE49-F238E27FC236}">
                <a16:creationId xmlns:a16="http://schemas.microsoft.com/office/drawing/2014/main" id="{6D4A75F9-9621-4F28-A6CF-B645F5EF9C9F}"/>
              </a:ext>
            </a:extLst>
          </p:cNvP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accent1"/>
              </a:solidFill>
              <a:ea typeface="ＭＳ Ｐゴシック" charset="-128"/>
              <a:cs typeface="Arial" charset="0"/>
            </a:endParaRPr>
          </a:p>
        </p:txBody>
      </p:sp>
      <p:sp>
        <p:nvSpPr>
          <p:cNvPr id="16" name="SD_FLD_Draft" hidden="1">
            <a:extLst>
              <a:ext uri="{FF2B5EF4-FFF2-40B4-BE49-F238E27FC236}">
                <a16:creationId xmlns:a16="http://schemas.microsoft.com/office/drawing/2014/main" id="{BD7D6A25-4428-4539-B039-5FC4AADC87C9}"/>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17" name="SD_FLD_Confidentiality">
            <a:extLst>
              <a:ext uri="{FF2B5EF4-FFF2-40B4-BE49-F238E27FC236}">
                <a16:creationId xmlns:a16="http://schemas.microsoft.com/office/drawing/2014/main" id="{31AB39E5-0741-4771-B91F-E17E5133945B}"/>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
        <p:nvSpPr>
          <p:cNvPr id="63" name="Top white Text Placeholder 62">
            <a:extLst>
              <a:ext uri="{FF2B5EF4-FFF2-40B4-BE49-F238E27FC236}">
                <a16:creationId xmlns:a16="http://schemas.microsoft.com/office/drawing/2014/main" id="{86FA6806-F06F-4815-9C58-9A21745653C3}"/>
              </a:ext>
            </a:extLst>
          </p:cNvPr>
          <p:cNvSpPr>
            <a:spLocks noGrp="1"/>
          </p:cNvSpPr>
          <p:nvPr>
            <p:ph type="body" sz="quarter" idx="43" hasCustomPrompt="1"/>
          </p:nvPr>
        </p:nvSpPr>
        <p:spPr>
          <a:xfrm>
            <a:off x="539750" y="-1"/>
            <a:ext cx="6407150" cy="3429001"/>
          </a:xfrm>
          <a:solidFill>
            <a:schemeClr val="bg1"/>
          </a:solidFill>
        </p:spPr>
        <p:txBody>
          <a:bodyPr/>
          <a:lstStyle>
            <a:lvl1pPr>
              <a:defRPr sz="100">
                <a:noFill/>
              </a:defRPr>
            </a:lvl1pPr>
            <a:lvl2pPr>
              <a:defRPr sz="100"/>
            </a:lvl2pPr>
            <a:lvl3pPr>
              <a:defRPr sz="100"/>
            </a:lvl3pPr>
            <a:lvl4pPr>
              <a:defRPr sz="100"/>
            </a:lvl4pPr>
            <a:lvl5pPr>
              <a:defRPr sz="100"/>
            </a:lvl5pPr>
          </a:lstStyle>
          <a:p>
            <a:pPr lvl="0"/>
            <a:r>
              <a:rPr lang="en-GB"/>
              <a:t>.</a:t>
            </a:r>
          </a:p>
        </p:txBody>
      </p:sp>
      <p:sp>
        <p:nvSpPr>
          <p:cNvPr id="65" name="Top blue Text Placeholder 64">
            <a:extLst>
              <a:ext uri="{FF2B5EF4-FFF2-40B4-BE49-F238E27FC236}">
                <a16:creationId xmlns:a16="http://schemas.microsoft.com/office/drawing/2014/main" id="{44396705-2401-41FF-AC70-D31092879887}"/>
              </a:ext>
            </a:extLst>
          </p:cNvPr>
          <p:cNvSpPr>
            <a:spLocks noGrp="1"/>
          </p:cNvSpPr>
          <p:nvPr>
            <p:ph type="body" sz="quarter" idx="44" hasCustomPrompt="1"/>
          </p:nvPr>
        </p:nvSpPr>
        <p:spPr>
          <a:xfrm>
            <a:off x="540000" y="3390298"/>
            <a:ext cx="6408000" cy="1234800"/>
          </a:xfrm>
          <a:solidFill>
            <a:schemeClr val="tx2"/>
          </a:solidFill>
          <a:ln>
            <a:noFill/>
          </a:ln>
        </p:spPr>
        <p:txBody>
          <a:bodyPr/>
          <a:lstStyle>
            <a:lvl1pPr>
              <a:defRPr sz="100">
                <a:noFill/>
              </a:defRPr>
            </a:lvl1pPr>
            <a:lvl2pPr>
              <a:defRPr sz="100"/>
            </a:lvl2pPr>
            <a:lvl3pPr>
              <a:defRPr sz="100"/>
            </a:lvl3pPr>
            <a:lvl4pPr>
              <a:defRPr sz="100"/>
            </a:lvl4pPr>
            <a:lvl5pPr>
              <a:defRPr sz="100"/>
            </a:lvl5pPr>
          </a:lstStyle>
          <a:p>
            <a:pPr lvl="0"/>
            <a:r>
              <a:rPr lang="en-GB"/>
              <a:t>.</a:t>
            </a:r>
          </a:p>
        </p:txBody>
      </p:sp>
      <p:sp>
        <p:nvSpPr>
          <p:cNvPr id="26" name="Title 1">
            <a:extLst>
              <a:ext uri="{FF2B5EF4-FFF2-40B4-BE49-F238E27FC236}">
                <a16:creationId xmlns:a16="http://schemas.microsoft.com/office/drawing/2014/main" id="{18E2B2C2-0C1A-4F16-AB97-87EF9E7EAEEA}"/>
              </a:ext>
            </a:extLst>
          </p:cNvPr>
          <p:cNvSpPr>
            <a:spLocks noGrp="1"/>
          </p:cNvSpPr>
          <p:nvPr>
            <p:ph type="ctrTitle" hasCustomPrompt="1"/>
          </p:nvPr>
        </p:nvSpPr>
        <p:spPr>
          <a:xfrm>
            <a:off x="1080000" y="1592796"/>
            <a:ext cx="5320800" cy="1436524"/>
          </a:xfrm>
        </p:spPr>
        <p:txBody>
          <a:bodyPr anchor="t" anchorCtr="0">
            <a:noAutofit/>
          </a:bodyPr>
          <a:lstStyle>
            <a:lvl1pPr>
              <a:lnSpc>
                <a:spcPct val="83000"/>
              </a:lnSpc>
              <a:defRPr sz="3600">
                <a:solidFill>
                  <a:schemeClr val="accent1"/>
                </a:solidFill>
              </a:defRPr>
            </a:lvl1pPr>
          </a:lstStyle>
          <a:p>
            <a:r>
              <a:rPr lang="en-GB"/>
              <a:t>Click to add title</a:t>
            </a:r>
          </a:p>
        </p:txBody>
      </p:sp>
      <p:sp>
        <p:nvSpPr>
          <p:cNvPr id="30" name="Subtitle 2">
            <a:extLst>
              <a:ext uri="{FF2B5EF4-FFF2-40B4-BE49-F238E27FC236}">
                <a16:creationId xmlns:a16="http://schemas.microsoft.com/office/drawing/2014/main" id="{55756018-EA5B-4F5B-8ECA-D5A1005CDF47}"/>
              </a:ext>
            </a:extLst>
          </p:cNvPr>
          <p:cNvSpPr>
            <a:spLocks noGrp="1"/>
          </p:cNvSpPr>
          <p:nvPr>
            <p:ph type="subTitle" idx="1" hasCustomPrompt="1"/>
          </p:nvPr>
        </p:nvSpPr>
        <p:spPr>
          <a:xfrm>
            <a:off x="1076398" y="3661200"/>
            <a:ext cx="5342402" cy="316800"/>
          </a:xfrm>
        </p:spPr>
        <p:txBody>
          <a:bodyPr>
            <a:noAutofit/>
          </a:bodyPr>
          <a:lstStyle>
            <a:lvl1pPr marL="0" indent="0" algn="l" defTabSz="914400" rtl="0" eaLnBrk="1" latinLnBrk="0" hangingPunct="1">
              <a:lnSpc>
                <a:spcPct val="83000"/>
              </a:lnSpc>
              <a:spcBef>
                <a:spcPts val="0"/>
              </a:spcBef>
              <a:buNone/>
              <a:defRPr lang="en-US" sz="2000" b="0" kern="1200" dirty="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31" name="Text Placeholder 3">
            <a:extLst>
              <a:ext uri="{FF2B5EF4-FFF2-40B4-BE49-F238E27FC236}">
                <a16:creationId xmlns:a16="http://schemas.microsoft.com/office/drawing/2014/main" id="{795036F0-513C-4690-81A2-F2137A557DCE}"/>
              </a:ext>
            </a:extLst>
          </p:cNvPr>
          <p:cNvSpPr>
            <a:spLocks noGrp="1"/>
          </p:cNvSpPr>
          <p:nvPr>
            <p:ph type="body" sz="quarter" idx="24" hasCustomPrompt="1"/>
          </p:nvPr>
        </p:nvSpPr>
        <p:spPr>
          <a:xfrm>
            <a:off x="1080000" y="3114000"/>
            <a:ext cx="5320800" cy="259200"/>
          </a:xfrm>
        </p:spPr>
        <p:txBody>
          <a:bodyPr anchor="t" anchorCtr="0">
            <a:normAutofit/>
          </a:bodyPr>
          <a:lstStyle>
            <a:lvl1pPr marL="0" indent="0">
              <a:lnSpc>
                <a:spcPct val="100000"/>
              </a:lnSpc>
              <a:spcBef>
                <a:spcPts val="0"/>
              </a:spcBef>
              <a:buNone/>
              <a:tabLst/>
              <a:defRPr sz="1400" b="0">
                <a:solidFill>
                  <a:schemeClr val="tx2"/>
                </a:solidFill>
              </a:defRPr>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Insert date DD Month Year</a:t>
            </a:r>
            <a:endParaRPr lang="en-US"/>
          </a:p>
        </p:txBody>
      </p:sp>
      <p:sp>
        <p:nvSpPr>
          <p:cNvPr id="18" name="Text Placeholder 5">
            <a:extLst>
              <a:ext uri="{FF2B5EF4-FFF2-40B4-BE49-F238E27FC236}">
                <a16:creationId xmlns:a16="http://schemas.microsoft.com/office/drawing/2014/main" id="{6E7010F2-E87C-4A37-82E8-9658961C6357}"/>
              </a:ext>
            </a:extLst>
          </p:cNvPr>
          <p:cNvSpPr>
            <a:spLocks noGrp="1"/>
          </p:cNvSpPr>
          <p:nvPr>
            <p:ph type="body" sz="quarter" idx="20" hasCustomPrompt="1"/>
          </p:nvPr>
        </p:nvSpPr>
        <p:spPr>
          <a:xfrm>
            <a:off x="1080001" y="4021200"/>
            <a:ext cx="5320800" cy="396000"/>
          </a:xfrm>
        </p:spPr>
        <p:txBody>
          <a:bodyPr/>
          <a:lstStyle>
            <a:lvl1pPr marL="0" indent="0" algn="l">
              <a:lnSpc>
                <a:spcPct val="83000"/>
              </a:lnSpc>
              <a:spcBef>
                <a:spcPts val="0"/>
              </a:spcBef>
              <a:buNone/>
              <a:defRPr sz="1400">
                <a:solidFill>
                  <a:schemeClr val="bg1"/>
                </a:solidFill>
              </a:defRPr>
            </a:lvl1pPr>
            <a:lvl2pPr marL="0" indent="0">
              <a:buNone/>
              <a:defRPr sz="1200"/>
            </a:lvl2pPr>
            <a:lvl3pPr marL="0" indent="0">
              <a:buNone/>
              <a:defRPr sz="1200"/>
            </a:lvl3pPr>
            <a:lvl4pPr marL="0" indent="0">
              <a:buNone/>
              <a:defRPr sz="1200"/>
            </a:lvl4pPr>
            <a:lvl5pPr marL="0" indent="0">
              <a:buNone/>
              <a:defRPr sz="1200"/>
            </a:lvl5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Click to add name, title etc..</a:t>
            </a:r>
          </a:p>
          <a:p>
            <a:pPr lvl="0"/>
            <a:endParaRPr lang="en-GB"/>
          </a:p>
        </p:txBody>
      </p:sp>
      <p:sp>
        <p:nvSpPr>
          <p:cNvPr id="67" name="Logo Text Placeholder 66">
            <a:extLst>
              <a:ext uri="{FF2B5EF4-FFF2-40B4-BE49-F238E27FC236}">
                <a16:creationId xmlns:a16="http://schemas.microsoft.com/office/drawing/2014/main" id="{8F2A53FB-F4DD-4718-B83E-681A97D8089C}"/>
              </a:ext>
            </a:extLst>
          </p:cNvPr>
          <p:cNvSpPr>
            <a:spLocks noGrp="1"/>
          </p:cNvSpPr>
          <p:nvPr>
            <p:ph type="body" sz="quarter" idx="45" hasCustomPrompt="1"/>
          </p:nvPr>
        </p:nvSpPr>
        <p:spPr>
          <a:xfrm>
            <a:off x="1080000" y="540000"/>
            <a:ext cx="1702800" cy="727200"/>
          </a:xfrm>
          <a:blipFill>
            <a:blip>
              <a:extLst>
                <a:ext uri="{96DAC541-7B7A-43D3-8B79-37D633B846F1}">
                  <asvg:svgBlip xmlns:asvg="http://schemas.microsoft.com/office/drawing/2016/SVG/main" r:embed="rId3"/>
                </a:ext>
              </a:extLst>
            </a:blip>
            <a:stretch>
              <a:fillRect/>
            </a:stretch>
          </a:blipFill>
        </p:spPr>
        <p:txBody>
          <a:bodyPr/>
          <a:lstStyle>
            <a:lvl1pPr>
              <a:defRPr sz="100">
                <a:noFill/>
              </a:defRPr>
            </a:lvl1pPr>
            <a:lvl2pPr>
              <a:defRPr sz="100"/>
            </a:lvl2pPr>
            <a:lvl3pPr>
              <a:defRPr sz="100"/>
            </a:lvl3pPr>
            <a:lvl4pPr>
              <a:defRPr sz="100"/>
            </a:lvl4pPr>
            <a:lvl5pPr>
              <a:defRPr sz="100"/>
            </a:lvl5pPr>
          </a:lstStyle>
          <a:p>
            <a:pPr lvl="0"/>
            <a:r>
              <a:rPr lang="en-GB"/>
              <a:t>.</a:t>
            </a:r>
          </a:p>
        </p:txBody>
      </p:sp>
      <p:sp>
        <p:nvSpPr>
          <p:cNvPr id="69" name="Tagline Text Placeholder 68">
            <a:extLst>
              <a:ext uri="{FF2B5EF4-FFF2-40B4-BE49-F238E27FC236}">
                <a16:creationId xmlns:a16="http://schemas.microsoft.com/office/drawing/2014/main" id="{B2E61313-541F-4AA3-BFA3-10A9209FA814}"/>
              </a:ext>
            </a:extLst>
          </p:cNvPr>
          <p:cNvSpPr>
            <a:spLocks noGrp="1"/>
          </p:cNvSpPr>
          <p:nvPr>
            <p:ph type="body" sz="quarter" idx="46" hasCustomPrompt="1"/>
          </p:nvPr>
        </p:nvSpPr>
        <p:spPr>
          <a:xfrm>
            <a:off x="4716000" y="540000"/>
            <a:ext cx="1702800" cy="111600"/>
          </a:xfrm>
          <a:blipFill>
            <a:blip>
              <a:extLst>
                <a:ext uri="{96DAC541-7B7A-43D3-8B79-37D633B846F1}">
                  <asvg:svgBlip xmlns:asvg="http://schemas.microsoft.com/office/drawing/2016/SVG/main" r:embed="rId4"/>
                </a:ext>
              </a:extLst>
            </a:blip>
            <a:stretch>
              <a:fillRect/>
            </a:stretch>
          </a:blipFill>
        </p:spPr>
        <p:txBody>
          <a:bodyPr/>
          <a:lstStyle>
            <a:lvl1pPr>
              <a:defRPr sz="100">
                <a:noFill/>
              </a:defRPr>
            </a:lvl1pPr>
            <a:lvl2pPr>
              <a:defRPr sz="100"/>
            </a:lvl2pPr>
            <a:lvl3pPr>
              <a:defRPr sz="100"/>
            </a:lvl3pPr>
            <a:lvl4pPr>
              <a:defRPr sz="100"/>
            </a:lvl4pPr>
            <a:lvl5pPr>
              <a:defRPr sz="100"/>
            </a:lvl5pPr>
          </a:lstStyle>
          <a:p>
            <a:pPr lvl="0"/>
            <a:r>
              <a:rPr lang="en-GB"/>
              <a:t>.</a:t>
            </a:r>
          </a:p>
        </p:txBody>
      </p:sp>
      <p:sp>
        <p:nvSpPr>
          <p:cNvPr id="41" name="Date Placeholder 12" hidden="1">
            <a:extLst>
              <a:ext uri="{FF2B5EF4-FFF2-40B4-BE49-F238E27FC236}">
                <a16:creationId xmlns:a16="http://schemas.microsoft.com/office/drawing/2014/main" id="{F8C7B2A1-0C6D-4367-B22A-DB1D1248E7E8}"/>
              </a:ext>
            </a:extLst>
          </p:cNvPr>
          <p:cNvSpPr>
            <a:spLocks noGrp="1"/>
          </p:cNvSpPr>
          <p:nvPr>
            <p:ph type="dt" sz="half" idx="19"/>
          </p:nvPr>
        </p:nvSpPr>
        <p:spPr>
          <a:xfrm>
            <a:off x="0" y="6858000"/>
            <a:ext cx="0" cy="0"/>
          </a:xfrm>
        </p:spPr>
        <p:txBody>
          <a:bodyPr/>
          <a:lstStyle>
            <a:lvl1pPr>
              <a:defRPr>
                <a:solidFill>
                  <a:schemeClr val="bg1"/>
                </a:solidFill>
              </a:defRPr>
            </a:lvl1pPr>
          </a:lstStyle>
          <a:p>
            <a:endParaRPr lang="en-GB"/>
          </a:p>
        </p:txBody>
      </p:sp>
      <p:sp>
        <p:nvSpPr>
          <p:cNvPr id="42" name="Footer Placeholder 23" hidden="1">
            <a:extLst>
              <a:ext uri="{FF2B5EF4-FFF2-40B4-BE49-F238E27FC236}">
                <a16:creationId xmlns:a16="http://schemas.microsoft.com/office/drawing/2014/main" id="{70E9D16D-FE2F-4908-ABD5-BB45ECB4099A}"/>
              </a:ext>
            </a:extLst>
          </p:cNvPr>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43" name="Slide Number Placeholder 24" hidden="1">
            <a:extLst>
              <a:ext uri="{FF2B5EF4-FFF2-40B4-BE49-F238E27FC236}">
                <a16:creationId xmlns:a16="http://schemas.microsoft.com/office/drawing/2014/main" id="{393087B7-ABFA-4120-819F-40E9D4ED1169}"/>
              </a:ext>
            </a:extLst>
          </p:cNvPr>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Tree>
    <p:extLst>
      <p:ext uri="{BB962C8B-B14F-4D97-AF65-F5344CB8AC3E}">
        <p14:creationId xmlns:p14="http://schemas.microsoft.com/office/powerpoint/2010/main" val="3907349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service">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11EE7B84-21D7-4D19-B8C2-98FB782C5002}"/>
              </a:ext>
            </a:extLst>
          </p:cNvPr>
          <p:cNvSpPr/>
          <p:nvPr userDrawn="1"/>
        </p:nvSpPr>
        <p:spPr>
          <a:xfrm>
            <a:off x="10892788" y="3428991"/>
            <a:ext cx="1299210" cy="3434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sp>
        <p:nvSpPr>
          <p:cNvPr id="28" name="Rectangle 27">
            <a:extLst>
              <a:ext uri="{FF2B5EF4-FFF2-40B4-BE49-F238E27FC236}">
                <a16:creationId xmlns:a16="http://schemas.microsoft.com/office/drawing/2014/main" id="{5C9E16D1-DD8A-448B-8C91-3F9644937B8A}"/>
              </a:ext>
            </a:extLst>
          </p:cNvPr>
          <p:cNvSpPr/>
          <p:nvPr userDrawn="1"/>
        </p:nvSpPr>
        <p:spPr>
          <a:xfrm>
            <a:off x="10892788" y="0"/>
            <a:ext cx="1299210" cy="34289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pic>
        <p:nvPicPr>
          <p:cNvPr id="27" name="Graphic 26">
            <a:extLst>
              <a:ext uri="{FF2B5EF4-FFF2-40B4-BE49-F238E27FC236}">
                <a16:creationId xmlns:a16="http://schemas.microsoft.com/office/drawing/2014/main" id="{45691DC5-BC42-4673-ABEB-824D2A1A48AB}"/>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72347" t="1675" r="7579" b="42703"/>
          <a:stretch/>
        </p:blipFill>
        <p:spPr>
          <a:xfrm>
            <a:off x="10892789" y="0"/>
            <a:ext cx="1299210" cy="3428993"/>
          </a:xfrm>
          <a:prstGeom prst="rect">
            <a:avLst/>
          </a:prstGeom>
        </p:spPr>
      </p:pic>
      <p:sp>
        <p:nvSpPr>
          <p:cNvPr id="32" name="Picture Placeholder 31">
            <a:extLst>
              <a:ext uri="{FF2B5EF4-FFF2-40B4-BE49-F238E27FC236}">
                <a16:creationId xmlns:a16="http://schemas.microsoft.com/office/drawing/2014/main" id="{353A26F8-896D-4566-BE5C-C8CD2E8BB8E2}"/>
              </a:ext>
            </a:extLst>
          </p:cNvPr>
          <p:cNvSpPr>
            <a:spLocks noGrp="1"/>
          </p:cNvSpPr>
          <p:nvPr>
            <p:ph type="pic" sz="quarter" idx="19" hasCustomPrompt="1"/>
          </p:nvPr>
        </p:nvSpPr>
        <p:spPr>
          <a:xfrm>
            <a:off x="0" y="3428993"/>
            <a:ext cx="10892788" cy="3429007"/>
          </a:xfrm>
          <a:prstGeom prst="rect">
            <a:avLst/>
          </a:prstGeom>
          <a:blipFill>
            <a:blip r:embed="rId3"/>
            <a:stretch>
              <a:fillRect/>
            </a:stretch>
          </a:blipFill>
        </p:spPr>
        <p:txBody>
          <a:bodyPr wrap="square" lIns="3348000" rIns="3060000">
            <a:noAutofit/>
          </a:bodyPr>
          <a:lstStyle>
            <a:lvl1pPr marL="0" indent="0" algn="l">
              <a:buFontTx/>
              <a:buNone/>
              <a:defRPr sz="1600" b="0">
                <a:solidFill>
                  <a:schemeClr val="accent4"/>
                </a:solidFill>
              </a:defRPr>
            </a:lvl1pPr>
          </a:lstStyle>
          <a:p>
            <a:r>
              <a:rPr lang="en-GB"/>
              <a:t>Click on picture frame to insert background picture, click on DNV-menu / Image Tools-button / Choose Insert or Paste</a:t>
            </a:r>
          </a:p>
        </p:txBody>
      </p:sp>
      <p:sp>
        <p:nvSpPr>
          <p:cNvPr id="2" name="Title 1"/>
          <p:cNvSpPr>
            <a:spLocks noGrp="1"/>
          </p:cNvSpPr>
          <p:nvPr>
            <p:ph type="ctrTitle" hasCustomPrompt="1"/>
          </p:nvPr>
        </p:nvSpPr>
        <p:spPr>
          <a:xfrm>
            <a:off x="539750" y="1591200"/>
            <a:ext cx="6586538" cy="977407"/>
          </a:xfrm>
        </p:spPr>
        <p:txBody>
          <a:bodyPr anchor="t" anchorCtr="0">
            <a:noAutofit/>
          </a:bodyPr>
          <a:lstStyle>
            <a:lvl1pPr>
              <a:lnSpc>
                <a:spcPct val="83000"/>
              </a:lnSpc>
              <a:defRPr sz="3600">
                <a:solidFill>
                  <a:schemeClr val="accent1"/>
                </a:solidFill>
              </a:defRPr>
            </a:lvl1pPr>
          </a:lstStyle>
          <a:p>
            <a:r>
              <a:rPr lang="en-GB"/>
              <a:t>Click to add title</a:t>
            </a:r>
          </a:p>
        </p:txBody>
      </p:sp>
      <p:sp>
        <p:nvSpPr>
          <p:cNvPr id="31" name="Subtitle 2"/>
          <p:cNvSpPr>
            <a:spLocks noGrp="1"/>
          </p:cNvSpPr>
          <p:nvPr>
            <p:ph type="subTitle" idx="1" hasCustomPrompt="1"/>
          </p:nvPr>
        </p:nvSpPr>
        <p:spPr>
          <a:xfrm>
            <a:off x="539750" y="2620800"/>
            <a:ext cx="6586538" cy="316800"/>
          </a:xfrm>
        </p:spPr>
        <p:txBody>
          <a:bodyPr>
            <a:noAutofit/>
          </a:bodyPr>
          <a:lstStyle>
            <a:lvl1pPr marL="0" indent="0" algn="l" defTabSz="914400" rtl="0" eaLnBrk="1" latinLnBrk="0" hangingPunct="1">
              <a:lnSpc>
                <a:spcPct val="83000"/>
              </a:lnSpc>
              <a:spcBef>
                <a:spcPts val="0"/>
              </a:spcBef>
              <a:buNone/>
              <a:defRPr lang="en-US" sz="2000" b="0" kern="1200" dirty="0">
                <a:solidFill>
                  <a:schemeClr val="accent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add subtitle</a:t>
            </a:r>
          </a:p>
        </p:txBody>
      </p:sp>
      <p:sp>
        <p:nvSpPr>
          <p:cNvPr id="4" name="Text Placeholder 3">
            <a:extLst>
              <a:ext uri="{FF2B5EF4-FFF2-40B4-BE49-F238E27FC236}">
                <a16:creationId xmlns:a16="http://schemas.microsoft.com/office/drawing/2014/main" id="{2B2D590D-63DF-49A5-B495-2B2E9EA7D2AA}"/>
              </a:ext>
            </a:extLst>
          </p:cNvPr>
          <p:cNvSpPr>
            <a:spLocks noGrp="1"/>
          </p:cNvSpPr>
          <p:nvPr>
            <p:ph type="body" sz="quarter" idx="18" hasCustomPrompt="1"/>
          </p:nvPr>
        </p:nvSpPr>
        <p:spPr>
          <a:xfrm>
            <a:off x="539750" y="2980800"/>
            <a:ext cx="6586538" cy="396000"/>
          </a:xfrm>
        </p:spPr>
        <p:txBody>
          <a:bodyPr anchor="t" anchorCtr="0">
            <a:normAutofit/>
          </a:bodyPr>
          <a:lstStyle>
            <a:lvl1pPr marL="0" indent="0">
              <a:lnSpc>
                <a:spcPct val="83000"/>
              </a:lnSpc>
              <a:spcBef>
                <a:spcPts val="0"/>
              </a:spcBef>
              <a:buNone/>
              <a:tabLst/>
              <a:defRPr sz="1400" b="0">
                <a:solidFill>
                  <a:schemeClr val="accent1"/>
                </a:solidFill>
              </a:defRPr>
            </a:lvl1pPr>
            <a:lvl2pPr marL="0" indent="0">
              <a:lnSpc>
                <a:spcPct val="83000"/>
              </a:lnSpc>
              <a:spcBef>
                <a:spcPts val="0"/>
              </a:spcBef>
              <a:buNone/>
              <a:tabLst/>
              <a:defRPr sz="1400" b="0"/>
            </a:lvl2pPr>
            <a:lvl3pPr marL="0" indent="0">
              <a:lnSpc>
                <a:spcPct val="83000"/>
              </a:lnSpc>
              <a:spcBef>
                <a:spcPts val="0"/>
              </a:spcBef>
              <a:buNone/>
              <a:tabLst/>
              <a:defRPr sz="1400" b="0"/>
            </a:lvl3pPr>
            <a:lvl4pPr marL="0" indent="0">
              <a:lnSpc>
                <a:spcPct val="83000"/>
              </a:lnSpc>
              <a:spcBef>
                <a:spcPts val="0"/>
              </a:spcBef>
              <a:buNone/>
              <a:tabLst/>
              <a:defRPr sz="1400" b="0"/>
            </a:lvl4pPr>
            <a:lvl5pPr marL="0" indent="0">
              <a:lnSpc>
                <a:spcPct val="83000"/>
              </a:lnSpc>
              <a:spcBef>
                <a:spcPts val="0"/>
              </a:spcBef>
              <a:buNone/>
              <a:tabLst/>
              <a:defRPr sz="1400" b="0"/>
            </a:lvl5pPr>
          </a:lstStyle>
          <a:p>
            <a:pPr lvl="0"/>
            <a:r>
              <a:rPr lang="en-GB"/>
              <a:t>Click to add name, title etc..</a:t>
            </a:r>
          </a:p>
        </p:txBody>
      </p:sp>
      <p:sp>
        <p:nvSpPr>
          <p:cNvPr id="13" name="Date Placeholder 12" hidden="1"/>
          <p:cNvSpPr>
            <a:spLocks noGrp="1"/>
          </p:cNvSpPr>
          <p:nvPr>
            <p:ph type="dt" sz="half" idx="15"/>
          </p:nvPr>
        </p:nvSpPr>
        <p:spPr>
          <a:xfrm>
            <a:off x="0" y="6858000"/>
            <a:ext cx="0" cy="0"/>
          </a:xfrm>
        </p:spPr>
        <p:txBody>
          <a:bodyPr/>
          <a:lstStyle>
            <a:lvl1pPr>
              <a:defRPr>
                <a:solidFill>
                  <a:schemeClr val="bg1"/>
                </a:solidFill>
              </a:defRPr>
            </a:lvl1pPr>
          </a:lstStyle>
          <a:p>
            <a:endParaRPr lang="en-GB"/>
          </a:p>
        </p:txBody>
      </p:sp>
      <p:sp>
        <p:nvSpPr>
          <p:cNvPr id="24" name="Footer Placeholder 23" hidden="1"/>
          <p:cNvSpPr>
            <a:spLocks noGrp="1"/>
          </p:cNvSpPr>
          <p:nvPr>
            <p:ph type="ftr" sz="quarter" idx="16"/>
          </p:nvPr>
        </p:nvSpPr>
        <p:spPr>
          <a:xfrm>
            <a:off x="0" y="6858000"/>
            <a:ext cx="0" cy="0"/>
          </a:xfrm>
        </p:spPr>
        <p:txBody>
          <a:bodyPr/>
          <a:lstStyle>
            <a:lvl1pPr>
              <a:defRPr sz="100">
                <a:noFill/>
              </a:defRPr>
            </a:lvl1pPr>
          </a:lstStyle>
          <a:p>
            <a:endParaRPr lang="en-GB">
              <a:noFill/>
            </a:endParaRPr>
          </a:p>
        </p:txBody>
      </p:sp>
      <p:sp>
        <p:nvSpPr>
          <p:cNvPr id="25" name="Slide Number Placeholder 24" hidden="1"/>
          <p:cNvSpPr>
            <a:spLocks noGrp="1"/>
          </p:cNvSpPr>
          <p:nvPr>
            <p:ph type="sldNum" sz="quarter" idx="17"/>
          </p:nvPr>
        </p:nvSpPr>
        <p:spPr>
          <a:xfrm>
            <a:off x="0" y="6858000"/>
            <a:ext cx="0" cy="0"/>
          </a:xfrm>
        </p:spPr>
        <p:txBody>
          <a:bodyPr/>
          <a:lstStyle>
            <a:lvl1pPr>
              <a:defRPr sz="100">
                <a:noFill/>
              </a:defRPr>
            </a:lvl1pPr>
          </a:lstStyle>
          <a:p>
            <a:fld id="{5BA07366-CB75-4AA8-9E5B-928B849F427C}" type="slidenum">
              <a:rPr lang="en-GB" smtClean="0"/>
              <a:pPr/>
              <a:t>‹#›</a:t>
            </a:fld>
            <a:endParaRPr lang="en-GB" sz="100"/>
          </a:p>
        </p:txBody>
      </p:sp>
      <p:sp>
        <p:nvSpPr>
          <p:cNvPr id="29" name="_SD_FLD_DocumentNumber"/>
          <p:cNvSpPr txBox="1">
            <a:spLocks noChangeArrowheads="1"/>
          </p:cNvSpPr>
          <p:nvPr userDrawn="1"/>
        </p:nvSpPr>
        <p:spPr bwMode="auto">
          <a:xfrm>
            <a:off x="540001" y="6440400"/>
            <a:ext cx="170155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l">
              <a:spcBef>
                <a:spcPts val="0"/>
              </a:spcBef>
            </a:pPr>
            <a:endParaRPr lang="en-GB" altLang="ja-JP" sz="700">
              <a:solidFill>
                <a:schemeClr val="accent1"/>
              </a:solidFill>
              <a:ea typeface="ＭＳ Ｐゴシック" charset="-128"/>
              <a:cs typeface="Arial" charset="0"/>
            </a:endParaRPr>
          </a:p>
        </p:txBody>
      </p:sp>
      <p:sp>
        <p:nvSpPr>
          <p:cNvPr id="46" name="SD_FLD_Confidentiality">
            <a:extLst>
              <a:ext uri="{FF2B5EF4-FFF2-40B4-BE49-F238E27FC236}">
                <a16:creationId xmlns:a16="http://schemas.microsoft.com/office/drawing/2014/main" id="{4E7786D1-21E1-42FD-A034-CC844823A79D}"/>
              </a:ext>
            </a:extLst>
          </p:cNvPr>
          <p:cNvSpPr/>
          <p:nvPr userDrawn="1"/>
        </p:nvSpPr>
        <p:spPr>
          <a:xfrm>
            <a:off x="7126289" y="3095995"/>
            <a:ext cx="3223962" cy="22366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marL="0" algn="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
        <p:nvSpPr>
          <p:cNvPr id="37" name="SD_FLD_DocumentDate">
            <a:extLst>
              <a:ext uri="{FF2B5EF4-FFF2-40B4-BE49-F238E27FC236}">
                <a16:creationId xmlns:a16="http://schemas.microsoft.com/office/drawing/2014/main" id="{8708ADB9-3B0F-453F-A039-DB1191DA8B60}"/>
              </a:ext>
            </a:extLst>
          </p:cNvPr>
          <p:cNvSpPr txBox="1">
            <a:spLocks noChangeArrowheads="1"/>
          </p:cNvSpPr>
          <p:nvPr userDrawn="1"/>
        </p:nvSpPr>
        <p:spPr bwMode="auto">
          <a:xfrm>
            <a:off x="7126289" y="2983229"/>
            <a:ext cx="3223962" cy="189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r">
              <a:lnSpc>
                <a:spcPct val="83000"/>
              </a:lnSpc>
              <a:spcBef>
                <a:spcPts val="0"/>
              </a:spcBef>
            </a:pPr>
            <a:r>
              <a:rPr lang="en-GB" altLang="ja-JP" sz="1400" cap="none" baseline="0">
                <a:solidFill>
                  <a:schemeClr val="accent1"/>
                </a:solidFill>
                <a:ea typeface="ＭＳ Ｐゴシック" charset="-128"/>
                <a:cs typeface="Arial" charset="0"/>
              </a:rPr>
              <a:t>22 January 2026</a:t>
            </a:r>
          </a:p>
        </p:txBody>
      </p:sp>
      <p:sp>
        <p:nvSpPr>
          <p:cNvPr id="39" name="SD_FLD_Draft" hidden="1">
            <a:extLst>
              <a:ext uri="{FF2B5EF4-FFF2-40B4-BE49-F238E27FC236}">
                <a16:creationId xmlns:a16="http://schemas.microsoft.com/office/drawing/2014/main" id="{2F1643DB-FB69-4D52-AC31-87438698FFD6}"/>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grpSp>
        <p:nvGrpSpPr>
          <p:cNvPr id="38" name="Logo">
            <a:extLst>
              <a:ext uri="{FF2B5EF4-FFF2-40B4-BE49-F238E27FC236}">
                <a16:creationId xmlns:a16="http://schemas.microsoft.com/office/drawing/2014/main" id="{196DDB45-CDCA-476F-809B-C62C84255763}"/>
              </a:ext>
            </a:extLst>
          </p:cNvPr>
          <p:cNvGrpSpPr>
            <a:grpSpLocks noChangeAspect="1"/>
          </p:cNvGrpSpPr>
          <p:nvPr userDrawn="1"/>
        </p:nvGrpSpPr>
        <p:grpSpPr>
          <a:xfrm>
            <a:off x="540000" y="540001"/>
            <a:ext cx="1702800" cy="727237"/>
            <a:chOff x="6380216" y="4059273"/>
            <a:chExt cx="2905863" cy="1241045"/>
          </a:xfrm>
        </p:grpSpPr>
        <p:sp>
          <p:nvSpPr>
            <p:cNvPr id="40" name="Freeform: Shape 39">
              <a:extLst>
                <a:ext uri="{FF2B5EF4-FFF2-40B4-BE49-F238E27FC236}">
                  <a16:creationId xmlns:a16="http://schemas.microsoft.com/office/drawing/2014/main" id="{99AE0E04-A811-402C-9CE3-BBE238EC2F38}"/>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41" name="Freeform: Shape 40">
              <a:extLst>
                <a:ext uri="{FF2B5EF4-FFF2-40B4-BE49-F238E27FC236}">
                  <a16:creationId xmlns:a16="http://schemas.microsoft.com/office/drawing/2014/main" id="{9380A0FC-DDF7-4C0C-ACFB-2F429FB7948A}"/>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279E4B05-CB75-4B58-9E28-2FAA335E1493}"/>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BED928C2-5DAA-462E-90D6-80E99E2F3A77}"/>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5E08F6C9-1226-467B-81CC-D21D6869BD16}"/>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9EBFF170-9966-4D97-BD59-699C843D4DB9}"/>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pic>
        <p:nvPicPr>
          <p:cNvPr id="47" name="TAGLINE 60Black">
            <a:extLst>
              <a:ext uri="{FF2B5EF4-FFF2-40B4-BE49-F238E27FC236}">
                <a16:creationId xmlns:a16="http://schemas.microsoft.com/office/drawing/2014/main" id="{1DDB6F67-2C8F-419C-A09A-62A18305D40F}"/>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646865" y="539750"/>
            <a:ext cx="1703386" cy="110689"/>
          </a:xfrm>
          <a:prstGeom prst="rect">
            <a:avLst/>
          </a:prstGeom>
        </p:spPr>
      </p:pic>
    </p:spTree>
    <p:extLst>
      <p:ext uri="{BB962C8B-B14F-4D97-AF65-F5344CB8AC3E}">
        <p14:creationId xmlns:p14="http://schemas.microsoft.com/office/powerpoint/2010/main" val="1459626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Agenda slide">
    <p:bg>
      <p:bgPr>
        <a:solidFill>
          <a:schemeClr val="accent1"/>
        </a:solidFill>
        <a:effectLst/>
      </p:bgPr>
    </p:bg>
    <p:spTree>
      <p:nvGrpSpPr>
        <p:cNvPr id="1" name=""/>
        <p:cNvGrpSpPr/>
        <p:nvPr/>
      </p:nvGrpSpPr>
      <p:grpSpPr>
        <a:xfrm>
          <a:off x="0" y="0"/>
          <a:ext cx="0" cy="0"/>
          <a:chOff x="0" y="0"/>
          <a:chExt cx="0" cy="0"/>
        </a:xfrm>
      </p:grpSpPr>
      <p:grpSp>
        <p:nvGrpSpPr>
          <p:cNvPr id="10" name="Logo">
            <a:extLst>
              <a:ext uri="{FF2B5EF4-FFF2-40B4-BE49-F238E27FC236}">
                <a16:creationId xmlns:a16="http://schemas.microsoft.com/office/drawing/2014/main" id="{695A7F22-D090-4AF8-A177-30D9606CFDBE}"/>
              </a:ext>
            </a:extLst>
          </p:cNvPr>
          <p:cNvGrpSpPr/>
          <p:nvPr userDrawn="1"/>
        </p:nvGrpSpPr>
        <p:grpSpPr>
          <a:xfrm>
            <a:off x="10893210" y="6350918"/>
            <a:ext cx="755843" cy="322808"/>
            <a:chOff x="6380216" y="4059273"/>
            <a:chExt cx="2905863" cy="1241045"/>
          </a:xfrm>
          <a:solidFill>
            <a:schemeClr val="bg1"/>
          </a:solidFill>
        </p:grpSpPr>
        <p:sp>
          <p:nvSpPr>
            <p:cNvPr id="11" name="Freeform: Shape 10">
              <a:extLst>
                <a:ext uri="{FF2B5EF4-FFF2-40B4-BE49-F238E27FC236}">
                  <a16:creationId xmlns:a16="http://schemas.microsoft.com/office/drawing/2014/main" id="{DC3685D1-9F07-4341-8451-6ACA3C76F377}"/>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grpFill/>
            <a:ln w="4731"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05DB9FB-B858-4B06-A61C-9DAA21B1D160}"/>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grpFill/>
            <a:ln w="4731"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86694A08-8823-4FD6-88C7-8415CF19C262}"/>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grpFill/>
            <a:ln w="4731"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0EAD51D-BC75-421A-AA39-A25C2993AF87}"/>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grpFill/>
            <a:ln w="473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6D0EDFBF-F6DC-4EE5-B961-FB8227BC86A9}"/>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grpFill/>
            <a:ln w="473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7D9D8410-AE1F-42D5-9F0C-1407AD71DD5C}"/>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grpFill/>
            <a:ln w="4731" cap="flat">
              <a:noFill/>
              <a:prstDash val="solid"/>
              <a:miter/>
            </a:ln>
          </p:spPr>
          <p:txBody>
            <a:bodyPr rtlCol="0" anchor="ctr"/>
            <a:lstStyle/>
            <a:p>
              <a:endParaRPr lang="en-GB"/>
            </a:p>
          </p:txBody>
        </p:sp>
      </p:grpSp>
      <p:sp>
        <p:nvSpPr>
          <p:cNvPr id="2" name="Title 1"/>
          <p:cNvSpPr>
            <a:spLocks noGrp="1"/>
          </p:cNvSpPr>
          <p:nvPr>
            <p:ph type="title" hasCustomPrompt="1"/>
          </p:nvPr>
        </p:nvSpPr>
        <p:spPr/>
        <p:txBody>
          <a:bodyPr/>
          <a:lstStyle>
            <a:lvl1pPr>
              <a:defRPr>
                <a:solidFill>
                  <a:schemeClr val="bg1"/>
                </a:solidFill>
              </a:defRPr>
            </a:lvl1pPr>
          </a:lstStyle>
          <a:p>
            <a:r>
              <a:rPr lang="en-GB"/>
              <a:t>Click to insert agenda title</a:t>
            </a:r>
          </a:p>
        </p:txBody>
      </p:sp>
      <p:sp>
        <p:nvSpPr>
          <p:cNvPr id="7" name="Text Placeholder 6"/>
          <p:cNvSpPr>
            <a:spLocks noGrp="1"/>
          </p:cNvSpPr>
          <p:nvPr>
            <p:ph type="body" sz="quarter" idx="13" hasCustomPrompt="1"/>
          </p:nvPr>
        </p:nvSpPr>
        <p:spPr>
          <a:xfrm>
            <a:off x="539750" y="1730375"/>
            <a:ext cx="11110913" cy="4316413"/>
          </a:xfrm>
          <a:prstGeom prst="rect">
            <a:avLst/>
          </a:prstGeom>
        </p:spPr>
        <p:txBody>
          <a:bodyPr/>
          <a:lstStyle>
            <a:lvl1pPr marL="0" indent="0">
              <a:lnSpc>
                <a:spcPct val="107000"/>
              </a:lnSpc>
              <a:spcBef>
                <a:spcPts val="600"/>
              </a:spcBef>
              <a:buClr>
                <a:srgbClr val="333333"/>
              </a:buClr>
              <a:buFont typeface="Arial" panose="020B0604020202020204" pitchFamily="34" charset="0"/>
              <a:buChar char="​"/>
              <a:defRPr sz="2800" b="0">
                <a:solidFill>
                  <a:schemeClr val="bg1"/>
                </a:solidFill>
              </a:defRPr>
            </a:lvl1pPr>
            <a:lvl2pPr marL="180000" indent="-180000">
              <a:spcBef>
                <a:spcPts val="0"/>
              </a:spcBef>
              <a:buFont typeface="Arial" panose="020B0604020202020204" pitchFamily="34" charset="0"/>
              <a:buChar char="•"/>
              <a:defRPr sz="2000">
                <a:solidFill>
                  <a:schemeClr val="bg1"/>
                </a:solidFill>
              </a:defRPr>
            </a:lvl2pPr>
            <a:lvl3pPr marL="360000">
              <a:spcBef>
                <a:spcPts val="600"/>
              </a:spcBef>
              <a:defRPr>
                <a:solidFill>
                  <a:schemeClr val="bg1"/>
                </a:solidFill>
              </a:defRPr>
            </a:lvl3pPr>
          </a:lstStyle>
          <a:p>
            <a:pPr lvl="0"/>
            <a:r>
              <a:rPr lang="en-GB"/>
              <a:t>Click to add agenda topic, use DNV colour to highlight topic</a:t>
            </a:r>
          </a:p>
          <a:p>
            <a:pPr lvl="1"/>
            <a:r>
              <a:rPr lang="en-GB"/>
              <a:t>Second level</a:t>
            </a:r>
          </a:p>
          <a:p>
            <a:pPr lvl="2"/>
            <a:r>
              <a:rPr lang="en-GB"/>
              <a:t>Third level</a:t>
            </a:r>
          </a:p>
        </p:txBody>
      </p:sp>
      <p:sp>
        <p:nvSpPr>
          <p:cNvPr id="6" name="Date Placeholder 5">
            <a:extLst>
              <a:ext uri="{FF2B5EF4-FFF2-40B4-BE49-F238E27FC236}">
                <a16:creationId xmlns:a16="http://schemas.microsoft.com/office/drawing/2014/main" id="{9CC51AD2-C7F6-4AF5-83C7-C3346E7B2B96}"/>
              </a:ext>
            </a:extLst>
          </p:cNvPr>
          <p:cNvSpPr>
            <a:spLocks noGrp="1"/>
          </p:cNvSpPr>
          <p:nvPr>
            <p:ph type="dt" sz="half" idx="14"/>
          </p:nvPr>
        </p:nvSpPr>
        <p:spPr/>
        <p:txBody>
          <a:bodyPr/>
          <a:lstStyle/>
          <a:p>
            <a:endParaRPr lang="en-GB"/>
          </a:p>
        </p:txBody>
      </p:sp>
      <p:sp>
        <p:nvSpPr>
          <p:cNvPr id="8" name="Footer Placeholder 7">
            <a:extLst>
              <a:ext uri="{FF2B5EF4-FFF2-40B4-BE49-F238E27FC236}">
                <a16:creationId xmlns:a16="http://schemas.microsoft.com/office/drawing/2014/main" id="{A26645AE-FC10-4F79-953E-599B36B67B3F}"/>
              </a:ext>
            </a:extLst>
          </p:cNvPr>
          <p:cNvSpPr>
            <a:spLocks noGrp="1"/>
          </p:cNvSpPr>
          <p:nvPr>
            <p:ph type="ftr" sz="quarter" idx="15"/>
          </p:nvPr>
        </p:nvSpPr>
        <p:spPr/>
        <p:txBody>
          <a:bodyPr/>
          <a:lstStyle>
            <a:lvl1pPr>
              <a:defRPr>
                <a:solidFill>
                  <a:schemeClr val="bg1"/>
                </a:solidFill>
              </a:defRPr>
            </a:lvl1pPr>
          </a:lstStyle>
          <a:p>
            <a:endParaRPr lang="en-GB">
              <a:solidFill>
                <a:schemeClr val="bg1"/>
              </a:solidFill>
            </a:endParaRPr>
          </a:p>
        </p:txBody>
      </p:sp>
      <p:sp>
        <p:nvSpPr>
          <p:cNvPr id="9" name="Slide Number Placeholder 8">
            <a:extLst>
              <a:ext uri="{FF2B5EF4-FFF2-40B4-BE49-F238E27FC236}">
                <a16:creationId xmlns:a16="http://schemas.microsoft.com/office/drawing/2014/main" id="{17170CD4-9BE0-473A-A859-807C538E799F}"/>
              </a:ext>
            </a:extLst>
          </p:cNvPr>
          <p:cNvSpPr>
            <a:spLocks noGrp="1"/>
          </p:cNvSpPr>
          <p:nvPr>
            <p:ph type="sldNum" sz="quarter" idx="16"/>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17" name="_SD_FLD_Copyright">
            <a:extLst>
              <a:ext uri="{FF2B5EF4-FFF2-40B4-BE49-F238E27FC236}">
                <a16:creationId xmlns:a16="http://schemas.microsoft.com/office/drawing/2014/main" id="{91DD9A75-AAB0-4D34-9DD6-745202F2B6EC}"/>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8" name="SD_FLD_DocumentDate">
            <a:extLst>
              <a:ext uri="{FF2B5EF4-FFF2-40B4-BE49-F238E27FC236}">
                <a16:creationId xmlns:a16="http://schemas.microsoft.com/office/drawing/2014/main" id="{1BACBB39-DAB4-4191-818A-2C30244CF39A}"/>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22" name="SD_FLD_Draft" hidden="1">
            <a:extLst>
              <a:ext uri="{FF2B5EF4-FFF2-40B4-BE49-F238E27FC236}">
                <a16:creationId xmlns:a16="http://schemas.microsoft.com/office/drawing/2014/main" id="{92C90B5D-5FAE-415E-B4B3-FF93FD8C92BE}"/>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0" name="SD_FLD_Confidentiality">
            <a:extLst>
              <a:ext uri="{FF2B5EF4-FFF2-40B4-BE49-F238E27FC236}">
                <a16:creationId xmlns:a16="http://schemas.microsoft.com/office/drawing/2014/main" id="{3DEC7C90-257A-486B-BBAD-EACD348C6498}"/>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677404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hapter slide">
    <p:spTree>
      <p:nvGrpSpPr>
        <p:cNvPr id="1" name=""/>
        <p:cNvGrpSpPr/>
        <p:nvPr/>
      </p:nvGrpSpPr>
      <p:grpSpPr>
        <a:xfrm>
          <a:off x="0" y="0"/>
          <a:ext cx="0" cy="0"/>
          <a:chOff x="0" y="0"/>
          <a:chExt cx="0" cy="0"/>
        </a:xfrm>
      </p:grpSpPr>
      <p:sp>
        <p:nvSpPr>
          <p:cNvPr id="7" name="Rectangle 6"/>
          <p:cNvSpPr/>
          <p:nvPr userDrawn="1"/>
        </p:nvSpPr>
        <p:spPr bwMode="white">
          <a:xfrm>
            <a:off x="1" y="-1"/>
            <a:ext cx="12191999" cy="6861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a:xfrm>
            <a:off x="540000" y="1536806"/>
            <a:ext cx="10170863" cy="3784387"/>
          </a:xfrm>
        </p:spPr>
        <p:txBody>
          <a:bodyPr anchor="ctr" anchorCtr="0">
            <a:noAutofit/>
          </a:bodyPr>
          <a:lstStyle>
            <a:lvl1pPr algn="l">
              <a:defRPr sz="6000" b="0" cap="none" baseline="0">
                <a:solidFill>
                  <a:schemeClr val="accent5"/>
                </a:solidFill>
              </a:defRPr>
            </a:lvl1pPr>
          </a:lstStyle>
          <a:p>
            <a:r>
              <a:rPr lang="en-GB"/>
              <a:t>Click to add title</a:t>
            </a:r>
          </a:p>
        </p:txBody>
      </p:sp>
      <p:grpSp>
        <p:nvGrpSpPr>
          <p:cNvPr id="14" name="Logo">
            <a:extLst>
              <a:ext uri="{FF2B5EF4-FFF2-40B4-BE49-F238E27FC236}">
                <a16:creationId xmlns:a16="http://schemas.microsoft.com/office/drawing/2014/main" id="{FFD8B2ED-D29A-4DD2-802B-39A737104C76}"/>
              </a:ext>
            </a:extLst>
          </p:cNvPr>
          <p:cNvGrpSpPr/>
          <p:nvPr userDrawn="1"/>
        </p:nvGrpSpPr>
        <p:grpSpPr bwMode="black">
          <a:xfrm>
            <a:off x="10893210" y="6350918"/>
            <a:ext cx="755843" cy="322808"/>
            <a:chOff x="6380216" y="4059273"/>
            <a:chExt cx="2905863" cy="1241045"/>
          </a:xfrm>
          <a:solidFill>
            <a:schemeClr val="bg1"/>
          </a:solidFill>
        </p:grpSpPr>
        <p:sp>
          <p:nvSpPr>
            <p:cNvPr id="15" name="Freeform: Shape 14">
              <a:extLst>
                <a:ext uri="{FF2B5EF4-FFF2-40B4-BE49-F238E27FC236}">
                  <a16:creationId xmlns:a16="http://schemas.microsoft.com/office/drawing/2014/main" id="{CDE34447-D162-4F7B-935A-955BE9F11910}"/>
                </a:ext>
              </a:extLst>
            </p:cNvPr>
            <p:cNvSpPr/>
            <p:nvPr/>
          </p:nvSpPr>
          <p:spPr bwMode="black">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grpFill/>
            <a:ln w="473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FCC62DE1-D960-4214-AF24-6FCCF8E1E2CB}"/>
                </a:ext>
              </a:extLst>
            </p:cNvPr>
            <p:cNvSpPr/>
            <p:nvPr/>
          </p:nvSpPr>
          <p:spPr bwMode="black">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grpFill/>
            <a:ln w="4731"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FDA82B21-5583-4BEB-BD57-5F9CEB1A8934}"/>
                </a:ext>
              </a:extLst>
            </p:cNvPr>
            <p:cNvSpPr/>
            <p:nvPr/>
          </p:nvSpPr>
          <p:spPr bwMode="black">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grpFill/>
            <a:ln w="4731"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9CE20039-795E-4D11-8AE0-90EC7F537A0F}"/>
                </a:ext>
              </a:extLst>
            </p:cNvPr>
            <p:cNvSpPr/>
            <p:nvPr/>
          </p:nvSpPr>
          <p:spPr bwMode="black">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grpFill/>
            <a:ln w="4731"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698DD760-2FAF-4320-9DEA-72623C379E8E}"/>
                </a:ext>
              </a:extLst>
            </p:cNvPr>
            <p:cNvSpPr/>
            <p:nvPr/>
          </p:nvSpPr>
          <p:spPr bwMode="black">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grpFill/>
            <a:ln w="473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041B905B-6234-4D84-87BB-D0AC1BB118FB}"/>
                </a:ext>
              </a:extLst>
            </p:cNvPr>
            <p:cNvSpPr/>
            <p:nvPr/>
          </p:nvSpPr>
          <p:spPr bwMode="black">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grpFill/>
            <a:ln w="4731" cap="flat">
              <a:noFill/>
              <a:prstDash val="solid"/>
              <a:miter/>
            </a:ln>
          </p:spPr>
          <p:txBody>
            <a:bodyPr rtlCol="0" anchor="ctr"/>
            <a:lstStyle/>
            <a:p>
              <a:endParaRPr lang="en-GB"/>
            </a:p>
          </p:txBody>
        </p:sp>
      </p:grpSp>
      <p:sp>
        <p:nvSpPr>
          <p:cNvPr id="4" name="Date Placeholder 3"/>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GB">
              <a:solidFill>
                <a:schemeClr val="bg1"/>
              </a:solidFill>
            </a:endParaRPr>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8" name="_SD_FLD_Copyright">
            <a:extLst>
              <a:ext uri="{FF2B5EF4-FFF2-40B4-BE49-F238E27FC236}">
                <a16:creationId xmlns:a16="http://schemas.microsoft.com/office/drawing/2014/main" id="{88BB9A6B-143D-4AB2-9315-1A85C0FD59C1}"/>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0" name="SD_FLD_DocumentDate">
            <a:extLst>
              <a:ext uri="{FF2B5EF4-FFF2-40B4-BE49-F238E27FC236}">
                <a16:creationId xmlns:a16="http://schemas.microsoft.com/office/drawing/2014/main" id="{AD49DE91-72EC-4016-8964-B40560EF5373}"/>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22" name="SD_FLD_Draft" hidden="1">
            <a:extLst>
              <a:ext uri="{FF2B5EF4-FFF2-40B4-BE49-F238E27FC236}">
                <a16:creationId xmlns:a16="http://schemas.microsoft.com/office/drawing/2014/main" id="{630717C7-BDDC-469E-A681-3386855F6226}"/>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1" name="SD_FLD_Confidentiality">
            <a:extLst>
              <a:ext uri="{FF2B5EF4-FFF2-40B4-BE49-F238E27FC236}">
                <a16:creationId xmlns:a16="http://schemas.microsoft.com/office/drawing/2014/main" id="{29E2B795-4D5A-4BB6-835E-D4542969C287}"/>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2092900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idx="1" hasCustomPrompt="1"/>
          </p:nvPr>
        </p:nvSpPr>
        <p:spPr/>
        <p:txBody>
          <a:bodyPr rIns="0"/>
          <a:lstStyle>
            <a:lvl5pPr>
              <a:defRPr/>
            </a:lvl5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Date Placeholder 3"/>
          <p:cNvSpPr>
            <a:spLocks noGrp="1"/>
          </p:cNvSpPr>
          <p:nvPr>
            <p:ph type="dt" sz="half" idx="10"/>
          </p:nvPr>
        </p:nvSpPr>
        <p:spPr>
          <a:xfrm>
            <a:off x="0" y="6858000"/>
            <a:ext cx="0" cy="0"/>
          </a:xfrm>
        </p:spPr>
        <p:txBody>
          <a:bodyPr/>
          <a:lstStyle>
            <a:lvl1pPr>
              <a:defRPr>
                <a:noFill/>
              </a:defRPr>
            </a:lvl1p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BA07366-CB75-4AA8-9E5B-928B849F427C}" type="slidenum">
              <a:rPr lang="en-GB" smtClean="0"/>
              <a:t>‹#›</a:t>
            </a:fld>
            <a:endParaRPr lang="en-GB"/>
          </a:p>
        </p:txBody>
      </p:sp>
    </p:spTree>
    <p:extLst>
      <p:ext uri="{BB962C8B-B14F-4D97-AF65-F5344CB8AC3E}">
        <p14:creationId xmlns:p14="http://schemas.microsoft.com/office/powerpoint/2010/main" val="1414795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and Content, grey">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7621BA-8EDC-4C18-975C-5EE1161FA8FD}"/>
              </a:ext>
            </a:extLst>
          </p:cNvPr>
          <p:cNvSpPr/>
          <p:nvPr userDrawn="1"/>
        </p:nvSpPr>
        <p:spPr>
          <a:xfrm>
            <a:off x="0" y="0"/>
            <a:ext cx="12192000" cy="6861600"/>
          </a:xfrm>
          <a:prstGeom prst="rect">
            <a:avLst/>
          </a:prstGeom>
          <a:solidFill>
            <a:srgbClr val="EE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9" name="Logo">
            <a:extLst>
              <a:ext uri="{FF2B5EF4-FFF2-40B4-BE49-F238E27FC236}">
                <a16:creationId xmlns:a16="http://schemas.microsoft.com/office/drawing/2014/main" id="{F04E253C-783D-4CA5-8CCB-57C4CC102165}"/>
              </a:ext>
            </a:extLst>
          </p:cNvPr>
          <p:cNvGrpSpPr/>
          <p:nvPr userDrawn="1"/>
        </p:nvGrpSpPr>
        <p:grpSpPr>
          <a:xfrm>
            <a:off x="10893210" y="6350918"/>
            <a:ext cx="755843" cy="322808"/>
            <a:chOff x="6380216" y="4059273"/>
            <a:chExt cx="2905863" cy="1241045"/>
          </a:xfrm>
        </p:grpSpPr>
        <p:sp>
          <p:nvSpPr>
            <p:cNvPr id="10" name="Freeform: Shape 9">
              <a:extLst>
                <a:ext uri="{FF2B5EF4-FFF2-40B4-BE49-F238E27FC236}">
                  <a16:creationId xmlns:a16="http://schemas.microsoft.com/office/drawing/2014/main" id="{D8124B4D-CBE2-46DB-B0AE-2AC98C56E78E}"/>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5D916864-12FB-478F-99EE-83C970865F05}"/>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00FF8E64-431E-4917-BD40-4BD55CF6B8DF}"/>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E450DA2-D1AF-4EFD-A7B9-9D1161ADD54F}"/>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556553B8-1481-4E85-83A7-689A7C6CC67F}"/>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52AB55C8-079A-4ACE-9DFB-9EBA23B48B0B}"/>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idx="1" hasCustomPrompt="1"/>
          </p:nvPr>
        </p:nvSpPr>
        <p:spPr/>
        <p:txBody>
          <a:bodyPr rIns="0"/>
          <a:lstStyle>
            <a:lvl5pPr>
              <a:defRPr/>
            </a:lvl5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Date Placeholder 3"/>
          <p:cNvSpPr>
            <a:spLocks noGrp="1"/>
          </p:cNvSpPr>
          <p:nvPr>
            <p:ph type="dt" sz="half" idx="10"/>
          </p:nvPr>
        </p:nvSpPr>
        <p:spPr>
          <a:xfrm>
            <a:off x="0" y="6858000"/>
            <a:ext cx="0" cy="0"/>
          </a:xfrm>
        </p:spPr>
        <p:txBody>
          <a:bodyPr/>
          <a:lstStyle/>
          <a:p>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BA07366-CB75-4AA8-9E5B-928B849F427C}" type="slidenum">
              <a:rPr lang="en-GB" smtClean="0"/>
              <a:t>‹#›</a:t>
            </a:fld>
            <a:endParaRPr lang="en-GB"/>
          </a:p>
        </p:txBody>
      </p:sp>
      <p:sp>
        <p:nvSpPr>
          <p:cNvPr id="16" name="_SD_FLD_Copyright">
            <a:extLst>
              <a:ext uri="{FF2B5EF4-FFF2-40B4-BE49-F238E27FC236}">
                <a16:creationId xmlns:a16="http://schemas.microsoft.com/office/drawing/2014/main" id="{3F542136-6583-4929-BA8F-876E7200FCF4}"/>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8" name="SD_FLD_DocumentDate">
            <a:extLst>
              <a:ext uri="{FF2B5EF4-FFF2-40B4-BE49-F238E27FC236}">
                <a16:creationId xmlns:a16="http://schemas.microsoft.com/office/drawing/2014/main" id="{D4FFA251-3F5C-4E9A-9A80-F62650B47305}"/>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20" name="SD_FLD_Draft" hidden="1">
            <a:extLst>
              <a:ext uri="{FF2B5EF4-FFF2-40B4-BE49-F238E27FC236}">
                <a16:creationId xmlns:a16="http://schemas.microsoft.com/office/drawing/2014/main" id="{21F368A2-F525-4249-A72B-F904922C972A}"/>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1" name="SD_FLD_Confidentiality">
            <a:extLst>
              <a:ext uri="{FF2B5EF4-FFF2-40B4-BE49-F238E27FC236}">
                <a16:creationId xmlns:a16="http://schemas.microsoft.com/office/drawing/2014/main" id="{859FDC4D-A513-43EC-AC0B-76C98697BB47}"/>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88514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sz="half" idx="1" hasCustomPrompt="1"/>
          </p:nvPr>
        </p:nvSpPr>
        <p:spPr>
          <a:xfrm>
            <a:off x="539750" y="1730374"/>
            <a:ext cx="5465763"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Content Placeholder 3"/>
          <p:cNvSpPr>
            <a:spLocks noGrp="1"/>
          </p:cNvSpPr>
          <p:nvPr>
            <p:ph sz="half" idx="2" hasCustomPrompt="1"/>
          </p:nvPr>
        </p:nvSpPr>
        <p:spPr>
          <a:xfrm>
            <a:off x="6184900" y="1730374"/>
            <a:ext cx="5465763"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Tree>
    <p:extLst>
      <p:ext uri="{BB962C8B-B14F-4D97-AF65-F5344CB8AC3E}">
        <p14:creationId xmlns:p14="http://schemas.microsoft.com/office/powerpoint/2010/main" val="18661628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wo Content, gre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FBCEB69-4B90-48AC-8E50-F4C1FAD42957}"/>
              </a:ext>
            </a:extLst>
          </p:cNvPr>
          <p:cNvSpPr/>
          <p:nvPr userDrawn="1"/>
        </p:nvSpPr>
        <p:spPr>
          <a:xfrm>
            <a:off x="0" y="0"/>
            <a:ext cx="12192000" cy="6861600"/>
          </a:xfrm>
          <a:prstGeom prst="rect">
            <a:avLst/>
          </a:prstGeom>
          <a:solidFill>
            <a:srgbClr val="EE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18" name="Logo">
            <a:extLst>
              <a:ext uri="{FF2B5EF4-FFF2-40B4-BE49-F238E27FC236}">
                <a16:creationId xmlns:a16="http://schemas.microsoft.com/office/drawing/2014/main" id="{8145D2D3-7F22-4934-B251-1F99086694BC}"/>
              </a:ext>
            </a:extLst>
          </p:cNvPr>
          <p:cNvGrpSpPr/>
          <p:nvPr userDrawn="1"/>
        </p:nvGrpSpPr>
        <p:grpSpPr>
          <a:xfrm>
            <a:off x="10893210" y="6350918"/>
            <a:ext cx="755843" cy="322808"/>
            <a:chOff x="6380216" y="4059273"/>
            <a:chExt cx="2905863" cy="1241045"/>
          </a:xfrm>
        </p:grpSpPr>
        <p:sp>
          <p:nvSpPr>
            <p:cNvPr id="19" name="Freeform: Shape 18">
              <a:extLst>
                <a:ext uri="{FF2B5EF4-FFF2-40B4-BE49-F238E27FC236}">
                  <a16:creationId xmlns:a16="http://schemas.microsoft.com/office/drawing/2014/main" id="{36BB8EE7-0DAE-475A-99CB-4C95B9C4174D}"/>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8E34A211-0C55-472F-A8C7-DF7C115B4E36}"/>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DDB3FBA2-AFC9-409D-945D-4CFDE6BBEE6A}"/>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2DF6B560-906C-4643-86C4-C545FCBD8975}"/>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FC24D933-C961-4320-84B8-2B098CBD0E95}"/>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593D8CD1-B7C6-4727-A773-7D9B1A7CD8D6}"/>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2" name="Title 1"/>
          <p:cNvSpPr>
            <a:spLocks noGrp="1"/>
          </p:cNvSpPr>
          <p:nvPr>
            <p:ph type="title" hasCustomPrompt="1"/>
          </p:nvPr>
        </p:nvSpPr>
        <p:spPr/>
        <p:txBody>
          <a:bodyPr/>
          <a:lstStyle>
            <a:lvl1pPr>
              <a:defRPr/>
            </a:lvl1pPr>
          </a:lstStyle>
          <a:p>
            <a:r>
              <a:rPr lang="en-GB"/>
              <a:t>Click to add title</a:t>
            </a:r>
          </a:p>
        </p:txBody>
      </p:sp>
      <p:sp>
        <p:nvSpPr>
          <p:cNvPr id="3" name="Content Placeholder 2"/>
          <p:cNvSpPr>
            <a:spLocks noGrp="1"/>
          </p:cNvSpPr>
          <p:nvPr>
            <p:ph sz="half" idx="1" hasCustomPrompt="1"/>
          </p:nvPr>
        </p:nvSpPr>
        <p:spPr>
          <a:xfrm>
            <a:off x="539750" y="1730374"/>
            <a:ext cx="5465764"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Content Placeholder 3"/>
          <p:cNvSpPr>
            <a:spLocks noGrp="1"/>
          </p:cNvSpPr>
          <p:nvPr>
            <p:ph sz="half" idx="2" hasCustomPrompt="1"/>
          </p:nvPr>
        </p:nvSpPr>
        <p:spPr>
          <a:xfrm>
            <a:off x="6184900" y="1730374"/>
            <a:ext cx="5465763"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
        <p:nvSpPr>
          <p:cNvPr id="13" name="_SD_FLD_Copyright">
            <a:extLst>
              <a:ext uri="{FF2B5EF4-FFF2-40B4-BE49-F238E27FC236}">
                <a16:creationId xmlns:a16="http://schemas.microsoft.com/office/drawing/2014/main" id="{C594FBB9-85AB-481A-A9C3-B5A84B1C17B8}"/>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5" name="SD_FLD_DocumentDate">
            <a:extLst>
              <a:ext uri="{FF2B5EF4-FFF2-40B4-BE49-F238E27FC236}">
                <a16:creationId xmlns:a16="http://schemas.microsoft.com/office/drawing/2014/main" id="{3968F7D9-78C3-48F9-927A-B57089193350}"/>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25" name="SD_FLD_Draft" hidden="1">
            <a:extLst>
              <a:ext uri="{FF2B5EF4-FFF2-40B4-BE49-F238E27FC236}">
                <a16:creationId xmlns:a16="http://schemas.microsoft.com/office/drawing/2014/main" id="{BFB769A5-7146-4BE1-99CA-135A2E15C9CA}"/>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7" name="SD_FLD_Confidentiality">
            <a:extLst>
              <a:ext uri="{FF2B5EF4-FFF2-40B4-BE49-F238E27FC236}">
                <a16:creationId xmlns:a16="http://schemas.microsoft.com/office/drawing/2014/main" id="{8E5EBD54-68A6-426B-B8F6-B31B70F04964}"/>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2022311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sz="half" idx="1" hasCustomPrompt="1"/>
          </p:nvPr>
        </p:nvSpPr>
        <p:spPr>
          <a:xfrm>
            <a:off x="539750" y="1730374"/>
            <a:ext cx="6407150"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Content Placeholder 3"/>
          <p:cNvSpPr>
            <a:spLocks noGrp="1"/>
          </p:cNvSpPr>
          <p:nvPr>
            <p:ph sz="half" idx="2" hasCustomPrompt="1"/>
          </p:nvPr>
        </p:nvSpPr>
        <p:spPr>
          <a:xfrm>
            <a:off x="8067675" y="1730374"/>
            <a:ext cx="3582988"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Tree>
    <p:extLst>
      <p:ext uri="{BB962C8B-B14F-4D97-AF65-F5344CB8AC3E}">
        <p14:creationId xmlns:p14="http://schemas.microsoft.com/office/powerpoint/2010/main" val="42380756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wo Content A, grey">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FBCEB69-4B90-48AC-8E50-F4C1FAD42957}"/>
              </a:ext>
            </a:extLst>
          </p:cNvPr>
          <p:cNvSpPr/>
          <p:nvPr userDrawn="1"/>
        </p:nvSpPr>
        <p:spPr>
          <a:xfrm>
            <a:off x="0" y="0"/>
            <a:ext cx="12192000" cy="6861600"/>
          </a:xfrm>
          <a:prstGeom prst="rect">
            <a:avLst/>
          </a:prstGeom>
          <a:solidFill>
            <a:srgbClr val="EE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18" name="Logo">
            <a:extLst>
              <a:ext uri="{FF2B5EF4-FFF2-40B4-BE49-F238E27FC236}">
                <a16:creationId xmlns:a16="http://schemas.microsoft.com/office/drawing/2014/main" id="{8145D2D3-7F22-4934-B251-1F99086694BC}"/>
              </a:ext>
            </a:extLst>
          </p:cNvPr>
          <p:cNvGrpSpPr/>
          <p:nvPr userDrawn="1"/>
        </p:nvGrpSpPr>
        <p:grpSpPr>
          <a:xfrm>
            <a:off x="10893210" y="6350918"/>
            <a:ext cx="755843" cy="322808"/>
            <a:chOff x="6380216" y="4059273"/>
            <a:chExt cx="2905863" cy="1241045"/>
          </a:xfrm>
        </p:grpSpPr>
        <p:sp>
          <p:nvSpPr>
            <p:cNvPr id="19" name="Freeform: Shape 18">
              <a:extLst>
                <a:ext uri="{FF2B5EF4-FFF2-40B4-BE49-F238E27FC236}">
                  <a16:creationId xmlns:a16="http://schemas.microsoft.com/office/drawing/2014/main" id="{36BB8EE7-0DAE-475A-99CB-4C95B9C4174D}"/>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8E34A211-0C55-472F-A8C7-DF7C115B4E36}"/>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DDB3FBA2-AFC9-409D-945D-4CFDE6BBEE6A}"/>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2DF6B560-906C-4643-86C4-C545FCBD8975}"/>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FC24D933-C961-4320-84B8-2B098CBD0E95}"/>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593D8CD1-B7C6-4727-A773-7D9B1A7CD8D6}"/>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2" name="Title 1"/>
          <p:cNvSpPr>
            <a:spLocks noGrp="1"/>
          </p:cNvSpPr>
          <p:nvPr>
            <p:ph type="title" hasCustomPrompt="1"/>
          </p:nvPr>
        </p:nvSpPr>
        <p:spPr/>
        <p:txBody>
          <a:bodyPr/>
          <a:lstStyle/>
          <a:p>
            <a:r>
              <a:rPr lang="en-GB"/>
              <a:t>Click to add title</a:t>
            </a:r>
          </a:p>
        </p:txBody>
      </p:sp>
      <p:sp>
        <p:nvSpPr>
          <p:cNvPr id="3" name="Content Placeholder 2"/>
          <p:cNvSpPr>
            <a:spLocks noGrp="1"/>
          </p:cNvSpPr>
          <p:nvPr>
            <p:ph sz="half" idx="1" hasCustomPrompt="1"/>
          </p:nvPr>
        </p:nvSpPr>
        <p:spPr>
          <a:xfrm>
            <a:off x="539749" y="1730374"/>
            <a:ext cx="6407151"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Content Placeholder 3"/>
          <p:cNvSpPr>
            <a:spLocks noGrp="1"/>
          </p:cNvSpPr>
          <p:nvPr>
            <p:ph sz="half" idx="2" hasCustomPrompt="1"/>
          </p:nvPr>
        </p:nvSpPr>
        <p:spPr>
          <a:xfrm>
            <a:off x="8067675" y="1730374"/>
            <a:ext cx="3582988" cy="4316414"/>
          </a:xfrm>
        </p:spPr>
        <p:txBody>
          <a:bodyPr>
            <a:noAutofit/>
          </a:bodyPr>
          <a:lstStyle>
            <a:lvl1pPr>
              <a:defRPr sz="2000"/>
            </a:lvl1pPr>
            <a:lvl2pPr>
              <a:defRPr sz="1800"/>
            </a:lvl2pPr>
            <a:lvl3pPr>
              <a:defRPr sz="1600"/>
            </a:lvl3pPr>
            <a:lvl4pPr>
              <a:defRPr sz="2000"/>
            </a:lvl4pPr>
            <a:lvl5pPr>
              <a:defRPr sz="2000"/>
            </a:lvl5pPr>
            <a:lvl6pPr>
              <a:defRPr sz="1000"/>
            </a:lvl6pPr>
            <a:lvl7pPr>
              <a:defRPr sz="1000"/>
            </a:lvl7pPr>
            <a:lvl8pPr>
              <a:defRPr sz="1000"/>
            </a:lvl8pPr>
            <a:lvl9pPr>
              <a:defRPr sz="6000"/>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
        <p:nvSpPr>
          <p:cNvPr id="13" name="_SD_FLD_Copyright">
            <a:extLst>
              <a:ext uri="{FF2B5EF4-FFF2-40B4-BE49-F238E27FC236}">
                <a16:creationId xmlns:a16="http://schemas.microsoft.com/office/drawing/2014/main" id="{C594FBB9-85AB-481A-A9C3-B5A84B1C17B8}"/>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5" name="SD_FLD_DocumentDate">
            <a:extLst>
              <a:ext uri="{FF2B5EF4-FFF2-40B4-BE49-F238E27FC236}">
                <a16:creationId xmlns:a16="http://schemas.microsoft.com/office/drawing/2014/main" id="{3968F7D9-78C3-48F9-927A-B57089193350}"/>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25" name="SD_FLD_Draft" hidden="1">
            <a:extLst>
              <a:ext uri="{FF2B5EF4-FFF2-40B4-BE49-F238E27FC236}">
                <a16:creationId xmlns:a16="http://schemas.microsoft.com/office/drawing/2014/main" id="{BFB769A5-7146-4BE1-99CA-135A2E15C9CA}"/>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7" name="SD_FLD_Confidentiality">
            <a:extLst>
              <a:ext uri="{FF2B5EF4-FFF2-40B4-BE49-F238E27FC236}">
                <a16:creationId xmlns:a16="http://schemas.microsoft.com/office/drawing/2014/main" id="{8E5EBD54-68A6-426B-B8F6-B31B70F04964}"/>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2598575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1"/>
      </p:bgRef>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B103E29-9BF2-491F-A31B-CD5C222301DE}"/>
              </a:ext>
            </a:extLst>
          </p:cNvPr>
          <p:cNvSpPr>
            <a:spLocks noGrp="1"/>
          </p:cNvSpPr>
          <p:nvPr>
            <p:ph type="title" hasCustomPrompt="1"/>
          </p:nvPr>
        </p:nvSpPr>
        <p:spPr/>
        <p:txBody>
          <a:bodyPr/>
          <a:lstStyle/>
          <a:p>
            <a:r>
              <a:rPr lang="en-GB"/>
              <a:t>Click to add title</a:t>
            </a:r>
          </a:p>
        </p:txBody>
      </p:sp>
      <p:sp>
        <p:nvSpPr>
          <p:cNvPr id="3" name="Content Placeholder 2"/>
          <p:cNvSpPr>
            <a:spLocks noGrp="1"/>
          </p:cNvSpPr>
          <p:nvPr>
            <p:ph idx="1" hasCustomPrompt="1"/>
          </p:nvPr>
        </p:nvSpPr>
        <p:spPr>
          <a:xfrm>
            <a:off x="539749" y="1730375"/>
            <a:ext cx="3584576" cy="4316414"/>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5245099" y="1730374"/>
            <a:ext cx="2641601" cy="4316413"/>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noProof="0"/>
              <a:t>6</a:t>
            </a:r>
          </a:p>
          <a:p>
            <a:pPr lvl="6"/>
            <a:r>
              <a:rPr lang="en-GB" noProof="0"/>
              <a:t>7</a:t>
            </a:r>
          </a:p>
          <a:p>
            <a:pPr lvl="7"/>
            <a:r>
              <a:rPr lang="en-GB" noProof="0"/>
              <a:t>8</a:t>
            </a:r>
          </a:p>
          <a:p>
            <a:pPr lvl="8"/>
            <a:r>
              <a:rPr lang="en-GB" noProof="0"/>
              <a:t>9</a:t>
            </a:r>
            <a:endParaRPr lang="en-GB"/>
          </a:p>
        </p:txBody>
      </p:sp>
      <p:sp>
        <p:nvSpPr>
          <p:cNvPr id="5" name="Content Placeholder 4">
            <a:extLst>
              <a:ext uri="{FF2B5EF4-FFF2-40B4-BE49-F238E27FC236}">
                <a16:creationId xmlns:a16="http://schemas.microsoft.com/office/drawing/2014/main" id="{C725A8F3-C789-43A7-B9C7-C2E8AD06CA86}"/>
              </a:ext>
            </a:extLst>
          </p:cNvPr>
          <p:cNvSpPr>
            <a:spLocks noGrp="1"/>
          </p:cNvSpPr>
          <p:nvPr>
            <p:ph sz="quarter" idx="13" hasCustomPrompt="1"/>
          </p:nvPr>
        </p:nvSpPr>
        <p:spPr>
          <a:xfrm>
            <a:off x="9007475" y="1730374"/>
            <a:ext cx="2641601" cy="4316412"/>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Date Placeholder 3">
            <a:extLst>
              <a:ext uri="{FF2B5EF4-FFF2-40B4-BE49-F238E27FC236}">
                <a16:creationId xmlns:a16="http://schemas.microsoft.com/office/drawing/2014/main" id="{46D79923-6F9C-4EDE-9E95-10CB30510783}"/>
              </a:ext>
            </a:extLst>
          </p:cNvPr>
          <p:cNvSpPr>
            <a:spLocks noGrp="1"/>
          </p:cNvSpPr>
          <p:nvPr>
            <p:ph type="dt" sz="half" idx="15"/>
          </p:nvPr>
        </p:nvSpPr>
        <p:spPr>
          <a:xfrm>
            <a:off x="0" y="6858000"/>
            <a:ext cx="0" cy="0"/>
          </a:xfrm>
        </p:spPr>
        <p:txBody>
          <a:bodyPr/>
          <a:lstStyle/>
          <a:p>
            <a:fld id="{727BBD34-DD59-49E1-9776-D67684F06344}" type="datetime4">
              <a:rPr lang="en-GB" smtClean="0"/>
              <a:pPr/>
              <a:t>26 August 2026</a:t>
            </a:fld>
            <a:endParaRPr lang="en-GB"/>
          </a:p>
        </p:txBody>
      </p:sp>
      <p:sp>
        <p:nvSpPr>
          <p:cNvPr id="6" name="Footer Placeholder 5">
            <a:extLst>
              <a:ext uri="{FF2B5EF4-FFF2-40B4-BE49-F238E27FC236}">
                <a16:creationId xmlns:a16="http://schemas.microsoft.com/office/drawing/2014/main" id="{6D0416BB-00AC-4DD5-897B-F4EDB13370E9}"/>
              </a:ext>
            </a:extLst>
          </p:cNvPr>
          <p:cNvSpPr>
            <a:spLocks noGrp="1"/>
          </p:cNvSpPr>
          <p:nvPr>
            <p:ph type="ftr" sz="quarter" idx="16"/>
          </p:nvPr>
        </p:nvSpPr>
        <p:spPr/>
        <p:txBody>
          <a:bodyPr/>
          <a:lstStyle>
            <a:lvl1pPr>
              <a:defRPr>
                <a:solidFill>
                  <a:schemeClr val="accent1"/>
                </a:solidFill>
              </a:defRPr>
            </a:lvl1pPr>
          </a:lstStyle>
          <a:p>
            <a:endParaRPr lang="en-GB"/>
          </a:p>
        </p:txBody>
      </p:sp>
      <p:sp>
        <p:nvSpPr>
          <p:cNvPr id="10" name="Slide Number Placeholder 9">
            <a:extLst>
              <a:ext uri="{FF2B5EF4-FFF2-40B4-BE49-F238E27FC236}">
                <a16:creationId xmlns:a16="http://schemas.microsoft.com/office/drawing/2014/main" id="{37E9903A-53AE-4B97-879C-5DBFEB00E130}"/>
              </a:ext>
            </a:extLst>
          </p:cNvPr>
          <p:cNvSpPr>
            <a:spLocks noGrp="1"/>
          </p:cNvSpPr>
          <p:nvPr>
            <p:ph type="sldNum" sz="quarter" idx="17"/>
          </p:nvPr>
        </p:nvSpPr>
        <p:spPr/>
        <p:txBody>
          <a:bodyPr/>
          <a:lstStyle/>
          <a:p>
            <a:fld id="{23AA811B-2EBD-4900-905E-5BE206449611}" type="slidenum">
              <a:rPr lang="en-GB" smtClean="0"/>
              <a:pPr/>
              <a:t>‹#›</a:t>
            </a:fld>
            <a:endParaRPr lang="en-GB"/>
          </a:p>
        </p:txBody>
      </p:sp>
    </p:spTree>
    <p:extLst>
      <p:ext uri="{BB962C8B-B14F-4D97-AF65-F5344CB8AC3E}">
        <p14:creationId xmlns:p14="http://schemas.microsoft.com/office/powerpoint/2010/main" val="1598448822"/>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hree Content, grey">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8A33FA6-1C4E-42C4-8006-62087DF1C543}"/>
              </a:ext>
            </a:extLst>
          </p:cNvPr>
          <p:cNvSpPr/>
          <p:nvPr userDrawn="1"/>
        </p:nvSpPr>
        <p:spPr>
          <a:xfrm>
            <a:off x="0" y="0"/>
            <a:ext cx="12192000" cy="6861600"/>
          </a:xfrm>
          <a:prstGeom prst="rect">
            <a:avLst/>
          </a:prstGeom>
          <a:solidFill>
            <a:srgbClr val="EEEF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13" name="Logo">
            <a:extLst>
              <a:ext uri="{FF2B5EF4-FFF2-40B4-BE49-F238E27FC236}">
                <a16:creationId xmlns:a16="http://schemas.microsoft.com/office/drawing/2014/main" id="{786373BD-6312-4785-AB25-0C8D34698A7B}"/>
              </a:ext>
            </a:extLst>
          </p:cNvPr>
          <p:cNvGrpSpPr/>
          <p:nvPr userDrawn="1"/>
        </p:nvGrpSpPr>
        <p:grpSpPr>
          <a:xfrm>
            <a:off x="10893210" y="6350918"/>
            <a:ext cx="755843" cy="322808"/>
            <a:chOff x="6380216" y="4059273"/>
            <a:chExt cx="2905863" cy="1241045"/>
          </a:xfrm>
        </p:grpSpPr>
        <p:sp>
          <p:nvSpPr>
            <p:cNvPr id="14" name="Freeform: Shape 13">
              <a:extLst>
                <a:ext uri="{FF2B5EF4-FFF2-40B4-BE49-F238E27FC236}">
                  <a16:creationId xmlns:a16="http://schemas.microsoft.com/office/drawing/2014/main" id="{059A879B-ABBD-4A04-9477-6154675E4CEB}"/>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0D20163-892E-44FF-9991-ABC1BF13FFCD}"/>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FCDE72FB-849D-47F9-B4E9-277EA2622D69}"/>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96D47151-F3A9-4197-B445-BAF922408872}"/>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86374B-F400-46EE-AA11-2A1EC51357CB}"/>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9F9F7A1C-77DA-4373-B4B2-DAA6FC4DE316}"/>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9" name="Title 1">
            <a:extLst>
              <a:ext uri="{FF2B5EF4-FFF2-40B4-BE49-F238E27FC236}">
                <a16:creationId xmlns:a16="http://schemas.microsoft.com/office/drawing/2014/main" id="{0B103E29-9BF2-491F-A31B-CD5C222301DE}"/>
              </a:ext>
            </a:extLst>
          </p:cNvPr>
          <p:cNvSpPr>
            <a:spLocks noGrp="1"/>
          </p:cNvSpPr>
          <p:nvPr>
            <p:ph type="title" hasCustomPrompt="1"/>
          </p:nvPr>
        </p:nvSpPr>
        <p:spPr/>
        <p:txBody>
          <a:bodyPr/>
          <a:lstStyle/>
          <a:p>
            <a:r>
              <a:rPr lang="en-GB"/>
              <a:t>Click to add title</a:t>
            </a:r>
          </a:p>
        </p:txBody>
      </p:sp>
      <p:sp>
        <p:nvSpPr>
          <p:cNvPr id="3" name="Content Placeholder 2"/>
          <p:cNvSpPr>
            <a:spLocks noGrp="1"/>
          </p:cNvSpPr>
          <p:nvPr>
            <p:ph idx="1" hasCustomPrompt="1"/>
          </p:nvPr>
        </p:nvSpPr>
        <p:spPr>
          <a:xfrm>
            <a:off x="539749" y="1730375"/>
            <a:ext cx="3584576" cy="4316414"/>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p>
          <a:p>
            <a:pPr lvl="1"/>
            <a:r>
              <a:rPr lang="en-GB" noProof="0"/>
              <a:t>Second level</a:t>
            </a:r>
          </a:p>
          <a:p>
            <a:pPr lvl="2"/>
            <a:r>
              <a:rPr lang="en-GB" noProof="0"/>
              <a:t>Third level</a:t>
            </a:r>
          </a:p>
          <a:p>
            <a:pPr lvl="3"/>
            <a:r>
              <a:rPr lang="en-GB" noProof="0"/>
              <a:t>Fourth level</a:t>
            </a:r>
          </a:p>
          <a:p>
            <a:pPr lvl="4"/>
            <a:r>
              <a:rPr lang="en-GB" noProof="0"/>
              <a:t>Fifth level</a:t>
            </a:r>
          </a:p>
          <a:p>
            <a:pPr lvl="5"/>
            <a:r>
              <a:rPr lang="en-GB" noProof="0"/>
              <a:t>6</a:t>
            </a:r>
          </a:p>
          <a:p>
            <a:pPr lvl="6"/>
            <a:r>
              <a:rPr lang="en-GB" noProof="0"/>
              <a:t>7</a:t>
            </a:r>
          </a:p>
          <a:p>
            <a:pPr lvl="7"/>
            <a:r>
              <a:rPr lang="en-GB" noProof="0"/>
              <a:t>8</a:t>
            </a:r>
          </a:p>
          <a:p>
            <a:pPr lvl="8"/>
            <a:r>
              <a:rPr lang="en-GB" noProof="0"/>
              <a:t>9</a:t>
            </a:r>
          </a:p>
        </p:txBody>
      </p:sp>
      <p:sp>
        <p:nvSpPr>
          <p:cNvPr id="7" name="Content Placeholder 3">
            <a:extLst>
              <a:ext uri="{FF2B5EF4-FFF2-40B4-BE49-F238E27FC236}">
                <a16:creationId xmlns:a16="http://schemas.microsoft.com/office/drawing/2014/main" id="{17CE2ECF-AF40-4809-BD16-DFC59D53926E}"/>
              </a:ext>
            </a:extLst>
          </p:cNvPr>
          <p:cNvSpPr>
            <a:spLocks noGrp="1"/>
          </p:cNvSpPr>
          <p:nvPr>
            <p:ph sz="half" idx="2" hasCustomPrompt="1"/>
          </p:nvPr>
        </p:nvSpPr>
        <p:spPr>
          <a:xfrm>
            <a:off x="5245099" y="1730374"/>
            <a:ext cx="2641601" cy="4316413"/>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noProof="0"/>
              <a:t>6</a:t>
            </a:r>
          </a:p>
          <a:p>
            <a:pPr lvl="6"/>
            <a:r>
              <a:rPr lang="en-GB" noProof="0"/>
              <a:t>7</a:t>
            </a:r>
          </a:p>
          <a:p>
            <a:pPr lvl="7"/>
            <a:r>
              <a:rPr lang="en-GB" noProof="0"/>
              <a:t>8</a:t>
            </a:r>
          </a:p>
          <a:p>
            <a:pPr lvl="8"/>
            <a:r>
              <a:rPr lang="en-GB" noProof="0"/>
              <a:t>9</a:t>
            </a:r>
            <a:endParaRPr lang="en-GB"/>
          </a:p>
        </p:txBody>
      </p:sp>
      <p:sp>
        <p:nvSpPr>
          <p:cNvPr id="5" name="Content Placeholder 4">
            <a:extLst>
              <a:ext uri="{FF2B5EF4-FFF2-40B4-BE49-F238E27FC236}">
                <a16:creationId xmlns:a16="http://schemas.microsoft.com/office/drawing/2014/main" id="{C725A8F3-C789-43A7-B9C7-C2E8AD06CA86}"/>
              </a:ext>
            </a:extLst>
          </p:cNvPr>
          <p:cNvSpPr>
            <a:spLocks noGrp="1"/>
          </p:cNvSpPr>
          <p:nvPr>
            <p:ph sz="quarter" idx="13" hasCustomPrompt="1"/>
          </p:nvPr>
        </p:nvSpPr>
        <p:spPr>
          <a:xfrm>
            <a:off x="9007474" y="1730374"/>
            <a:ext cx="2643189" cy="4316412"/>
          </a:xfrm>
        </p:spPr>
        <p:txBody>
          <a:bodyPr/>
          <a:lstStyle>
            <a:lvl1pPr>
              <a:defRPr sz="1600"/>
            </a:lvl1pPr>
            <a:lvl2pPr>
              <a:defRPr sz="1400"/>
            </a:lvl2pPr>
            <a:lvl3pPr>
              <a:defRPr sz="1200"/>
            </a:lvl3pPr>
            <a:lvl4pPr>
              <a:defRPr sz="1600"/>
            </a:lvl4pPr>
            <a:lvl5pPr>
              <a:defRPr sz="1600"/>
            </a:lvl5pPr>
          </a:lstStyle>
          <a:p>
            <a:pPr lvl="0"/>
            <a:r>
              <a:rPr lang="en-GB" noProof="0"/>
              <a:t>Click to add text (Enter+TAB for next text level, SHIFT+TAB to go back in levels)</a:t>
            </a:r>
            <a:endParaRPr lang="en-GB"/>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4" name="Date Placeholder 3">
            <a:extLst>
              <a:ext uri="{FF2B5EF4-FFF2-40B4-BE49-F238E27FC236}">
                <a16:creationId xmlns:a16="http://schemas.microsoft.com/office/drawing/2014/main" id="{46D79923-6F9C-4EDE-9E95-10CB30510783}"/>
              </a:ext>
            </a:extLst>
          </p:cNvPr>
          <p:cNvSpPr>
            <a:spLocks noGrp="1"/>
          </p:cNvSpPr>
          <p:nvPr>
            <p:ph type="dt" sz="half" idx="15"/>
          </p:nvPr>
        </p:nvSpPr>
        <p:spPr>
          <a:xfrm>
            <a:off x="0" y="6858000"/>
            <a:ext cx="0" cy="0"/>
          </a:xfrm>
        </p:spPr>
        <p:txBody>
          <a:bodyPr/>
          <a:lstStyle/>
          <a:p>
            <a:fld id="{727BBD34-DD59-49E1-9776-D67684F06344}" type="datetime4">
              <a:rPr lang="en-GB" smtClean="0"/>
              <a:pPr/>
              <a:t>26 August 2026</a:t>
            </a:fld>
            <a:endParaRPr lang="en-GB"/>
          </a:p>
        </p:txBody>
      </p:sp>
      <p:sp>
        <p:nvSpPr>
          <p:cNvPr id="6" name="Footer Placeholder 5">
            <a:extLst>
              <a:ext uri="{FF2B5EF4-FFF2-40B4-BE49-F238E27FC236}">
                <a16:creationId xmlns:a16="http://schemas.microsoft.com/office/drawing/2014/main" id="{6D0416BB-00AC-4DD5-897B-F4EDB13370E9}"/>
              </a:ext>
            </a:extLst>
          </p:cNvPr>
          <p:cNvSpPr>
            <a:spLocks noGrp="1"/>
          </p:cNvSpPr>
          <p:nvPr>
            <p:ph type="ftr" sz="quarter" idx="16"/>
          </p:nvPr>
        </p:nvSpPr>
        <p:spPr/>
        <p:txBody>
          <a:bodyPr/>
          <a:lstStyle>
            <a:lvl1pPr>
              <a:defRPr>
                <a:solidFill>
                  <a:schemeClr val="accent1"/>
                </a:solidFill>
              </a:defRPr>
            </a:lvl1pPr>
          </a:lstStyle>
          <a:p>
            <a:endParaRPr lang="en-GB"/>
          </a:p>
        </p:txBody>
      </p:sp>
      <p:sp>
        <p:nvSpPr>
          <p:cNvPr id="10" name="Slide Number Placeholder 9">
            <a:extLst>
              <a:ext uri="{FF2B5EF4-FFF2-40B4-BE49-F238E27FC236}">
                <a16:creationId xmlns:a16="http://schemas.microsoft.com/office/drawing/2014/main" id="{37E9903A-53AE-4B97-879C-5DBFEB00E130}"/>
              </a:ext>
            </a:extLst>
          </p:cNvPr>
          <p:cNvSpPr>
            <a:spLocks noGrp="1"/>
          </p:cNvSpPr>
          <p:nvPr>
            <p:ph type="sldNum" sz="quarter" idx="17"/>
          </p:nvPr>
        </p:nvSpPr>
        <p:spPr/>
        <p:txBody>
          <a:bodyPr/>
          <a:lstStyle/>
          <a:p>
            <a:fld id="{23AA811B-2EBD-4900-905E-5BE206449611}" type="slidenum">
              <a:rPr lang="en-GB" smtClean="0"/>
              <a:pPr/>
              <a:t>‹#›</a:t>
            </a:fld>
            <a:endParaRPr lang="en-GB"/>
          </a:p>
        </p:txBody>
      </p:sp>
      <p:sp>
        <p:nvSpPr>
          <p:cNvPr id="20" name="_SD_FLD_Copyright">
            <a:extLst>
              <a:ext uri="{FF2B5EF4-FFF2-40B4-BE49-F238E27FC236}">
                <a16:creationId xmlns:a16="http://schemas.microsoft.com/office/drawing/2014/main" id="{082F9C54-512B-45F5-982C-08FA99BDF954}"/>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22" name="SD_FLD_DocumentDate">
            <a:extLst>
              <a:ext uri="{FF2B5EF4-FFF2-40B4-BE49-F238E27FC236}">
                <a16:creationId xmlns:a16="http://schemas.microsoft.com/office/drawing/2014/main" id="{CA5DA168-821C-4063-906D-4954EC9A254E}"/>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24" name="SD_FLD_Draft" hidden="1">
            <a:extLst>
              <a:ext uri="{FF2B5EF4-FFF2-40B4-BE49-F238E27FC236}">
                <a16:creationId xmlns:a16="http://schemas.microsoft.com/office/drawing/2014/main" id="{CB94A54D-DD3C-4298-BDF3-BD0A4E0485CC}"/>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6" name="SD_FLD_Confidentiality">
            <a:extLst>
              <a:ext uri="{FF2B5EF4-FFF2-40B4-BE49-F238E27FC236}">
                <a16:creationId xmlns:a16="http://schemas.microsoft.com/office/drawing/2014/main" id="{13226BD7-8851-4901-A408-8E1422BBD689}"/>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42689702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wo text and image">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6096000" y="0"/>
            <a:ext cx="6096001" cy="6861600"/>
          </a:xfrm>
          <a:blipFill>
            <a:blip r:embed="rId2"/>
            <a:stretch>
              <a:fillRect/>
            </a:stretch>
          </a:blipFill>
        </p:spPr>
        <p:txBody>
          <a:bodyPr lIns="2916000" tIns="360000" rIns="144000"/>
          <a:lstStyle>
            <a:lvl1pPr marL="0" indent="0" algn="l">
              <a:buNone/>
              <a:defRPr sz="1600" b="0">
                <a:solidFill>
                  <a:schemeClr val="accent4"/>
                </a:solidFill>
              </a:defRPr>
            </a:lvl1pPr>
          </a:lstStyle>
          <a:p>
            <a:r>
              <a:rPr lang="en-GB"/>
              <a:t>Click on picture frame to insert background picture, click on DNV-menu / Image Tools-button / Choose Insert or Paste</a:t>
            </a:r>
          </a:p>
        </p:txBody>
      </p:sp>
      <p:sp>
        <p:nvSpPr>
          <p:cNvPr id="2" name="Title 1"/>
          <p:cNvSpPr>
            <a:spLocks noGrp="1"/>
          </p:cNvSpPr>
          <p:nvPr>
            <p:ph type="title" hasCustomPrompt="1"/>
          </p:nvPr>
        </p:nvSpPr>
        <p:spPr>
          <a:xfrm>
            <a:off x="539750" y="539750"/>
            <a:ext cx="5018400" cy="936000"/>
          </a:xfrm>
        </p:spPr>
        <p:txBody>
          <a:bodyPr/>
          <a:lstStyle/>
          <a:p>
            <a:r>
              <a:rPr lang="en-GB"/>
              <a:t>Click to add title</a:t>
            </a:r>
          </a:p>
        </p:txBody>
      </p:sp>
      <p:sp>
        <p:nvSpPr>
          <p:cNvPr id="8" name="Text Placeholder 7">
            <a:extLst>
              <a:ext uri="{FF2B5EF4-FFF2-40B4-BE49-F238E27FC236}">
                <a16:creationId xmlns:a16="http://schemas.microsoft.com/office/drawing/2014/main" id="{01A0EF5A-2CB8-465D-882A-DE0FE7C6D3A8}"/>
              </a:ext>
            </a:extLst>
          </p:cNvPr>
          <p:cNvSpPr>
            <a:spLocks noGrp="1"/>
          </p:cNvSpPr>
          <p:nvPr>
            <p:ph type="body" sz="quarter" idx="14" hasCustomPrompt="1"/>
          </p:nvPr>
        </p:nvSpPr>
        <p:spPr>
          <a:xfrm>
            <a:off x="540000" y="1735085"/>
            <a:ext cx="5018400" cy="4316516"/>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8" name="Text Placeholder 13">
            <a:extLst>
              <a:ext uri="{FF2B5EF4-FFF2-40B4-BE49-F238E27FC236}">
                <a16:creationId xmlns:a16="http://schemas.microsoft.com/office/drawing/2014/main" id="{76FE3FB9-ADAA-4278-97B4-7AE30B2DA011}"/>
              </a:ext>
            </a:extLst>
          </p:cNvPr>
          <p:cNvSpPr>
            <a:spLocks noGrp="1"/>
          </p:cNvSpPr>
          <p:nvPr>
            <p:ph type="body" sz="quarter" idx="23" hasCustomPrompt="1"/>
          </p:nvPr>
        </p:nvSpPr>
        <p:spPr>
          <a:xfrm>
            <a:off x="6631200" y="1735085"/>
            <a:ext cx="5018400" cy="43069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3" name="Text Placeholder 51">
            <a:extLst>
              <a:ext uri="{FF2B5EF4-FFF2-40B4-BE49-F238E27FC236}">
                <a16:creationId xmlns:a16="http://schemas.microsoft.com/office/drawing/2014/main" id="{D5351953-1134-42DD-AF00-B4B22DEFC1E8}"/>
              </a:ext>
            </a:extLst>
          </p:cNvPr>
          <p:cNvSpPr>
            <a:spLocks noGrp="1" noChangeAspect="1"/>
          </p:cNvSpPr>
          <p:nvPr>
            <p:ph type="body" sz="quarter" idx="22" hasCustomPrompt="1"/>
          </p:nvPr>
        </p:nvSpPr>
        <p:spPr>
          <a:xfrm>
            <a:off x="10893600" y="6350400"/>
            <a:ext cx="756000" cy="322875"/>
          </a:xfrm>
          <a:custGeom>
            <a:avLst/>
            <a:gdLst>
              <a:gd name="connsiteX0" fmla="*/ 4835251 w 9270620"/>
              <a:gd name="connsiteY0" fmla="*/ 2948180 h 3959325"/>
              <a:gd name="connsiteX1" fmla="*/ 4835251 w 9270620"/>
              <a:gd name="connsiteY1" fmla="*/ 3779899 h 3959325"/>
              <a:gd name="connsiteX2" fmla="*/ 5282830 w 9270620"/>
              <a:gd name="connsiteY2" fmla="*/ 3779899 h 3959325"/>
              <a:gd name="connsiteX3" fmla="*/ 5590803 w 9270620"/>
              <a:gd name="connsiteY3" fmla="*/ 3686324 h 3959325"/>
              <a:gd name="connsiteX4" fmla="*/ 5693918 w 9270620"/>
              <a:gd name="connsiteY4" fmla="*/ 3399093 h 3959325"/>
              <a:gd name="connsiteX5" fmla="*/ 5693918 w 9270620"/>
              <a:gd name="connsiteY5" fmla="*/ 3329139 h 3959325"/>
              <a:gd name="connsiteX6" fmla="*/ 5590803 w 9270620"/>
              <a:gd name="connsiteY6" fmla="*/ 3039484 h 3959325"/>
              <a:gd name="connsiteX7" fmla="*/ 5282830 w 9270620"/>
              <a:gd name="connsiteY7" fmla="*/ 2948180 h 3959325"/>
              <a:gd name="connsiteX8" fmla="*/ 7923941 w 9270620"/>
              <a:gd name="connsiteY8" fmla="*/ 2768907 h 3959325"/>
              <a:gd name="connsiteX9" fmla="*/ 8147729 w 9270620"/>
              <a:gd name="connsiteY9" fmla="*/ 2768907 h 3959325"/>
              <a:gd name="connsiteX10" fmla="*/ 8603334 w 9270620"/>
              <a:gd name="connsiteY10" fmla="*/ 3699197 h 3959325"/>
              <a:gd name="connsiteX11" fmla="*/ 9058787 w 9270620"/>
              <a:gd name="connsiteY11" fmla="*/ 2768907 h 3959325"/>
              <a:gd name="connsiteX12" fmla="*/ 9269858 w 9270620"/>
              <a:gd name="connsiteY12" fmla="*/ 2768907 h 3959325"/>
              <a:gd name="connsiteX13" fmla="*/ 8674651 w 9270620"/>
              <a:gd name="connsiteY13" fmla="*/ 3959325 h 3959325"/>
              <a:gd name="connsiteX14" fmla="*/ 8520664 w 9270620"/>
              <a:gd name="connsiteY14" fmla="*/ 3959325 h 3959325"/>
              <a:gd name="connsiteX15" fmla="*/ 6265204 w 9270620"/>
              <a:gd name="connsiteY15" fmla="*/ 2768907 h 3959325"/>
              <a:gd name="connsiteX16" fmla="*/ 6349390 w 9270620"/>
              <a:gd name="connsiteY16" fmla="*/ 2768907 h 3959325"/>
              <a:gd name="connsiteX17" fmla="*/ 6458862 w 9270620"/>
              <a:gd name="connsiteY17" fmla="*/ 2768907 h 3959325"/>
              <a:gd name="connsiteX18" fmla="*/ 7379459 w 9270620"/>
              <a:gd name="connsiteY18" fmla="*/ 3699197 h 3959325"/>
              <a:gd name="connsiteX19" fmla="*/ 7379459 w 9270620"/>
              <a:gd name="connsiteY19" fmla="*/ 2768907 h 3959325"/>
              <a:gd name="connsiteX20" fmla="*/ 7574783 w 9270620"/>
              <a:gd name="connsiteY20" fmla="*/ 2768907 h 3959325"/>
              <a:gd name="connsiteX21" fmla="*/ 7574783 w 9270620"/>
              <a:gd name="connsiteY21" fmla="*/ 3959325 h 3959325"/>
              <a:gd name="connsiteX22" fmla="*/ 7379459 w 9270620"/>
              <a:gd name="connsiteY22" fmla="*/ 3959325 h 3959325"/>
              <a:gd name="connsiteX23" fmla="*/ 6458862 w 9270620"/>
              <a:gd name="connsiteY23" fmla="*/ 3030248 h 3959325"/>
              <a:gd name="connsiteX24" fmla="*/ 6458862 w 9270620"/>
              <a:gd name="connsiteY24" fmla="*/ 3959325 h 3959325"/>
              <a:gd name="connsiteX25" fmla="*/ 6265204 w 9270620"/>
              <a:gd name="connsiteY25" fmla="*/ 3959325 h 3959325"/>
              <a:gd name="connsiteX26" fmla="*/ 4636746 w 9270620"/>
              <a:gd name="connsiteY26" fmla="*/ 2768907 h 3959325"/>
              <a:gd name="connsiteX27" fmla="*/ 4725625 w 9270620"/>
              <a:gd name="connsiteY27" fmla="*/ 2768907 h 3959325"/>
              <a:gd name="connsiteX28" fmla="*/ 4835098 w 9270620"/>
              <a:gd name="connsiteY28" fmla="*/ 2768907 h 3959325"/>
              <a:gd name="connsiteX29" fmla="*/ 5281164 w 9270620"/>
              <a:gd name="connsiteY29" fmla="*/ 2768907 h 3959325"/>
              <a:gd name="connsiteX30" fmla="*/ 5606551 w 9270620"/>
              <a:gd name="connsiteY30" fmla="*/ 2830078 h 3959325"/>
              <a:gd name="connsiteX31" fmla="*/ 5816110 w 9270620"/>
              <a:gd name="connsiteY31" fmla="*/ 3014048 h 3959325"/>
              <a:gd name="connsiteX32" fmla="*/ 5889091 w 9270620"/>
              <a:gd name="connsiteY32" fmla="*/ 3322781 h 3959325"/>
              <a:gd name="connsiteX33" fmla="*/ 5889091 w 9270620"/>
              <a:gd name="connsiteY33" fmla="*/ 3405301 h 3959325"/>
              <a:gd name="connsiteX34" fmla="*/ 5816110 w 9270620"/>
              <a:gd name="connsiteY34" fmla="*/ 3714035 h 3959325"/>
              <a:gd name="connsiteX35" fmla="*/ 5606551 w 9270620"/>
              <a:gd name="connsiteY35" fmla="*/ 3898154 h 3959325"/>
              <a:gd name="connsiteX36" fmla="*/ 5281164 w 9270620"/>
              <a:gd name="connsiteY36" fmla="*/ 3959325 h 3959325"/>
              <a:gd name="connsiteX37" fmla="*/ 4835098 w 9270620"/>
              <a:gd name="connsiteY37" fmla="*/ 3959325 h 3959325"/>
              <a:gd name="connsiteX38" fmla="*/ 4725625 w 9270620"/>
              <a:gd name="connsiteY38" fmla="*/ 3959325 h 3959325"/>
              <a:gd name="connsiteX39" fmla="*/ 4636746 w 9270620"/>
              <a:gd name="connsiteY39" fmla="*/ 3959325 h 3959325"/>
              <a:gd name="connsiteX40" fmla="*/ 0 w 9270620"/>
              <a:gd name="connsiteY40" fmla="*/ 1844070 h 3959325"/>
              <a:gd name="connsiteX41" fmla="*/ 9270620 w 9270620"/>
              <a:gd name="connsiteY41" fmla="*/ 1844070 h 3959325"/>
              <a:gd name="connsiteX42" fmla="*/ 9270620 w 9270620"/>
              <a:gd name="connsiteY42" fmla="*/ 2212762 h 3959325"/>
              <a:gd name="connsiteX43" fmla="*/ 0 w 9270620"/>
              <a:gd name="connsiteY43" fmla="*/ 2212762 h 3959325"/>
              <a:gd name="connsiteX44" fmla="*/ 0 w 9270620"/>
              <a:gd name="connsiteY44" fmla="*/ 1475528 h 3959325"/>
              <a:gd name="connsiteX45" fmla="*/ 9270620 w 9270620"/>
              <a:gd name="connsiteY45" fmla="*/ 1475528 h 3959325"/>
              <a:gd name="connsiteX46" fmla="*/ 9270620 w 9270620"/>
              <a:gd name="connsiteY46" fmla="*/ 1660101 h 3959325"/>
              <a:gd name="connsiteX47" fmla="*/ 0 w 9270620"/>
              <a:gd name="connsiteY47" fmla="*/ 1660101 h 3959325"/>
              <a:gd name="connsiteX48" fmla="*/ 0 w 9270620"/>
              <a:gd name="connsiteY48" fmla="*/ 0 h 3959325"/>
              <a:gd name="connsiteX49" fmla="*/ 9270620 w 9270620"/>
              <a:gd name="connsiteY49" fmla="*/ 0 h 3959325"/>
              <a:gd name="connsiteX50" fmla="*/ 9270620 w 9270620"/>
              <a:gd name="connsiteY50" fmla="*/ 1106839 h 3959325"/>
              <a:gd name="connsiteX51" fmla="*/ 0 w 9270620"/>
              <a:gd name="connsiteY51" fmla="*/ 1106839 h 395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270620" h="3959325">
                <a:moveTo>
                  <a:pt x="4835251" y="2948180"/>
                </a:moveTo>
                <a:lnTo>
                  <a:pt x="4835251" y="3779899"/>
                </a:lnTo>
                <a:lnTo>
                  <a:pt x="5282830" y="3779899"/>
                </a:lnTo>
                <a:cubicBezTo>
                  <a:pt x="5419404" y="3779899"/>
                  <a:pt x="5522065" y="3748707"/>
                  <a:pt x="5590803" y="3686324"/>
                </a:cubicBezTo>
                <a:cubicBezTo>
                  <a:pt x="5659548" y="3623943"/>
                  <a:pt x="5693918" y="3528250"/>
                  <a:pt x="5693918" y="3399093"/>
                </a:cubicBezTo>
                <a:lnTo>
                  <a:pt x="5693918" y="3329139"/>
                </a:lnTo>
                <a:cubicBezTo>
                  <a:pt x="5693918" y="3196955"/>
                  <a:pt x="5659548" y="3100352"/>
                  <a:pt x="5590803" y="3039484"/>
                </a:cubicBezTo>
                <a:cubicBezTo>
                  <a:pt x="5521912" y="2978616"/>
                  <a:pt x="5419404" y="2948180"/>
                  <a:pt x="5282830" y="2948180"/>
                </a:cubicBezTo>
                <a:close/>
                <a:moveTo>
                  <a:pt x="7923941" y="2768907"/>
                </a:moveTo>
                <a:lnTo>
                  <a:pt x="8147729" y="2768907"/>
                </a:lnTo>
                <a:lnTo>
                  <a:pt x="8603334" y="3699197"/>
                </a:lnTo>
                <a:lnTo>
                  <a:pt x="9058787" y="2768907"/>
                </a:lnTo>
                <a:lnTo>
                  <a:pt x="9269858" y="2768907"/>
                </a:lnTo>
                <a:lnTo>
                  <a:pt x="8674651" y="3959325"/>
                </a:lnTo>
                <a:lnTo>
                  <a:pt x="8520664" y="3959325"/>
                </a:lnTo>
                <a:close/>
                <a:moveTo>
                  <a:pt x="6265204" y="2768907"/>
                </a:moveTo>
                <a:lnTo>
                  <a:pt x="6349390" y="2768907"/>
                </a:lnTo>
                <a:lnTo>
                  <a:pt x="6458862" y="2768907"/>
                </a:lnTo>
                <a:lnTo>
                  <a:pt x="7379459" y="3699197"/>
                </a:lnTo>
                <a:lnTo>
                  <a:pt x="7379459" y="2768907"/>
                </a:lnTo>
                <a:lnTo>
                  <a:pt x="7574783" y="2768907"/>
                </a:lnTo>
                <a:lnTo>
                  <a:pt x="7574783" y="3959325"/>
                </a:lnTo>
                <a:lnTo>
                  <a:pt x="7379459" y="3959325"/>
                </a:lnTo>
                <a:lnTo>
                  <a:pt x="6458862" y="3030248"/>
                </a:lnTo>
                <a:lnTo>
                  <a:pt x="6458862" y="3959325"/>
                </a:lnTo>
                <a:lnTo>
                  <a:pt x="6265204" y="3959325"/>
                </a:lnTo>
                <a:close/>
                <a:moveTo>
                  <a:pt x="4636746" y="2768907"/>
                </a:moveTo>
                <a:lnTo>
                  <a:pt x="4725625" y="2768907"/>
                </a:lnTo>
                <a:lnTo>
                  <a:pt x="4835098" y="2768907"/>
                </a:lnTo>
                <a:lnTo>
                  <a:pt x="5281164" y="2768907"/>
                </a:lnTo>
                <a:cubicBezTo>
                  <a:pt x="5407140" y="2768907"/>
                  <a:pt x="5515553" y="2789347"/>
                  <a:pt x="5606551" y="2830078"/>
                </a:cubicBezTo>
                <a:cubicBezTo>
                  <a:pt x="5697551" y="2870809"/>
                  <a:pt x="5767352" y="2932130"/>
                  <a:pt x="5816110" y="3014048"/>
                </a:cubicBezTo>
                <a:cubicBezTo>
                  <a:pt x="5864711" y="3096112"/>
                  <a:pt x="5889091" y="3198923"/>
                  <a:pt x="5889091" y="3322781"/>
                </a:cubicBezTo>
                <a:lnTo>
                  <a:pt x="5889091" y="3405301"/>
                </a:lnTo>
                <a:cubicBezTo>
                  <a:pt x="5889091" y="3529156"/>
                  <a:pt x="5864711" y="3631967"/>
                  <a:pt x="5816110" y="3714035"/>
                </a:cubicBezTo>
                <a:cubicBezTo>
                  <a:pt x="5767352" y="3796099"/>
                  <a:pt x="5697551" y="3857423"/>
                  <a:pt x="5606551" y="3898154"/>
                </a:cubicBezTo>
                <a:cubicBezTo>
                  <a:pt x="5515553" y="3938885"/>
                  <a:pt x="5407140" y="3959325"/>
                  <a:pt x="5281164" y="3959325"/>
                </a:cubicBezTo>
                <a:lnTo>
                  <a:pt x="4835098" y="3959325"/>
                </a:lnTo>
                <a:lnTo>
                  <a:pt x="4725625" y="3959325"/>
                </a:lnTo>
                <a:lnTo>
                  <a:pt x="4636746" y="3959325"/>
                </a:lnTo>
                <a:close/>
                <a:moveTo>
                  <a:pt x="0" y="1844070"/>
                </a:moveTo>
                <a:lnTo>
                  <a:pt x="9270620" y="1844070"/>
                </a:lnTo>
                <a:lnTo>
                  <a:pt x="9270620" y="2212762"/>
                </a:lnTo>
                <a:lnTo>
                  <a:pt x="0" y="2212762"/>
                </a:lnTo>
                <a:close/>
                <a:moveTo>
                  <a:pt x="0" y="1475528"/>
                </a:moveTo>
                <a:lnTo>
                  <a:pt x="9270620" y="1475528"/>
                </a:lnTo>
                <a:lnTo>
                  <a:pt x="9270620" y="1660101"/>
                </a:lnTo>
                <a:lnTo>
                  <a:pt x="0" y="1660101"/>
                </a:lnTo>
                <a:close/>
                <a:moveTo>
                  <a:pt x="0" y="0"/>
                </a:moveTo>
                <a:lnTo>
                  <a:pt x="9270620" y="0"/>
                </a:lnTo>
                <a:lnTo>
                  <a:pt x="9270620" y="1106839"/>
                </a:lnTo>
                <a:lnTo>
                  <a:pt x="0" y="1106839"/>
                </a:lnTo>
                <a:close/>
              </a:path>
            </a:pathLst>
          </a:custGeom>
          <a:solidFill>
            <a:schemeClr val="bg1"/>
          </a:solidFill>
        </p:spPr>
        <p:txBody>
          <a:bodyPr wrap="square">
            <a:noAutofit/>
          </a:bodyPr>
          <a:lstStyle>
            <a:lvl1pPr>
              <a:buNone/>
              <a:defRPr sz="100">
                <a:noFill/>
              </a:defRPr>
            </a:lvl1pPr>
          </a:lstStyle>
          <a:p>
            <a:pPr lvl="0"/>
            <a:r>
              <a:rPr lang="en-GB"/>
              <a:t>.</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17" name="SD_FLD_Draft" hidden="1">
            <a:extLst>
              <a:ext uri="{FF2B5EF4-FFF2-40B4-BE49-F238E27FC236}">
                <a16:creationId xmlns:a16="http://schemas.microsoft.com/office/drawing/2014/main" id="{2B6066DB-A88B-4086-9C45-3E39F5CE6D9D}"/>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0" name="SD_FLD_Confidentiality">
            <a:extLst>
              <a:ext uri="{FF2B5EF4-FFF2-40B4-BE49-F238E27FC236}">
                <a16:creationId xmlns:a16="http://schemas.microsoft.com/office/drawing/2014/main" id="{055B6780-3A6A-4D5A-9826-05ABD83C2EB2}"/>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4118495628"/>
      </p:ext>
    </p:extLst>
  </p:cSld>
  <p:clrMapOvr>
    <a:masterClrMapping/>
  </p:clrMapOvr>
  <p:extLst>
    <p:ext uri="{DCECCB84-F9BA-43D5-87BE-67443E8EF086}">
      <p15:sldGuideLst xmlns:p15="http://schemas.microsoft.com/office/powerpoint/2012/main">
        <p15:guide id="1" pos="3501" userDrawn="1">
          <p15:clr>
            <a:srgbClr val="F26B43"/>
          </p15:clr>
        </p15:guide>
        <p15:guide id="2" pos="4177" userDrawn="1">
          <p15:clr>
            <a:srgbClr val="F26B43"/>
          </p15:clr>
        </p15:guide>
        <p15:guide id="3" pos="3839"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two text">
    <p:spTree>
      <p:nvGrpSpPr>
        <p:cNvPr id="1" name=""/>
        <p:cNvGrpSpPr/>
        <p:nvPr/>
      </p:nvGrpSpPr>
      <p:grpSpPr>
        <a:xfrm>
          <a:off x="0" y="0"/>
          <a:ext cx="0" cy="0"/>
          <a:chOff x="0" y="0"/>
          <a:chExt cx="0" cy="0"/>
        </a:xfrm>
      </p:grpSpPr>
      <p:sp>
        <p:nvSpPr>
          <p:cNvPr id="10" name="Picture Placeholder 9"/>
          <p:cNvSpPr>
            <a:spLocks noGrp="1"/>
          </p:cNvSpPr>
          <p:nvPr>
            <p:ph type="pic" sz="quarter" idx="13" hasCustomPrompt="1"/>
          </p:nvPr>
        </p:nvSpPr>
        <p:spPr>
          <a:xfrm>
            <a:off x="0" y="0"/>
            <a:ext cx="6096000" cy="6861600"/>
          </a:xfrm>
          <a:blipFill>
            <a:blip r:embed="rId2"/>
            <a:stretch>
              <a:fillRect/>
            </a:stretch>
          </a:blipFill>
        </p:spPr>
        <p:txBody>
          <a:bodyPr lIns="2916000" tIns="360000" rIns="144000"/>
          <a:lstStyle>
            <a:lvl1pPr marL="0" indent="0" algn="l">
              <a:buNone/>
              <a:defRPr sz="1600" b="0">
                <a:solidFill>
                  <a:schemeClr val="accent4"/>
                </a:solidFill>
              </a:defRPr>
            </a:lvl1pPr>
          </a:lstStyle>
          <a:p>
            <a:r>
              <a:rPr lang="en-GB"/>
              <a:t>Click on picture frame to insert background picture, click on DNV-menu / Image Tools-button / Choose Insert or Paste</a:t>
            </a:r>
          </a:p>
        </p:txBody>
      </p:sp>
      <p:sp>
        <p:nvSpPr>
          <p:cNvPr id="2" name="Title 1"/>
          <p:cNvSpPr>
            <a:spLocks noGrp="1"/>
          </p:cNvSpPr>
          <p:nvPr>
            <p:ph type="title" hasCustomPrompt="1"/>
          </p:nvPr>
        </p:nvSpPr>
        <p:spPr>
          <a:xfrm>
            <a:off x="6631200" y="539750"/>
            <a:ext cx="5018400" cy="936000"/>
          </a:xfrm>
        </p:spPr>
        <p:txBody>
          <a:bodyPr/>
          <a:lstStyle/>
          <a:p>
            <a:r>
              <a:rPr lang="en-GB"/>
              <a:t>Click to add title</a:t>
            </a:r>
          </a:p>
        </p:txBody>
      </p:sp>
      <p:sp>
        <p:nvSpPr>
          <p:cNvPr id="8" name="Text Placeholder 7">
            <a:extLst>
              <a:ext uri="{FF2B5EF4-FFF2-40B4-BE49-F238E27FC236}">
                <a16:creationId xmlns:a16="http://schemas.microsoft.com/office/drawing/2014/main" id="{01A0EF5A-2CB8-465D-882A-DE0FE7C6D3A8}"/>
              </a:ext>
            </a:extLst>
          </p:cNvPr>
          <p:cNvSpPr>
            <a:spLocks noGrp="1"/>
          </p:cNvSpPr>
          <p:nvPr>
            <p:ph type="body" sz="quarter" idx="14" hasCustomPrompt="1"/>
          </p:nvPr>
        </p:nvSpPr>
        <p:spPr>
          <a:xfrm>
            <a:off x="540000" y="1735085"/>
            <a:ext cx="5018400" cy="431651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8" name="Text Placeholder 13">
            <a:extLst>
              <a:ext uri="{FF2B5EF4-FFF2-40B4-BE49-F238E27FC236}">
                <a16:creationId xmlns:a16="http://schemas.microsoft.com/office/drawing/2014/main" id="{76FE3FB9-ADAA-4278-97B4-7AE30B2DA011}"/>
              </a:ext>
            </a:extLst>
          </p:cNvPr>
          <p:cNvSpPr>
            <a:spLocks noGrp="1"/>
          </p:cNvSpPr>
          <p:nvPr>
            <p:ph type="body" sz="quarter" idx="23" hasCustomPrompt="1"/>
          </p:nvPr>
        </p:nvSpPr>
        <p:spPr>
          <a:xfrm>
            <a:off x="6631200" y="1735085"/>
            <a:ext cx="5018400" cy="4306992"/>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17" name="SD_FLD_Draft" hidden="1">
            <a:extLst>
              <a:ext uri="{FF2B5EF4-FFF2-40B4-BE49-F238E27FC236}">
                <a16:creationId xmlns:a16="http://schemas.microsoft.com/office/drawing/2014/main" id="{2B6066DB-A88B-4086-9C45-3E39F5CE6D9D}"/>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0" name="SD_FLD_Confidentiality">
            <a:extLst>
              <a:ext uri="{FF2B5EF4-FFF2-40B4-BE49-F238E27FC236}">
                <a16:creationId xmlns:a16="http://schemas.microsoft.com/office/drawing/2014/main" id="{055B6780-3A6A-4D5A-9826-05ABD83C2EB2}"/>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500116836"/>
      </p:ext>
    </p:extLst>
  </p:cSld>
  <p:clrMapOvr>
    <a:masterClrMapping/>
  </p:clrMapOvr>
  <p:extLst>
    <p:ext uri="{DCECCB84-F9BA-43D5-87BE-67443E8EF086}">
      <p15:sldGuideLst xmlns:p15="http://schemas.microsoft.com/office/powerpoint/2012/main">
        <p15:guide id="1" pos="3501" userDrawn="1">
          <p15:clr>
            <a:srgbClr val="F26B43"/>
          </p15:clr>
        </p15:guide>
        <p15:guide id="2" pos="4177" userDrawn="1">
          <p15:clr>
            <a:srgbClr val="F26B43"/>
          </p15:clr>
        </p15:guide>
        <p15:guide id="3" pos="3840" userDrawn="1">
          <p15:clr>
            <a:srgbClr val="F26B43"/>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wo text A">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5A94F9-752C-4C17-A881-9EC3D1BFC081}"/>
              </a:ext>
            </a:extLst>
          </p:cNvPr>
          <p:cNvSpPr/>
          <p:nvPr userDrawn="1"/>
        </p:nvSpPr>
        <p:spPr bwMode="ltGray">
          <a:xfrm>
            <a:off x="6096000" y="0"/>
            <a:ext cx="6100761" cy="686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21" name="Logo">
            <a:extLst>
              <a:ext uri="{FF2B5EF4-FFF2-40B4-BE49-F238E27FC236}">
                <a16:creationId xmlns:a16="http://schemas.microsoft.com/office/drawing/2014/main" id="{26E38492-38DC-4F62-A1DB-9A97676C26A0}"/>
              </a:ext>
            </a:extLst>
          </p:cNvPr>
          <p:cNvGrpSpPr/>
          <p:nvPr userDrawn="1"/>
        </p:nvGrpSpPr>
        <p:grpSpPr>
          <a:xfrm>
            <a:off x="10893210" y="6350918"/>
            <a:ext cx="755843" cy="322808"/>
            <a:chOff x="6380216" y="4059273"/>
            <a:chExt cx="2905863" cy="1241045"/>
          </a:xfrm>
          <a:solidFill>
            <a:schemeClr val="bg1"/>
          </a:solidFill>
        </p:grpSpPr>
        <p:sp>
          <p:nvSpPr>
            <p:cNvPr id="22" name="Freeform: Shape 21">
              <a:extLst>
                <a:ext uri="{FF2B5EF4-FFF2-40B4-BE49-F238E27FC236}">
                  <a16:creationId xmlns:a16="http://schemas.microsoft.com/office/drawing/2014/main" id="{B9EC2D85-7D36-4AED-AD50-B03C0C97ABBA}"/>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grpFill/>
            <a:ln w="4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6A2EAFAB-3C70-48F7-9D3F-051715B6123C}"/>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grpFill/>
            <a:ln w="473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6D310211-76A4-4411-88BA-72405A8FD557}"/>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grpFill/>
            <a:ln w="473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23CAD2A2-AFBE-49CC-AAB3-10D0B317330B}"/>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grpFill/>
            <a:ln w="4731"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986E3357-ACD2-4FEB-A799-CCA900A77E5A}"/>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grpFill/>
            <a:ln w="4731" cap="flat">
              <a:noFill/>
              <a:prstDash val="solid"/>
              <a:miter/>
            </a:ln>
          </p:spPr>
          <p:txBody>
            <a:bodyPr rtlCol="0" anchor="ctr"/>
            <a:lstStyle/>
            <a:p>
              <a:endParaRPr lang="en-GB"/>
            </a:p>
          </p:txBody>
        </p:sp>
        <p:sp>
          <p:nvSpPr>
            <p:cNvPr id="27" name="Freeform: Shape 26">
              <a:extLst>
                <a:ext uri="{FF2B5EF4-FFF2-40B4-BE49-F238E27FC236}">
                  <a16:creationId xmlns:a16="http://schemas.microsoft.com/office/drawing/2014/main" id="{0A32E6E2-28C5-4015-AD5C-7B36FECA67F8}"/>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grpFill/>
            <a:ln w="4731" cap="flat">
              <a:noFill/>
              <a:prstDash val="solid"/>
              <a:miter/>
            </a:ln>
          </p:spPr>
          <p:txBody>
            <a:bodyPr rtlCol="0" anchor="ctr"/>
            <a:lstStyle/>
            <a:p>
              <a:endParaRPr lang="en-GB"/>
            </a:p>
          </p:txBody>
        </p:sp>
      </p:grpSp>
      <p:sp>
        <p:nvSpPr>
          <p:cNvPr id="2" name="Title 1"/>
          <p:cNvSpPr>
            <a:spLocks noGrp="1"/>
          </p:cNvSpPr>
          <p:nvPr>
            <p:ph type="title" hasCustomPrompt="1"/>
          </p:nvPr>
        </p:nvSpPr>
        <p:spPr>
          <a:xfrm>
            <a:off x="539751" y="539750"/>
            <a:ext cx="5018400" cy="936000"/>
          </a:xfrm>
        </p:spPr>
        <p:txBody>
          <a:bodyPr/>
          <a:lstStyle>
            <a:lvl1pPr>
              <a:defRPr/>
            </a:lvl1pPr>
          </a:lstStyle>
          <a:p>
            <a:r>
              <a:rPr lang="en-GB"/>
              <a:t>Click to add title</a:t>
            </a:r>
          </a:p>
        </p:txBody>
      </p:sp>
      <p:sp>
        <p:nvSpPr>
          <p:cNvPr id="18" name="Text Placeholder 7">
            <a:extLst>
              <a:ext uri="{FF2B5EF4-FFF2-40B4-BE49-F238E27FC236}">
                <a16:creationId xmlns:a16="http://schemas.microsoft.com/office/drawing/2014/main" id="{7FF2DD87-B8CA-45C0-BA1C-B49C8E227569}"/>
              </a:ext>
            </a:extLst>
          </p:cNvPr>
          <p:cNvSpPr>
            <a:spLocks noGrp="1"/>
          </p:cNvSpPr>
          <p:nvPr>
            <p:ph type="body" sz="quarter" idx="14" hasCustomPrompt="1"/>
          </p:nvPr>
        </p:nvSpPr>
        <p:spPr>
          <a:xfrm>
            <a:off x="539998" y="1735085"/>
            <a:ext cx="5018400" cy="4311704"/>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9" name="Text Placeholder 10">
            <a:extLst>
              <a:ext uri="{FF2B5EF4-FFF2-40B4-BE49-F238E27FC236}">
                <a16:creationId xmlns:a16="http://schemas.microsoft.com/office/drawing/2014/main" id="{EDAF23F1-B8C0-484A-B65F-256F7805880F}"/>
              </a:ext>
            </a:extLst>
          </p:cNvPr>
          <p:cNvSpPr>
            <a:spLocks noGrp="1"/>
          </p:cNvSpPr>
          <p:nvPr>
            <p:ph type="body" sz="quarter" idx="15" hasCustomPrompt="1"/>
          </p:nvPr>
        </p:nvSpPr>
        <p:spPr>
          <a:xfrm>
            <a:off x="6631200" y="539751"/>
            <a:ext cx="5018400" cy="936000"/>
          </a:xfrm>
        </p:spPr>
        <p:txBody>
          <a:bodyPr/>
          <a:lstStyle>
            <a:lvl1pPr marL="0" indent="0">
              <a:lnSpc>
                <a:spcPct val="83000"/>
              </a:lnSpc>
              <a:spcBef>
                <a:spcPts val="0"/>
              </a:spcBef>
              <a:buFontTx/>
              <a:buNone/>
              <a:defRPr sz="3600" b="0">
                <a:solidFill>
                  <a:schemeClr val="bg1"/>
                </a:solidFill>
              </a:defRPr>
            </a:lvl1pPr>
            <a:lvl2pPr marL="0" indent="0">
              <a:lnSpc>
                <a:spcPct val="83000"/>
              </a:lnSpc>
              <a:spcBef>
                <a:spcPts val="0"/>
              </a:spcBef>
              <a:buFontTx/>
              <a:buNone/>
              <a:defRPr sz="3600" b="0">
                <a:solidFill>
                  <a:schemeClr val="bg1"/>
                </a:solidFill>
              </a:defRPr>
            </a:lvl2pPr>
            <a:lvl3pPr marL="0" indent="0">
              <a:lnSpc>
                <a:spcPct val="83000"/>
              </a:lnSpc>
              <a:spcBef>
                <a:spcPts val="0"/>
              </a:spcBef>
              <a:buFontTx/>
              <a:buNone/>
              <a:defRPr sz="3600" b="0">
                <a:solidFill>
                  <a:schemeClr val="bg1"/>
                </a:solidFill>
              </a:defRPr>
            </a:lvl3pPr>
            <a:lvl4pPr marL="0" indent="0">
              <a:lnSpc>
                <a:spcPct val="83000"/>
              </a:lnSpc>
              <a:spcBef>
                <a:spcPts val="0"/>
              </a:spcBef>
              <a:buFontTx/>
              <a:buNone/>
              <a:defRPr sz="3600" b="0">
                <a:solidFill>
                  <a:schemeClr val="bg1"/>
                </a:solidFill>
              </a:defRPr>
            </a:lvl4pPr>
            <a:lvl5pPr marL="0" indent="0">
              <a:lnSpc>
                <a:spcPct val="83000"/>
              </a:lnSpc>
              <a:spcBef>
                <a:spcPts val="0"/>
              </a:spcBef>
              <a:buFontTx/>
              <a:buNone/>
              <a:defRPr sz="3600" b="0">
                <a:solidFill>
                  <a:schemeClr val="bg1"/>
                </a:solidFill>
              </a:defRPr>
            </a:lvl5pPr>
            <a:lvl6pPr marL="0" indent="0">
              <a:lnSpc>
                <a:spcPct val="83000"/>
              </a:lnSpc>
              <a:spcBef>
                <a:spcPts val="0"/>
              </a:spcBef>
              <a:buFontTx/>
              <a:buNone/>
              <a:defRPr sz="3600" b="0">
                <a:solidFill>
                  <a:schemeClr val="bg1"/>
                </a:solidFill>
              </a:defRPr>
            </a:lvl6pPr>
            <a:lvl7pPr marL="0" indent="0">
              <a:lnSpc>
                <a:spcPct val="83000"/>
              </a:lnSpc>
              <a:spcBef>
                <a:spcPts val="0"/>
              </a:spcBef>
              <a:buFontTx/>
              <a:buNone/>
              <a:defRPr sz="3600" b="0">
                <a:solidFill>
                  <a:schemeClr val="bg1"/>
                </a:solidFill>
              </a:defRPr>
            </a:lvl7pPr>
            <a:lvl8pPr marL="0" indent="0">
              <a:lnSpc>
                <a:spcPct val="83000"/>
              </a:lnSpc>
              <a:spcBef>
                <a:spcPts val="0"/>
              </a:spcBef>
              <a:buFontTx/>
              <a:buNone/>
              <a:defRPr sz="3600" b="0">
                <a:solidFill>
                  <a:schemeClr val="bg1"/>
                </a:solidFill>
              </a:defRPr>
            </a:lvl8pPr>
            <a:lvl9pPr marL="0" indent="0">
              <a:lnSpc>
                <a:spcPct val="83000"/>
              </a:lnSpc>
              <a:buFontTx/>
              <a:buNone/>
              <a:defRPr sz="3600" b="0">
                <a:solidFill>
                  <a:schemeClr val="bg1"/>
                </a:solidFill>
              </a:defRPr>
            </a:lvl9pPr>
          </a:lstStyle>
          <a:p>
            <a:pPr lvl="0"/>
            <a:r>
              <a:rPr lang="en-GB"/>
              <a:t>Click to add title</a:t>
            </a:r>
          </a:p>
          <a:p>
            <a:pPr lvl="1"/>
            <a:endParaRPr lang="en-GB"/>
          </a:p>
        </p:txBody>
      </p:sp>
      <p:sp>
        <p:nvSpPr>
          <p:cNvPr id="20" name="Text Placeholder 13">
            <a:extLst>
              <a:ext uri="{FF2B5EF4-FFF2-40B4-BE49-F238E27FC236}">
                <a16:creationId xmlns:a16="http://schemas.microsoft.com/office/drawing/2014/main" id="{12B098D5-A529-4245-95A8-157EA2D18973}"/>
              </a:ext>
            </a:extLst>
          </p:cNvPr>
          <p:cNvSpPr>
            <a:spLocks noGrp="1"/>
          </p:cNvSpPr>
          <p:nvPr>
            <p:ph type="body" sz="quarter" idx="23" hasCustomPrompt="1"/>
          </p:nvPr>
        </p:nvSpPr>
        <p:spPr>
          <a:xfrm>
            <a:off x="6631200" y="1735085"/>
            <a:ext cx="5018400" cy="43069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BA07366-CB75-4AA8-9E5B-928B849F427C}" type="slidenum">
              <a:rPr lang="en-GB" smtClean="0"/>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28" name="SD_FLD_Draft" hidden="1">
            <a:extLst>
              <a:ext uri="{FF2B5EF4-FFF2-40B4-BE49-F238E27FC236}">
                <a16:creationId xmlns:a16="http://schemas.microsoft.com/office/drawing/2014/main" id="{5DD1835E-D50E-44DD-A77D-BAA84197440E}"/>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9" name="SD_FLD_Confidentiality">
            <a:extLst>
              <a:ext uri="{FF2B5EF4-FFF2-40B4-BE49-F238E27FC236}">
                <a16:creationId xmlns:a16="http://schemas.microsoft.com/office/drawing/2014/main" id="{D8504C57-0921-4562-9BB3-9AB2F26367D5}"/>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1363615765"/>
      </p:ext>
    </p:extLst>
  </p:cSld>
  <p:clrMapOvr>
    <a:masterClrMapping/>
  </p:clrMapOvr>
  <p:extLst>
    <p:ext uri="{DCECCB84-F9BA-43D5-87BE-67443E8EF086}">
      <p15:sldGuideLst xmlns:p15="http://schemas.microsoft.com/office/powerpoint/2012/main">
        <p15:guide id="1" pos="3501" userDrawn="1">
          <p15:clr>
            <a:srgbClr val="F26B43"/>
          </p15:clr>
        </p15:guide>
        <p15:guide id="2" pos="4177" userDrawn="1">
          <p15:clr>
            <a:srgbClr val="F26B43"/>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text B">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5A94F9-752C-4C17-A881-9EC3D1BFC081}"/>
              </a:ext>
            </a:extLst>
          </p:cNvPr>
          <p:cNvSpPr/>
          <p:nvPr userDrawn="1"/>
        </p:nvSpPr>
        <p:spPr bwMode="ltGray">
          <a:xfrm>
            <a:off x="0" y="0"/>
            <a:ext cx="6100761" cy="686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sp>
        <p:nvSpPr>
          <p:cNvPr id="2" name="Title 1"/>
          <p:cNvSpPr>
            <a:spLocks noGrp="1"/>
          </p:cNvSpPr>
          <p:nvPr>
            <p:ph type="title" hasCustomPrompt="1"/>
          </p:nvPr>
        </p:nvSpPr>
        <p:spPr>
          <a:xfrm>
            <a:off x="539751" y="539750"/>
            <a:ext cx="5018400" cy="936000"/>
          </a:xfrm>
        </p:spPr>
        <p:txBody>
          <a:bodyPr/>
          <a:lstStyle>
            <a:lvl1pPr>
              <a:defRPr>
                <a:solidFill>
                  <a:schemeClr val="bg1"/>
                </a:solidFill>
              </a:defRPr>
            </a:lvl1pPr>
          </a:lstStyle>
          <a:p>
            <a:r>
              <a:rPr lang="en-GB"/>
              <a:t>Click to add title</a:t>
            </a:r>
          </a:p>
        </p:txBody>
      </p:sp>
      <p:sp>
        <p:nvSpPr>
          <p:cNvPr id="18" name="Text Placeholder 7">
            <a:extLst>
              <a:ext uri="{FF2B5EF4-FFF2-40B4-BE49-F238E27FC236}">
                <a16:creationId xmlns:a16="http://schemas.microsoft.com/office/drawing/2014/main" id="{7FF2DD87-B8CA-45C0-BA1C-B49C8E227569}"/>
              </a:ext>
            </a:extLst>
          </p:cNvPr>
          <p:cNvSpPr>
            <a:spLocks noGrp="1"/>
          </p:cNvSpPr>
          <p:nvPr>
            <p:ph type="body" sz="quarter" idx="14" hasCustomPrompt="1"/>
          </p:nvPr>
        </p:nvSpPr>
        <p:spPr>
          <a:xfrm>
            <a:off x="536446" y="1735085"/>
            <a:ext cx="5018400" cy="431170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19" name="Text Placeholder 10">
            <a:extLst>
              <a:ext uri="{FF2B5EF4-FFF2-40B4-BE49-F238E27FC236}">
                <a16:creationId xmlns:a16="http://schemas.microsoft.com/office/drawing/2014/main" id="{EDAF23F1-B8C0-484A-B65F-256F7805880F}"/>
              </a:ext>
            </a:extLst>
          </p:cNvPr>
          <p:cNvSpPr>
            <a:spLocks noGrp="1"/>
          </p:cNvSpPr>
          <p:nvPr>
            <p:ph type="body" sz="quarter" idx="15" hasCustomPrompt="1"/>
          </p:nvPr>
        </p:nvSpPr>
        <p:spPr>
          <a:xfrm>
            <a:off x="6631200" y="539751"/>
            <a:ext cx="5018400" cy="936000"/>
          </a:xfrm>
        </p:spPr>
        <p:txBody>
          <a:bodyPr/>
          <a:lstStyle>
            <a:lvl1pPr marL="0" indent="0">
              <a:lnSpc>
                <a:spcPct val="83000"/>
              </a:lnSpc>
              <a:spcBef>
                <a:spcPts val="0"/>
              </a:spcBef>
              <a:buFontTx/>
              <a:buNone/>
              <a:defRPr sz="3600" b="0">
                <a:solidFill>
                  <a:schemeClr val="accent1"/>
                </a:solidFill>
              </a:defRPr>
            </a:lvl1pPr>
            <a:lvl2pPr marL="0" indent="0">
              <a:lnSpc>
                <a:spcPct val="83000"/>
              </a:lnSpc>
              <a:spcBef>
                <a:spcPts val="0"/>
              </a:spcBef>
              <a:buFontTx/>
              <a:buNone/>
              <a:defRPr sz="3600" b="0">
                <a:solidFill>
                  <a:schemeClr val="accent1"/>
                </a:solidFill>
              </a:defRPr>
            </a:lvl2pPr>
            <a:lvl3pPr marL="0" indent="0">
              <a:lnSpc>
                <a:spcPct val="83000"/>
              </a:lnSpc>
              <a:spcBef>
                <a:spcPts val="0"/>
              </a:spcBef>
              <a:buFontTx/>
              <a:buNone/>
              <a:defRPr sz="3600" b="0">
                <a:solidFill>
                  <a:schemeClr val="bg1"/>
                </a:solidFill>
              </a:defRPr>
            </a:lvl3pPr>
            <a:lvl4pPr marL="0" indent="0">
              <a:lnSpc>
                <a:spcPct val="83000"/>
              </a:lnSpc>
              <a:spcBef>
                <a:spcPts val="0"/>
              </a:spcBef>
              <a:buFontTx/>
              <a:buNone/>
              <a:defRPr sz="3600" b="0">
                <a:solidFill>
                  <a:schemeClr val="bg1"/>
                </a:solidFill>
              </a:defRPr>
            </a:lvl4pPr>
            <a:lvl5pPr marL="0" indent="0">
              <a:lnSpc>
                <a:spcPct val="83000"/>
              </a:lnSpc>
              <a:spcBef>
                <a:spcPts val="0"/>
              </a:spcBef>
              <a:buFontTx/>
              <a:buNone/>
              <a:defRPr sz="3600" b="0">
                <a:solidFill>
                  <a:schemeClr val="bg1"/>
                </a:solidFill>
              </a:defRPr>
            </a:lvl5pPr>
            <a:lvl6pPr marL="0" indent="0">
              <a:lnSpc>
                <a:spcPct val="83000"/>
              </a:lnSpc>
              <a:spcBef>
                <a:spcPts val="0"/>
              </a:spcBef>
              <a:buFontTx/>
              <a:buNone/>
              <a:defRPr sz="3600" b="0">
                <a:solidFill>
                  <a:schemeClr val="bg1"/>
                </a:solidFill>
              </a:defRPr>
            </a:lvl6pPr>
            <a:lvl7pPr marL="0" indent="0">
              <a:lnSpc>
                <a:spcPct val="83000"/>
              </a:lnSpc>
              <a:spcBef>
                <a:spcPts val="0"/>
              </a:spcBef>
              <a:buFontTx/>
              <a:buNone/>
              <a:defRPr sz="3600" b="0">
                <a:solidFill>
                  <a:schemeClr val="bg1"/>
                </a:solidFill>
              </a:defRPr>
            </a:lvl7pPr>
            <a:lvl8pPr marL="0" indent="0">
              <a:lnSpc>
                <a:spcPct val="83000"/>
              </a:lnSpc>
              <a:spcBef>
                <a:spcPts val="0"/>
              </a:spcBef>
              <a:buFontTx/>
              <a:buNone/>
              <a:defRPr sz="3600" b="0">
                <a:solidFill>
                  <a:schemeClr val="bg1"/>
                </a:solidFill>
              </a:defRPr>
            </a:lvl8pPr>
            <a:lvl9pPr marL="0" indent="0">
              <a:lnSpc>
                <a:spcPct val="83000"/>
              </a:lnSpc>
              <a:buFontTx/>
              <a:buNone/>
              <a:defRPr sz="3600" b="0">
                <a:solidFill>
                  <a:schemeClr val="bg1"/>
                </a:solidFill>
              </a:defRPr>
            </a:lvl9pPr>
          </a:lstStyle>
          <a:p>
            <a:pPr lvl="0"/>
            <a:r>
              <a:rPr lang="en-GB"/>
              <a:t>Click to add title</a:t>
            </a:r>
          </a:p>
          <a:p>
            <a:pPr lvl="1"/>
            <a:endParaRPr lang="en-GB"/>
          </a:p>
        </p:txBody>
      </p:sp>
      <p:sp>
        <p:nvSpPr>
          <p:cNvPr id="20" name="Text Placeholder 13">
            <a:extLst>
              <a:ext uri="{FF2B5EF4-FFF2-40B4-BE49-F238E27FC236}">
                <a16:creationId xmlns:a16="http://schemas.microsoft.com/office/drawing/2014/main" id="{12B098D5-A529-4245-95A8-157EA2D18973}"/>
              </a:ext>
            </a:extLst>
          </p:cNvPr>
          <p:cNvSpPr>
            <a:spLocks noGrp="1"/>
          </p:cNvSpPr>
          <p:nvPr>
            <p:ph type="body" sz="quarter" idx="23" hasCustomPrompt="1"/>
          </p:nvPr>
        </p:nvSpPr>
        <p:spPr>
          <a:xfrm>
            <a:off x="6631200" y="1735085"/>
            <a:ext cx="5018400" cy="4306992"/>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pPr lvl="0"/>
            <a:r>
              <a:rPr lang="en-GB"/>
              <a:t>Click to add text</a:t>
            </a:r>
          </a:p>
          <a:p>
            <a:pPr lvl="1"/>
            <a:r>
              <a:rPr lang="en-GB"/>
              <a:t>Second level</a:t>
            </a:r>
          </a:p>
          <a:p>
            <a:pPr lvl="2"/>
            <a:r>
              <a:rPr lang="en-GB"/>
              <a:t>Third level</a:t>
            </a:r>
          </a:p>
          <a:p>
            <a:pPr lvl="3"/>
            <a:r>
              <a:rPr lang="en-GB"/>
              <a:t>Fourth level</a:t>
            </a:r>
          </a:p>
          <a:p>
            <a:pPr lvl="4"/>
            <a:r>
              <a:rPr lang="en-GB"/>
              <a:t>Fifth level</a:t>
            </a:r>
          </a:p>
          <a:p>
            <a:pPr lvl="5"/>
            <a:r>
              <a:rPr lang="en-GB"/>
              <a:t>6</a:t>
            </a:r>
          </a:p>
          <a:p>
            <a:pPr lvl="6"/>
            <a:r>
              <a:rPr lang="en-GB"/>
              <a:t>7</a:t>
            </a:r>
          </a:p>
          <a:p>
            <a:pPr lvl="7"/>
            <a:r>
              <a:rPr lang="en-GB"/>
              <a:t>8</a:t>
            </a:r>
          </a:p>
          <a:p>
            <a:pPr lvl="8"/>
            <a:r>
              <a:rPr lang="en-GB"/>
              <a:t>9</a:t>
            </a:r>
          </a:p>
        </p:txBody>
      </p:sp>
      <p:sp>
        <p:nvSpPr>
          <p:cNvPr id="5" name="Date Placeholder 4"/>
          <p:cNvSpPr>
            <a:spLocks noGrp="1"/>
          </p:cNvSpPr>
          <p:nvPr>
            <p:ph type="dt" sz="half" idx="10"/>
          </p:nvPr>
        </p:nvSpPr>
        <p:spPr>
          <a:xfrm>
            <a:off x="0" y="6858000"/>
            <a:ext cx="0" cy="0"/>
          </a:xfrm>
        </p:spPr>
        <p:txBody>
          <a:bodyPr/>
          <a:lstStyle/>
          <a:p>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28" name="SD_FLD_Draft" hidden="1">
            <a:extLst>
              <a:ext uri="{FF2B5EF4-FFF2-40B4-BE49-F238E27FC236}">
                <a16:creationId xmlns:a16="http://schemas.microsoft.com/office/drawing/2014/main" id="{5DD1835E-D50E-44DD-A77D-BAA84197440E}"/>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9" name="SD_FLD_Confidentiality">
            <a:extLst>
              <a:ext uri="{FF2B5EF4-FFF2-40B4-BE49-F238E27FC236}">
                <a16:creationId xmlns:a16="http://schemas.microsoft.com/office/drawing/2014/main" id="{D8504C57-0921-4562-9BB3-9AB2F26367D5}"/>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grpSp>
        <p:nvGrpSpPr>
          <p:cNvPr id="30" name="Logo">
            <a:extLst>
              <a:ext uri="{FF2B5EF4-FFF2-40B4-BE49-F238E27FC236}">
                <a16:creationId xmlns:a16="http://schemas.microsoft.com/office/drawing/2014/main" id="{9797F799-9D4E-44C1-9C94-5D81A10E73BB}"/>
              </a:ext>
            </a:extLst>
          </p:cNvPr>
          <p:cNvGrpSpPr/>
          <p:nvPr userDrawn="1"/>
        </p:nvGrpSpPr>
        <p:grpSpPr>
          <a:xfrm>
            <a:off x="10893210" y="6350918"/>
            <a:ext cx="755843" cy="322808"/>
            <a:chOff x="6380216" y="4059273"/>
            <a:chExt cx="2905863" cy="1241045"/>
          </a:xfrm>
        </p:grpSpPr>
        <p:sp>
          <p:nvSpPr>
            <p:cNvPr id="31" name="Freeform: Shape 30">
              <a:extLst>
                <a:ext uri="{FF2B5EF4-FFF2-40B4-BE49-F238E27FC236}">
                  <a16:creationId xmlns:a16="http://schemas.microsoft.com/office/drawing/2014/main" id="{395478A4-BD9D-4AF3-830D-D8C4ECC8BD67}"/>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26D1A283-D484-41F6-8D7E-9FA95DDC6EEE}"/>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C60C41DB-E2AE-48EB-9E60-96525D5D2BA1}"/>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727B6332-097C-4B17-BAF1-B2B881F421E7}"/>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35" name="Freeform: Shape 34">
              <a:extLst>
                <a:ext uri="{FF2B5EF4-FFF2-40B4-BE49-F238E27FC236}">
                  <a16:creationId xmlns:a16="http://schemas.microsoft.com/office/drawing/2014/main" id="{0AB1D607-7CB2-48A4-9112-F1F9E5B66AB3}"/>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36" name="Freeform: Shape 35">
              <a:extLst>
                <a:ext uri="{FF2B5EF4-FFF2-40B4-BE49-F238E27FC236}">
                  <a16:creationId xmlns:a16="http://schemas.microsoft.com/office/drawing/2014/main" id="{D5111258-3B5D-4ADA-94B5-170A44D042C4}"/>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Tree>
    <p:extLst>
      <p:ext uri="{BB962C8B-B14F-4D97-AF65-F5344CB8AC3E}">
        <p14:creationId xmlns:p14="http://schemas.microsoft.com/office/powerpoint/2010/main" val="2556175299"/>
      </p:ext>
    </p:extLst>
  </p:cSld>
  <p:clrMapOvr>
    <a:masterClrMapping/>
  </p:clrMapOvr>
  <p:extLst>
    <p:ext uri="{DCECCB84-F9BA-43D5-87BE-67443E8EF086}">
      <p15:sldGuideLst xmlns:p15="http://schemas.microsoft.com/office/powerpoint/2012/main">
        <p15:guide id="1" pos="3501" userDrawn="1">
          <p15:clr>
            <a:srgbClr val="F26B43"/>
          </p15:clr>
        </p15:guide>
        <p15:guide id="2" pos="4177" userDrawn="1">
          <p15:clr>
            <a:srgbClr val="F26B43"/>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mparision A">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5A94F9-752C-4C17-A881-9EC3D1BFC081}"/>
              </a:ext>
            </a:extLst>
          </p:cNvPr>
          <p:cNvSpPr/>
          <p:nvPr userDrawn="1"/>
        </p:nvSpPr>
        <p:spPr bwMode="ltGray">
          <a:xfrm>
            <a:off x="1" y="0"/>
            <a:ext cx="6096000" cy="686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grpSp>
        <p:nvGrpSpPr>
          <p:cNvPr id="28" name="Logo">
            <a:extLst>
              <a:ext uri="{FF2B5EF4-FFF2-40B4-BE49-F238E27FC236}">
                <a16:creationId xmlns:a16="http://schemas.microsoft.com/office/drawing/2014/main" id="{2A4DCA37-D5BC-45B5-969C-67CBA623350D}"/>
              </a:ext>
            </a:extLst>
          </p:cNvPr>
          <p:cNvGrpSpPr/>
          <p:nvPr userDrawn="1"/>
        </p:nvGrpSpPr>
        <p:grpSpPr>
          <a:xfrm>
            <a:off x="10893210" y="6350918"/>
            <a:ext cx="755843" cy="322808"/>
            <a:chOff x="6380216" y="4059273"/>
            <a:chExt cx="2905863" cy="1241045"/>
          </a:xfrm>
        </p:grpSpPr>
        <p:sp>
          <p:nvSpPr>
            <p:cNvPr id="29" name="Freeform: Shape 28">
              <a:extLst>
                <a:ext uri="{FF2B5EF4-FFF2-40B4-BE49-F238E27FC236}">
                  <a16:creationId xmlns:a16="http://schemas.microsoft.com/office/drawing/2014/main" id="{9CC60709-F769-498C-8576-9765B07F378C}"/>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30" name="Freeform: Shape 29">
              <a:extLst>
                <a:ext uri="{FF2B5EF4-FFF2-40B4-BE49-F238E27FC236}">
                  <a16:creationId xmlns:a16="http://schemas.microsoft.com/office/drawing/2014/main" id="{8FAFB28D-E363-4553-84FE-9D1E73CCA326}"/>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31" name="Freeform: Shape 30">
              <a:extLst>
                <a:ext uri="{FF2B5EF4-FFF2-40B4-BE49-F238E27FC236}">
                  <a16:creationId xmlns:a16="http://schemas.microsoft.com/office/drawing/2014/main" id="{868CF8D9-4524-464E-96BB-446077DFCF9E}"/>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32" name="Freeform: Shape 31">
              <a:extLst>
                <a:ext uri="{FF2B5EF4-FFF2-40B4-BE49-F238E27FC236}">
                  <a16:creationId xmlns:a16="http://schemas.microsoft.com/office/drawing/2014/main" id="{D70695EC-0262-4050-8C36-B81EAE73A086}"/>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33" name="Freeform: Shape 32">
              <a:extLst>
                <a:ext uri="{FF2B5EF4-FFF2-40B4-BE49-F238E27FC236}">
                  <a16:creationId xmlns:a16="http://schemas.microsoft.com/office/drawing/2014/main" id="{0BE55B35-BCD3-452D-ACF7-4C9EE830DAF9}"/>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34" name="Freeform: Shape 33">
              <a:extLst>
                <a:ext uri="{FF2B5EF4-FFF2-40B4-BE49-F238E27FC236}">
                  <a16:creationId xmlns:a16="http://schemas.microsoft.com/office/drawing/2014/main" id="{A3507E5F-080B-4B43-8774-A56A2FC9A2FD}"/>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18" name="Text Placeholder 7">
            <a:extLst>
              <a:ext uri="{FF2B5EF4-FFF2-40B4-BE49-F238E27FC236}">
                <a16:creationId xmlns:a16="http://schemas.microsoft.com/office/drawing/2014/main" id="{7FF2DD87-B8CA-45C0-BA1C-B49C8E227569}"/>
              </a:ext>
            </a:extLst>
          </p:cNvPr>
          <p:cNvSpPr>
            <a:spLocks noGrp="1"/>
          </p:cNvSpPr>
          <p:nvPr>
            <p:ph type="body" sz="quarter" idx="14" hasCustomPrompt="1"/>
          </p:nvPr>
        </p:nvSpPr>
        <p:spPr>
          <a:xfrm>
            <a:off x="540000" y="539750"/>
            <a:ext cx="5017838" cy="5507039"/>
          </a:xfrm>
        </p:spPr>
        <p:txBody>
          <a:bodyPr anchor="ctr" anchorCtr="0"/>
          <a:lstStyle>
            <a:lvl1pPr marL="0" indent="0" algn="ctr">
              <a:lnSpc>
                <a:spcPct val="83000"/>
              </a:lnSpc>
              <a:spcBef>
                <a:spcPts val="0"/>
              </a:spcBef>
              <a:buNone/>
              <a:defRPr sz="6000">
                <a:solidFill>
                  <a:schemeClr val="bg1"/>
                </a:solidFill>
              </a:defRPr>
            </a:lvl1pPr>
            <a:lvl2pPr>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p:txBody>
      </p:sp>
      <p:sp>
        <p:nvSpPr>
          <p:cNvPr id="19" name="Text Placeholder 10">
            <a:extLst>
              <a:ext uri="{FF2B5EF4-FFF2-40B4-BE49-F238E27FC236}">
                <a16:creationId xmlns:a16="http://schemas.microsoft.com/office/drawing/2014/main" id="{EDAF23F1-B8C0-484A-B65F-256F7805880F}"/>
              </a:ext>
            </a:extLst>
          </p:cNvPr>
          <p:cNvSpPr>
            <a:spLocks noGrp="1"/>
          </p:cNvSpPr>
          <p:nvPr>
            <p:ph type="body" sz="quarter" idx="15" hasCustomPrompt="1"/>
          </p:nvPr>
        </p:nvSpPr>
        <p:spPr>
          <a:xfrm>
            <a:off x="6635999" y="539750"/>
            <a:ext cx="5019555" cy="5502327"/>
          </a:xfrm>
        </p:spPr>
        <p:txBody>
          <a:bodyPr anchor="ctr" anchorCtr="0"/>
          <a:lstStyle>
            <a:lvl1pPr marL="0" indent="0" algn="ctr">
              <a:lnSpc>
                <a:spcPct val="83000"/>
              </a:lnSpc>
              <a:spcBef>
                <a:spcPts val="0"/>
              </a:spcBef>
              <a:buNone/>
              <a:defRPr sz="6000">
                <a:solidFill>
                  <a:schemeClr val="accent1"/>
                </a:solidFill>
              </a:defRPr>
            </a:lvl1pPr>
            <a:lvl2pPr marL="0" indent="0" algn="ctr">
              <a:buNone/>
              <a:defRPr>
                <a:solidFill>
                  <a:schemeClr val="accent1"/>
                </a:solidFill>
              </a:defRPr>
            </a:lvl2pPr>
            <a:lvl3pPr marL="0" indent="0" algn="ctr">
              <a:buNone/>
              <a:defRPr>
                <a:solidFill>
                  <a:schemeClr val="accent1"/>
                </a:solidFill>
              </a:defRPr>
            </a:lvl3pPr>
            <a:lvl4pPr marL="0" indent="0" algn="ctr">
              <a:buNone/>
              <a:defRPr>
                <a:solidFill>
                  <a:schemeClr val="accent1"/>
                </a:solidFill>
              </a:defRPr>
            </a:lvl4pPr>
            <a:lvl5pPr marL="0" indent="0" algn="ctr">
              <a:buNone/>
              <a:defRPr>
                <a:solidFill>
                  <a:schemeClr val="accent1"/>
                </a:solidFill>
              </a:defRPr>
            </a:lvl5pPr>
            <a:lvl6pPr marL="0" indent="0" algn="ctr">
              <a:buNone/>
              <a:defRPr>
                <a:solidFill>
                  <a:schemeClr val="accent1"/>
                </a:solidFill>
              </a:defRPr>
            </a:lvl6pPr>
            <a:lvl7pPr marL="0" indent="0" algn="ctr">
              <a:buNone/>
              <a:defRPr>
                <a:solidFill>
                  <a:schemeClr val="accent1"/>
                </a:solidFill>
              </a:defRPr>
            </a:lvl7pPr>
            <a:lvl8pPr marL="0" indent="0" algn="ctr">
              <a:buNone/>
              <a:defRPr>
                <a:solidFill>
                  <a:schemeClr val="accent1"/>
                </a:solidFill>
              </a:defRPr>
            </a:lvl8pPr>
            <a:lvl9pPr marL="0" indent="0" algn="ctr">
              <a:buNone/>
              <a:defRPr>
                <a:solidFill>
                  <a:schemeClr val="accent1"/>
                </a:solidFill>
              </a:defRPr>
            </a:lvl9pPr>
          </a:lstStyle>
          <a:p>
            <a:pPr lvl="0"/>
            <a:r>
              <a:rPr lang="en-GB"/>
              <a:t>Click to add text</a:t>
            </a:r>
          </a:p>
        </p:txBody>
      </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20" name="SD_FLD_Draft" hidden="1">
            <a:extLst>
              <a:ext uri="{FF2B5EF4-FFF2-40B4-BE49-F238E27FC236}">
                <a16:creationId xmlns:a16="http://schemas.microsoft.com/office/drawing/2014/main" id="{CBE67342-2E3A-472F-99DC-5A501BFB7EA7}"/>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1" name="SD_FLD_Confidentiality">
            <a:extLst>
              <a:ext uri="{FF2B5EF4-FFF2-40B4-BE49-F238E27FC236}">
                <a16:creationId xmlns:a16="http://schemas.microsoft.com/office/drawing/2014/main" id="{ED9239D1-7B53-4A1A-9075-35947DE7366F}"/>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2660691095"/>
      </p:ext>
    </p:extLst>
  </p:cSld>
  <p:clrMapOvr>
    <a:masterClrMapping/>
  </p:clrMapOvr>
  <p:extLst>
    <p:ext uri="{DCECCB84-F9BA-43D5-87BE-67443E8EF086}">
      <p15:sldGuideLst xmlns:p15="http://schemas.microsoft.com/office/powerpoint/2012/main">
        <p15:guide id="1" pos="4177" userDrawn="1">
          <p15:clr>
            <a:srgbClr val="F26B43"/>
          </p15:clr>
        </p15:guide>
        <p15:guide id="2" pos="3501" userDrawn="1">
          <p15:clr>
            <a:srgbClr val="F26B43"/>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ion B">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E5A94F9-752C-4C17-A881-9EC3D1BFC081}"/>
              </a:ext>
            </a:extLst>
          </p:cNvPr>
          <p:cNvSpPr/>
          <p:nvPr userDrawn="1"/>
        </p:nvSpPr>
        <p:spPr bwMode="ltGray">
          <a:xfrm>
            <a:off x="0" y="0"/>
            <a:ext cx="12191999" cy="686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000" noProof="0"/>
          </a:p>
        </p:txBody>
      </p:sp>
      <p:sp>
        <p:nvSpPr>
          <p:cNvPr id="18" name="Text Placeholder 7">
            <a:extLst>
              <a:ext uri="{FF2B5EF4-FFF2-40B4-BE49-F238E27FC236}">
                <a16:creationId xmlns:a16="http://schemas.microsoft.com/office/drawing/2014/main" id="{7FF2DD87-B8CA-45C0-BA1C-B49C8E227569}"/>
              </a:ext>
            </a:extLst>
          </p:cNvPr>
          <p:cNvSpPr>
            <a:spLocks noGrp="1"/>
          </p:cNvSpPr>
          <p:nvPr>
            <p:ph type="body" sz="quarter" idx="14" hasCustomPrompt="1"/>
          </p:nvPr>
        </p:nvSpPr>
        <p:spPr>
          <a:xfrm>
            <a:off x="540000" y="539750"/>
            <a:ext cx="5019556" cy="5507039"/>
          </a:xfrm>
        </p:spPr>
        <p:txBody>
          <a:bodyPr anchor="ctr" anchorCtr="0"/>
          <a:lstStyle>
            <a:lvl1pPr marL="0" indent="0" algn="ctr">
              <a:lnSpc>
                <a:spcPct val="83000"/>
              </a:lnSpc>
              <a:spcBef>
                <a:spcPts val="0"/>
              </a:spcBef>
              <a:buNone/>
              <a:defRPr sz="6000">
                <a:solidFill>
                  <a:schemeClr val="bg1"/>
                </a:solidFill>
              </a:defRPr>
            </a:lvl1pPr>
            <a:lvl2pPr>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GB"/>
              <a:t>Click to add text</a:t>
            </a:r>
          </a:p>
        </p:txBody>
      </p:sp>
      <p:sp>
        <p:nvSpPr>
          <p:cNvPr id="19" name="Text Placeholder 10">
            <a:extLst>
              <a:ext uri="{FF2B5EF4-FFF2-40B4-BE49-F238E27FC236}">
                <a16:creationId xmlns:a16="http://schemas.microsoft.com/office/drawing/2014/main" id="{EDAF23F1-B8C0-484A-B65F-256F7805880F}"/>
              </a:ext>
            </a:extLst>
          </p:cNvPr>
          <p:cNvSpPr>
            <a:spLocks noGrp="1"/>
          </p:cNvSpPr>
          <p:nvPr>
            <p:ph type="body" sz="quarter" idx="15" hasCustomPrompt="1"/>
          </p:nvPr>
        </p:nvSpPr>
        <p:spPr>
          <a:xfrm>
            <a:off x="6632446" y="539750"/>
            <a:ext cx="5018217" cy="5502327"/>
          </a:xfrm>
        </p:spPr>
        <p:txBody>
          <a:bodyPr anchor="ctr" anchorCtr="0"/>
          <a:lstStyle>
            <a:lvl1pPr marL="0" indent="0" algn="ctr">
              <a:lnSpc>
                <a:spcPct val="83000"/>
              </a:lnSpc>
              <a:spcBef>
                <a:spcPts val="0"/>
              </a:spcBef>
              <a:buNone/>
              <a:defRPr sz="6000">
                <a:solidFill>
                  <a:schemeClr val="bg1"/>
                </a:solidFill>
              </a:defRPr>
            </a:lvl1pPr>
            <a:lvl2pPr marL="0" indent="0" algn="ctr">
              <a:buNone/>
              <a:defRPr>
                <a:solidFill>
                  <a:schemeClr val="accent1"/>
                </a:solidFill>
              </a:defRPr>
            </a:lvl2pPr>
            <a:lvl3pPr marL="0" indent="0" algn="ctr">
              <a:buNone/>
              <a:defRPr>
                <a:solidFill>
                  <a:schemeClr val="accent1"/>
                </a:solidFill>
              </a:defRPr>
            </a:lvl3pPr>
            <a:lvl4pPr marL="0" indent="0" algn="ctr">
              <a:buNone/>
              <a:defRPr>
                <a:solidFill>
                  <a:schemeClr val="accent1"/>
                </a:solidFill>
              </a:defRPr>
            </a:lvl4pPr>
            <a:lvl5pPr marL="0" indent="0" algn="ctr">
              <a:buNone/>
              <a:defRPr>
                <a:solidFill>
                  <a:schemeClr val="accent1"/>
                </a:solidFill>
              </a:defRPr>
            </a:lvl5pPr>
            <a:lvl6pPr marL="0" indent="0" algn="ctr">
              <a:buNone/>
              <a:defRPr>
                <a:solidFill>
                  <a:schemeClr val="accent1"/>
                </a:solidFill>
              </a:defRPr>
            </a:lvl6pPr>
            <a:lvl7pPr marL="0" indent="0" algn="ctr">
              <a:buNone/>
              <a:defRPr>
                <a:solidFill>
                  <a:schemeClr val="accent1"/>
                </a:solidFill>
              </a:defRPr>
            </a:lvl7pPr>
            <a:lvl8pPr marL="0" indent="0" algn="ctr">
              <a:buNone/>
              <a:defRPr>
                <a:solidFill>
                  <a:schemeClr val="accent1"/>
                </a:solidFill>
              </a:defRPr>
            </a:lvl8pPr>
            <a:lvl9pPr marL="0" indent="0" algn="ctr">
              <a:buNone/>
              <a:defRPr>
                <a:solidFill>
                  <a:schemeClr val="accent1"/>
                </a:solidFill>
              </a:defRPr>
            </a:lvl9pPr>
          </a:lstStyle>
          <a:p>
            <a:pPr lvl="0"/>
            <a:r>
              <a:rPr lang="en-GB"/>
              <a:t>Click to add text</a:t>
            </a:r>
          </a:p>
        </p:txBody>
      </p:sp>
      <p:grpSp>
        <p:nvGrpSpPr>
          <p:cNvPr id="20" name="Logo">
            <a:extLst>
              <a:ext uri="{FF2B5EF4-FFF2-40B4-BE49-F238E27FC236}">
                <a16:creationId xmlns:a16="http://schemas.microsoft.com/office/drawing/2014/main" id="{09F58BCB-349D-4CC0-8F66-E3D4A6043645}"/>
              </a:ext>
            </a:extLst>
          </p:cNvPr>
          <p:cNvGrpSpPr/>
          <p:nvPr userDrawn="1"/>
        </p:nvGrpSpPr>
        <p:grpSpPr>
          <a:xfrm>
            <a:off x="10893210" y="6350918"/>
            <a:ext cx="755843" cy="322808"/>
            <a:chOff x="6380216" y="4059273"/>
            <a:chExt cx="2905863" cy="1241045"/>
          </a:xfrm>
          <a:solidFill>
            <a:schemeClr val="bg1"/>
          </a:solidFill>
        </p:grpSpPr>
        <p:sp>
          <p:nvSpPr>
            <p:cNvPr id="21" name="Freeform: Shape 20">
              <a:extLst>
                <a:ext uri="{FF2B5EF4-FFF2-40B4-BE49-F238E27FC236}">
                  <a16:creationId xmlns:a16="http://schemas.microsoft.com/office/drawing/2014/main" id="{7D5BB903-91B3-4C64-AE64-AAC4942FD2AA}"/>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grpFill/>
            <a:ln w="473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B80EDA47-3086-46DB-BCBE-D169392A4A65}"/>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grpFill/>
            <a:ln w="4731" cap="flat">
              <a:noFill/>
              <a:prstDash val="solid"/>
              <a:miter/>
            </a:ln>
          </p:spPr>
          <p:txBody>
            <a:bodyPr rtlCol="0" anchor="ctr"/>
            <a:lstStyle/>
            <a:p>
              <a:endParaRPr lang="en-GB"/>
            </a:p>
          </p:txBody>
        </p:sp>
        <p:sp>
          <p:nvSpPr>
            <p:cNvPr id="23" name="Freeform: Shape 22">
              <a:extLst>
                <a:ext uri="{FF2B5EF4-FFF2-40B4-BE49-F238E27FC236}">
                  <a16:creationId xmlns:a16="http://schemas.microsoft.com/office/drawing/2014/main" id="{83B5DC88-1778-444D-A3B1-B396024A726B}"/>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grpFill/>
            <a:ln w="4731" cap="flat">
              <a:noFill/>
              <a:prstDash val="solid"/>
              <a:miter/>
            </a:ln>
          </p:spPr>
          <p:txBody>
            <a:bodyPr rtlCol="0" anchor="ctr"/>
            <a:lstStyle/>
            <a:p>
              <a:endParaRPr lang="en-GB"/>
            </a:p>
          </p:txBody>
        </p:sp>
        <p:sp>
          <p:nvSpPr>
            <p:cNvPr id="24" name="Freeform: Shape 23">
              <a:extLst>
                <a:ext uri="{FF2B5EF4-FFF2-40B4-BE49-F238E27FC236}">
                  <a16:creationId xmlns:a16="http://schemas.microsoft.com/office/drawing/2014/main" id="{EA1697D9-4CF2-4944-93CF-B1FC9B02CC7A}"/>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grpFill/>
            <a:ln w="4731" cap="flat">
              <a:noFill/>
              <a:prstDash val="solid"/>
              <a:miter/>
            </a:ln>
          </p:spPr>
          <p:txBody>
            <a:bodyPr rtlCol="0" anchor="ctr"/>
            <a:lstStyle/>
            <a:p>
              <a:endParaRPr lang="en-GB"/>
            </a:p>
          </p:txBody>
        </p:sp>
        <p:sp>
          <p:nvSpPr>
            <p:cNvPr id="25" name="Freeform: Shape 24">
              <a:extLst>
                <a:ext uri="{FF2B5EF4-FFF2-40B4-BE49-F238E27FC236}">
                  <a16:creationId xmlns:a16="http://schemas.microsoft.com/office/drawing/2014/main" id="{B25C48EF-8251-429D-871E-391A6900D198}"/>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grpFill/>
            <a:ln w="4731" cap="flat">
              <a:noFill/>
              <a:prstDash val="solid"/>
              <a:miter/>
            </a:ln>
          </p:spPr>
          <p:txBody>
            <a:bodyPr rtlCol="0" anchor="ctr"/>
            <a:lstStyle/>
            <a:p>
              <a:endParaRPr lang="en-GB"/>
            </a:p>
          </p:txBody>
        </p:sp>
        <p:sp>
          <p:nvSpPr>
            <p:cNvPr id="26" name="Freeform: Shape 25">
              <a:extLst>
                <a:ext uri="{FF2B5EF4-FFF2-40B4-BE49-F238E27FC236}">
                  <a16:creationId xmlns:a16="http://schemas.microsoft.com/office/drawing/2014/main" id="{1375CC11-5108-4662-A8B5-EA30F6DA9B5B}"/>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grpFill/>
            <a:ln w="4731" cap="flat">
              <a:noFill/>
              <a:prstDash val="solid"/>
              <a:miter/>
            </a:ln>
          </p:spPr>
          <p:txBody>
            <a:bodyPr rtlCol="0" anchor="ctr"/>
            <a:lstStyle/>
            <a:p>
              <a:endParaRPr lang="en-GB"/>
            </a:p>
          </p:txBody>
        </p:sp>
      </p:grpSp>
      <p:sp>
        <p:nvSpPr>
          <p:cNvPr id="5" name="Date Placeholder 4"/>
          <p:cNvSpPr>
            <a:spLocks noGrp="1"/>
          </p:cNvSpPr>
          <p:nvPr>
            <p:ph type="dt" sz="half" idx="10"/>
          </p:nvPr>
        </p:nvSpPr>
        <p:spPr/>
        <p:txBody>
          <a:bodyPr/>
          <a:lstStyle/>
          <a:p>
            <a:endParaRPr lang="en-GB"/>
          </a:p>
        </p:txBody>
      </p:sp>
      <p:sp>
        <p:nvSpPr>
          <p:cNvPr id="6" name="Footer Placeholder 5"/>
          <p:cNvSpPr>
            <a:spLocks noGrp="1"/>
          </p:cNvSpPr>
          <p:nvPr>
            <p:ph type="ftr" sz="quarter" idx="11"/>
          </p:nvPr>
        </p:nvSpPr>
        <p:spPr/>
        <p:txBody>
          <a:bodyPr/>
          <a:lstStyle>
            <a:lvl1pPr>
              <a:defRPr>
                <a:solidFill>
                  <a:schemeClr val="bg1"/>
                </a:solidFill>
              </a:defRPr>
            </a:lvl1pPr>
          </a:lstStyle>
          <a:p>
            <a:endParaRPr lang="en-GB"/>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14" name="_SD_FLD_Copyright">
            <a:extLst>
              <a:ext uri="{FF2B5EF4-FFF2-40B4-BE49-F238E27FC236}">
                <a16:creationId xmlns:a16="http://schemas.microsoft.com/office/drawing/2014/main" id="{1099F517-19A2-4C2A-9FAD-96F0B4770965}"/>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15" name="SD_FLD_DocumentDate">
            <a:extLst>
              <a:ext uri="{FF2B5EF4-FFF2-40B4-BE49-F238E27FC236}">
                <a16:creationId xmlns:a16="http://schemas.microsoft.com/office/drawing/2014/main" id="{5E6CBA46-0BD0-48FA-8FB9-5998CF0BE074}"/>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bg1"/>
                </a:solidFill>
                <a:ea typeface="ＭＳ Ｐゴシック" charset="-128"/>
                <a:cs typeface="Arial" charset="0"/>
              </a:rPr>
              <a:t>22 January 2026</a:t>
            </a:r>
          </a:p>
        </p:txBody>
      </p:sp>
      <p:sp>
        <p:nvSpPr>
          <p:cNvPr id="27" name="SD_FLD_Draft" hidden="1">
            <a:extLst>
              <a:ext uri="{FF2B5EF4-FFF2-40B4-BE49-F238E27FC236}">
                <a16:creationId xmlns:a16="http://schemas.microsoft.com/office/drawing/2014/main" id="{3FC1FDE6-634E-475F-B714-288B04163A1E}"/>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8" name="SD_FLD_Confidentiality">
            <a:extLst>
              <a:ext uri="{FF2B5EF4-FFF2-40B4-BE49-F238E27FC236}">
                <a16:creationId xmlns:a16="http://schemas.microsoft.com/office/drawing/2014/main" id="{6D820B52-C017-4C68-9F43-1FC845791716}"/>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4063856068"/>
      </p:ext>
    </p:extLst>
  </p:cSld>
  <p:clrMapOvr>
    <a:masterClrMapping/>
  </p:clrMapOvr>
  <p:extLst>
    <p:ext uri="{DCECCB84-F9BA-43D5-87BE-67443E8EF086}">
      <p15:sldGuideLst xmlns:p15="http://schemas.microsoft.com/office/powerpoint/2012/main">
        <p15:guide id="1" pos="4177" userDrawn="1">
          <p15:clr>
            <a:srgbClr val="F26B43"/>
          </p15:clr>
        </p15:guide>
        <p15:guide id="2" pos="3501" userDrawn="1">
          <p15:clr>
            <a:srgbClr val="F26B43"/>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ull background picur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0BB740F-040E-4C29-B57E-B7474FA2CCFC}"/>
              </a:ext>
            </a:extLst>
          </p:cNvPr>
          <p:cNvSpPr>
            <a:spLocks noGrp="1"/>
          </p:cNvSpPr>
          <p:nvPr>
            <p:ph type="pic" sz="quarter" idx="13" hasCustomPrompt="1"/>
          </p:nvPr>
        </p:nvSpPr>
        <p:spPr>
          <a:xfrm>
            <a:off x="0" y="0"/>
            <a:ext cx="12192000" cy="6046788"/>
          </a:xfrm>
          <a:blipFill>
            <a:blip r:embed="rId2"/>
            <a:stretch>
              <a:fillRect/>
            </a:stretch>
          </a:blipFill>
        </p:spPr>
        <p:txBody>
          <a:bodyPr lIns="8064000" tIns="612000" rIns="1116000" anchor="ctr" anchorCtr="0"/>
          <a:lstStyle>
            <a:lvl1pPr marL="0" indent="0" algn="l">
              <a:buNone/>
              <a:defRPr sz="1600">
                <a:solidFill>
                  <a:schemeClr val="accent4"/>
                </a:solidFill>
              </a:defRPr>
            </a:lvl1pPr>
          </a:lstStyle>
          <a:p>
            <a:r>
              <a:rPr lang="en-GB"/>
              <a:t>Click on picture frame to insert background picture, click on DNV-menu / Image Tools-button / Choose Insert or Paste</a:t>
            </a:r>
          </a:p>
        </p:txBody>
      </p:sp>
      <p:sp>
        <p:nvSpPr>
          <p:cNvPr id="2" name="Title 1">
            <a:extLst>
              <a:ext uri="{FF2B5EF4-FFF2-40B4-BE49-F238E27FC236}">
                <a16:creationId xmlns:a16="http://schemas.microsoft.com/office/drawing/2014/main" id="{86C677DA-1553-4ACE-88F0-1D90541A6886}"/>
              </a:ext>
            </a:extLst>
          </p:cNvPr>
          <p:cNvSpPr>
            <a:spLocks noGrp="1"/>
          </p:cNvSpPr>
          <p:nvPr>
            <p:ph type="title" hasCustomPrompt="1"/>
          </p:nvPr>
        </p:nvSpPr>
        <p:spPr/>
        <p:txBody>
          <a:bodyPr/>
          <a:lstStyle>
            <a:lvl1pPr>
              <a:defRPr>
                <a:solidFill>
                  <a:schemeClr val="accent1"/>
                </a:solidFill>
              </a:defRPr>
            </a:lvl1pPr>
          </a:lstStyle>
          <a:p>
            <a:r>
              <a:rPr lang="en-GB"/>
              <a:t>Click to add title</a:t>
            </a:r>
          </a:p>
        </p:txBody>
      </p:sp>
      <p:sp>
        <p:nvSpPr>
          <p:cNvPr id="3" name="Date Placeholder 2">
            <a:extLst>
              <a:ext uri="{FF2B5EF4-FFF2-40B4-BE49-F238E27FC236}">
                <a16:creationId xmlns:a16="http://schemas.microsoft.com/office/drawing/2014/main" id="{EAE41648-A3C2-4094-8260-D7F9C81E87D0}"/>
              </a:ext>
            </a:extLst>
          </p:cNvPr>
          <p:cNvSpPr>
            <a:spLocks noGrp="1"/>
          </p:cNvSpPr>
          <p:nvPr>
            <p:ph type="dt" sz="half" idx="10"/>
          </p:nvPr>
        </p:nvSpPr>
        <p:spPr/>
        <p:txBody>
          <a:bodyPr/>
          <a:lstStyle/>
          <a:p>
            <a:endParaRPr lang="en-GB" sz="700"/>
          </a:p>
        </p:txBody>
      </p:sp>
      <p:sp>
        <p:nvSpPr>
          <p:cNvPr id="4" name="Footer Placeholder 3">
            <a:extLst>
              <a:ext uri="{FF2B5EF4-FFF2-40B4-BE49-F238E27FC236}">
                <a16:creationId xmlns:a16="http://schemas.microsoft.com/office/drawing/2014/main" id="{8F4F7D00-E655-476E-9A8D-16044B0B3A8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9561CC6-F316-448C-8910-5F3BA8E62C70}"/>
              </a:ext>
            </a:extLst>
          </p:cNvPr>
          <p:cNvSpPr>
            <a:spLocks noGrp="1"/>
          </p:cNvSpPr>
          <p:nvPr>
            <p:ph type="sldNum" sz="quarter" idx="12"/>
          </p:nvPr>
        </p:nvSpPr>
        <p:spPr/>
        <p:txBody>
          <a:bodyPr/>
          <a:lstStyle/>
          <a:p>
            <a:fld id="{5BA07366-CB75-4AA8-9E5B-928B849F427C}" type="slidenum">
              <a:rPr lang="en-GB" smtClean="0"/>
              <a:pPr/>
              <a:t>‹#›</a:t>
            </a:fld>
            <a:endParaRPr lang="en-GB"/>
          </a:p>
        </p:txBody>
      </p:sp>
    </p:spTree>
    <p:extLst>
      <p:ext uri="{BB962C8B-B14F-4D97-AF65-F5344CB8AC3E}">
        <p14:creationId xmlns:p14="http://schemas.microsoft.com/office/powerpoint/2010/main" val="16413856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F7CFE-DCB6-4202-B09A-637C5745A35C}"/>
              </a:ext>
            </a:extLst>
          </p:cNvPr>
          <p:cNvSpPr>
            <a:spLocks noGrp="1"/>
          </p:cNvSpPr>
          <p:nvPr>
            <p:ph type="title" hasCustomPrompt="1"/>
          </p:nvPr>
        </p:nvSpPr>
        <p:spPr/>
        <p:txBody>
          <a:bodyPr/>
          <a:lstStyle/>
          <a:p>
            <a:r>
              <a:rPr lang="en-GB"/>
              <a:t>Click to add title</a:t>
            </a:r>
          </a:p>
        </p:txBody>
      </p:sp>
      <p:sp>
        <p:nvSpPr>
          <p:cNvPr id="3" name="Date Placeholder 2">
            <a:extLst>
              <a:ext uri="{FF2B5EF4-FFF2-40B4-BE49-F238E27FC236}">
                <a16:creationId xmlns:a16="http://schemas.microsoft.com/office/drawing/2014/main" id="{8831DD2C-6775-40D3-B625-6A94E4EC67E9}"/>
              </a:ext>
            </a:extLst>
          </p:cNvPr>
          <p:cNvSpPr>
            <a:spLocks noGrp="1"/>
          </p:cNvSpPr>
          <p:nvPr>
            <p:ph type="dt" sz="half" idx="10"/>
          </p:nvPr>
        </p:nvSpPr>
        <p:spPr/>
        <p:txBody>
          <a:bodyPr/>
          <a:lstStyle/>
          <a:p>
            <a:endParaRPr lang="en-GB" sz="700"/>
          </a:p>
        </p:txBody>
      </p:sp>
      <p:sp>
        <p:nvSpPr>
          <p:cNvPr id="4" name="Footer Placeholder 3">
            <a:extLst>
              <a:ext uri="{FF2B5EF4-FFF2-40B4-BE49-F238E27FC236}">
                <a16:creationId xmlns:a16="http://schemas.microsoft.com/office/drawing/2014/main" id="{2A536E17-02D9-4235-9720-961CB104440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F1AE4F1-4AE5-4A49-949A-BDA5C7AFD57C}"/>
              </a:ext>
            </a:extLst>
          </p:cNvPr>
          <p:cNvSpPr>
            <a:spLocks noGrp="1"/>
          </p:cNvSpPr>
          <p:nvPr>
            <p:ph type="sldNum" sz="quarter" idx="12"/>
          </p:nvPr>
        </p:nvSpPr>
        <p:spPr/>
        <p:txBody>
          <a:bodyPr/>
          <a:lstStyle/>
          <a:p>
            <a:fld id="{5BA07366-CB75-4AA8-9E5B-928B849F427C}" type="slidenum">
              <a:rPr lang="en-GB" smtClean="0"/>
              <a:pPr/>
              <a:t>‹#›</a:t>
            </a:fld>
            <a:endParaRPr lang="en-GB"/>
          </a:p>
        </p:txBody>
      </p:sp>
    </p:spTree>
    <p:extLst>
      <p:ext uri="{BB962C8B-B14F-4D97-AF65-F5344CB8AC3E}">
        <p14:creationId xmlns:p14="http://schemas.microsoft.com/office/powerpoint/2010/main" val="33855330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Rectangle 4"/>
          <p:cNvSpPr/>
          <p:nvPr userDrawn="1"/>
        </p:nvSpPr>
        <p:spPr>
          <a:xfrm>
            <a:off x="0" y="0"/>
            <a:ext cx="12192000" cy="686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hidden="1"/>
          <p:cNvSpPr>
            <a:spLocks noGrp="1"/>
          </p:cNvSpPr>
          <p:nvPr>
            <p:ph type="dt" sz="half" idx="10"/>
          </p:nvPr>
        </p:nvSpPr>
        <p:spPr/>
        <p:txBody>
          <a:bodyPr/>
          <a:lstStyle>
            <a:lvl1pPr>
              <a:defRPr>
                <a:solidFill>
                  <a:schemeClr val="bg1"/>
                </a:solidFill>
              </a:defRPr>
            </a:lvl1pPr>
          </a:lstStyle>
          <a:p>
            <a:endParaRPr lang="en-GB"/>
          </a:p>
        </p:txBody>
      </p:sp>
      <p:sp>
        <p:nvSpPr>
          <p:cNvPr id="3" name="Footer Placeholder 2" hidden="1"/>
          <p:cNvSpPr>
            <a:spLocks noGrp="1"/>
          </p:cNvSpPr>
          <p:nvPr>
            <p:ph type="ftr" sz="quarter" idx="11"/>
          </p:nvPr>
        </p:nvSpPr>
        <p:spPr>
          <a:xfrm>
            <a:off x="0" y="6912000"/>
            <a:ext cx="0" cy="0"/>
          </a:xfrm>
        </p:spPr>
        <p:txBody>
          <a:bodyPr/>
          <a:lstStyle>
            <a:lvl1pPr>
              <a:defRPr sz="100">
                <a:noFill/>
              </a:defRPr>
            </a:lvl1pPr>
          </a:lstStyle>
          <a:p>
            <a:endParaRPr lang="en-GB"/>
          </a:p>
        </p:txBody>
      </p:sp>
      <p:sp>
        <p:nvSpPr>
          <p:cNvPr id="4" name="Slide Number Placeholder 3" hidden="1"/>
          <p:cNvSpPr>
            <a:spLocks noGrp="1"/>
          </p:cNvSpPr>
          <p:nvPr>
            <p:ph type="sldNum" sz="quarter" idx="12"/>
          </p:nvPr>
        </p:nvSpPr>
        <p:spPr>
          <a:xfrm>
            <a:off x="0" y="6912000"/>
            <a:ext cx="0" cy="0"/>
          </a:xfrm>
        </p:spPr>
        <p:txBody>
          <a:bodyPr/>
          <a:lstStyle>
            <a:lvl1pPr>
              <a:defRPr sz="100">
                <a:noFill/>
              </a:defRPr>
            </a:lvl1pPr>
          </a:lstStyle>
          <a:p>
            <a:fld id="{5BA07366-CB75-4AA8-9E5B-928B849F427C}" type="slidenum">
              <a:rPr lang="en-GB" smtClean="0"/>
              <a:pPr/>
              <a:t>‹#›</a:t>
            </a:fld>
            <a:endParaRPr lang="en-GB"/>
          </a:p>
        </p:txBody>
      </p:sp>
      <p:sp>
        <p:nvSpPr>
          <p:cNvPr id="6" name="SD_FLD_Draft" hidden="1">
            <a:extLst>
              <a:ext uri="{FF2B5EF4-FFF2-40B4-BE49-F238E27FC236}">
                <a16:creationId xmlns:a16="http://schemas.microsoft.com/office/drawing/2014/main" id="{9324EF98-2F0A-4D7C-ACD4-6C69299B31DA}"/>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8" name="SD_FLD_Confidentiality">
            <a:extLst>
              <a:ext uri="{FF2B5EF4-FFF2-40B4-BE49-F238E27FC236}">
                <a16:creationId xmlns:a16="http://schemas.microsoft.com/office/drawing/2014/main" id="{44B7048E-FFD7-4E41-AC43-9BDB83CCE1EC}"/>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Tree>
    <p:extLst>
      <p:ext uri="{BB962C8B-B14F-4D97-AF65-F5344CB8AC3E}">
        <p14:creationId xmlns:p14="http://schemas.microsoft.com/office/powerpoint/2010/main" val="30699145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Rectangle 5"/>
          <p:cNvSpPr/>
          <p:nvPr userDrawn="1"/>
        </p:nvSpPr>
        <p:spPr bwMode="ltGray">
          <a:xfrm>
            <a:off x="1" y="0"/>
            <a:ext cx="12191999" cy="6861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Graphic 28">
            <a:extLst>
              <a:ext uri="{FF2B5EF4-FFF2-40B4-BE49-F238E27FC236}">
                <a16:creationId xmlns:a16="http://schemas.microsoft.com/office/drawing/2014/main" id="{D0B91A6F-3F96-48D5-B578-BC55BEA05BC6}"/>
              </a:ext>
            </a:extLst>
          </p:cNvPr>
          <p:cNvPicPr>
            <a:picLocks noChangeAspect="1"/>
          </p:cNvPicPr>
          <p:nvPr userDrawn="1"/>
        </p:nvPicPr>
        <p:blipFill>
          <a:blip>
            <a:extLst>
              <a:ext uri="{96DAC541-7B7A-43D3-8B79-37D633B846F1}">
                <asvg:svgBlip xmlns:asvg="http://schemas.microsoft.com/office/drawing/2016/SVG/main" r:embed="rId2"/>
              </a:ext>
            </a:extLst>
          </a:blip>
          <a:srcRect t="29922" r="24420" b="6742"/>
          <a:stretch>
            <a:fillRect/>
          </a:stretch>
        </p:blipFill>
        <p:spPr>
          <a:xfrm>
            <a:off x="3600000" y="0"/>
            <a:ext cx="8592000" cy="6858000"/>
          </a:xfrm>
          <a:custGeom>
            <a:avLst/>
            <a:gdLst>
              <a:gd name="connsiteX0" fmla="*/ 0 w 8592000"/>
              <a:gd name="connsiteY0" fmla="*/ 0 h 6858000"/>
              <a:gd name="connsiteX1" fmla="*/ 8592000 w 8592000"/>
              <a:gd name="connsiteY1" fmla="*/ 0 h 6858000"/>
              <a:gd name="connsiteX2" fmla="*/ 8592000 w 8592000"/>
              <a:gd name="connsiteY2" fmla="*/ 6858000 h 6858000"/>
              <a:gd name="connsiteX3" fmla="*/ 0 w 85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592000" h="6858000">
                <a:moveTo>
                  <a:pt x="0" y="0"/>
                </a:moveTo>
                <a:lnTo>
                  <a:pt x="8592000" y="0"/>
                </a:lnTo>
                <a:lnTo>
                  <a:pt x="8592000" y="6858000"/>
                </a:lnTo>
                <a:lnTo>
                  <a:pt x="0" y="6858000"/>
                </a:lnTo>
                <a:close/>
              </a:path>
            </a:pathLst>
          </a:custGeom>
        </p:spPr>
      </p:pic>
      <p:grpSp>
        <p:nvGrpSpPr>
          <p:cNvPr id="16" name="Logo">
            <a:extLst>
              <a:ext uri="{FF2B5EF4-FFF2-40B4-BE49-F238E27FC236}">
                <a16:creationId xmlns:a16="http://schemas.microsoft.com/office/drawing/2014/main" id="{582D80DA-3434-42F0-8BBA-787FFCEA7180}"/>
              </a:ext>
            </a:extLst>
          </p:cNvPr>
          <p:cNvGrpSpPr>
            <a:grpSpLocks noChangeAspect="1"/>
          </p:cNvGrpSpPr>
          <p:nvPr userDrawn="1"/>
        </p:nvGrpSpPr>
        <p:grpSpPr bwMode="white">
          <a:xfrm>
            <a:off x="9950400" y="5800971"/>
            <a:ext cx="1702800" cy="727237"/>
            <a:chOff x="6380216" y="4059273"/>
            <a:chExt cx="2905863" cy="1241045"/>
          </a:xfrm>
        </p:grpSpPr>
        <p:sp>
          <p:nvSpPr>
            <p:cNvPr id="17" name="Freeform: Shape 16">
              <a:extLst>
                <a:ext uri="{FF2B5EF4-FFF2-40B4-BE49-F238E27FC236}">
                  <a16:creationId xmlns:a16="http://schemas.microsoft.com/office/drawing/2014/main" id="{2679ECA6-9859-4013-A93B-16010BF55817}"/>
                </a:ext>
              </a:extLst>
            </p:cNvPr>
            <p:cNvSpPr/>
            <p:nvPr/>
          </p:nvSpPr>
          <p:spPr bwMode="white">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chemeClr val="bg1"/>
            </a:solidFill>
            <a:ln w="4731"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FBCEF638-291C-4421-9C1B-EB934A0F0109}"/>
                </a:ext>
              </a:extLst>
            </p:cNvPr>
            <p:cNvSpPr/>
            <p:nvPr/>
          </p:nvSpPr>
          <p:spPr bwMode="white">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chemeClr val="bg1"/>
            </a:solidFill>
            <a:ln w="4731"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8EC0FCA9-D6D8-4B36-A4E6-0244141FD9FC}"/>
                </a:ext>
              </a:extLst>
            </p:cNvPr>
            <p:cNvSpPr/>
            <p:nvPr/>
          </p:nvSpPr>
          <p:spPr bwMode="white">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chemeClr val="bg1"/>
            </a:solidFill>
            <a:ln w="4731"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53552AFE-81A2-4ED5-8069-997ABD975336}"/>
                </a:ext>
              </a:extLst>
            </p:cNvPr>
            <p:cNvSpPr/>
            <p:nvPr/>
          </p:nvSpPr>
          <p:spPr bwMode="white">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chemeClr val="bg1"/>
            </a:solidFill>
            <a:ln w="4731"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4D2AB6C2-8FD2-440E-99DD-96E8F19C42CD}"/>
                </a:ext>
              </a:extLst>
            </p:cNvPr>
            <p:cNvSpPr/>
            <p:nvPr/>
          </p:nvSpPr>
          <p:spPr bwMode="white">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chemeClr val="bg1"/>
            </a:solidFill>
            <a:ln w="4731" cap="flat">
              <a:noFill/>
              <a:prstDash val="solid"/>
              <a:miter/>
            </a:ln>
          </p:spPr>
          <p:txBody>
            <a:bodyPr rtlCol="0" anchor="ctr"/>
            <a:lstStyle/>
            <a:p>
              <a:endParaRPr lang="en-GB"/>
            </a:p>
          </p:txBody>
        </p:sp>
        <p:sp>
          <p:nvSpPr>
            <p:cNvPr id="22" name="Freeform: Shape 21">
              <a:extLst>
                <a:ext uri="{FF2B5EF4-FFF2-40B4-BE49-F238E27FC236}">
                  <a16:creationId xmlns:a16="http://schemas.microsoft.com/office/drawing/2014/main" id="{0100F770-E88D-4351-983E-F7B95197A7D1}"/>
                </a:ext>
              </a:extLst>
            </p:cNvPr>
            <p:cNvSpPr/>
            <p:nvPr/>
          </p:nvSpPr>
          <p:spPr bwMode="white">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chemeClr val="bg1"/>
            </a:solidFill>
            <a:ln w="4731" cap="flat">
              <a:noFill/>
              <a:prstDash val="solid"/>
              <a:miter/>
            </a:ln>
          </p:spPr>
          <p:txBody>
            <a:bodyPr rtlCol="0" anchor="ctr"/>
            <a:lstStyle/>
            <a:p>
              <a:endParaRPr lang="en-GB"/>
            </a:p>
          </p:txBody>
        </p:sp>
      </p:grpSp>
      <p:pic>
        <p:nvPicPr>
          <p:cNvPr id="23" name="TAGLINE WHITE">
            <a:extLst>
              <a:ext uri="{FF2B5EF4-FFF2-40B4-BE49-F238E27FC236}">
                <a16:creationId xmlns:a16="http://schemas.microsoft.com/office/drawing/2014/main" id="{41DB66F5-46D4-4959-A143-077E1F7FE01A}"/>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50400" y="539750"/>
            <a:ext cx="1702800" cy="110651"/>
          </a:xfrm>
          <a:prstGeom prst="rect">
            <a:avLst/>
          </a:prstGeom>
        </p:spPr>
      </p:pic>
      <p:sp>
        <p:nvSpPr>
          <p:cNvPr id="2" name="Title 1"/>
          <p:cNvSpPr>
            <a:spLocks noGrp="1"/>
          </p:cNvSpPr>
          <p:nvPr>
            <p:ph type="title" hasCustomPrompt="1"/>
          </p:nvPr>
        </p:nvSpPr>
        <p:spPr>
          <a:xfrm>
            <a:off x="539750" y="1730374"/>
            <a:ext cx="8290800" cy="1339453"/>
          </a:xfrm>
        </p:spPr>
        <p:txBody>
          <a:bodyPr anchor="b" anchorCtr="0">
            <a:noAutofit/>
          </a:bodyPr>
          <a:lstStyle>
            <a:lvl1pPr>
              <a:lnSpc>
                <a:spcPct val="83000"/>
              </a:lnSpc>
              <a:defRPr sz="5400">
                <a:solidFill>
                  <a:schemeClr val="bg1"/>
                </a:solidFill>
              </a:defRPr>
            </a:lvl1pPr>
          </a:lstStyle>
          <a:p>
            <a:r>
              <a:rPr lang="en-GB"/>
              <a:t>Click to add title</a:t>
            </a:r>
          </a:p>
        </p:txBody>
      </p:sp>
      <p:sp>
        <p:nvSpPr>
          <p:cNvPr id="10" name="Text Placeholder 3"/>
          <p:cNvSpPr>
            <a:spLocks noGrp="1"/>
          </p:cNvSpPr>
          <p:nvPr>
            <p:ph type="body" sz="quarter" idx="13" hasCustomPrompt="1"/>
          </p:nvPr>
        </p:nvSpPr>
        <p:spPr>
          <a:xfrm>
            <a:off x="540000" y="3296628"/>
            <a:ext cx="8290800" cy="637200"/>
          </a:xfrm>
        </p:spPr>
        <p:txBody>
          <a:bodyPr anchor="t" anchorCtr="0">
            <a:noAutofit/>
          </a:bodyPr>
          <a:lstStyle>
            <a:lvl1pPr marL="0" indent="0">
              <a:lnSpc>
                <a:spcPct val="83000"/>
              </a:lnSpc>
              <a:spcBef>
                <a:spcPts val="0"/>
              </a:spcBef>
              <a:buNone/>
              <a:defRPr sz="2000" b="0">
                <a:solidFill>
                  <a:schemeClr val="bg1"/>
                </a:solidFill>
              </a:defRPr>
            </a:lvl1pPr>
          </a:lstStyle>
          <a:p>
            <a:pPr lvl="0"/>
            <a:r>
              <a:rPr lang="en-GB"/>
              <a:t>Click to add text</a:t>
            </a:r>
          </a:p>
        </p:txBody>
      </p:sp>
      <p:sp>
        <p:nvSpPr>
          <p:cNvPr id="3" name="Date Placeholder 2"/>
          <p:cNvSpPr>
            <a:spLocks noGrp="1"/>
          </p:cNvSpPr>
          <p:nvPr>
            <p:ph type="dt" sz="half" idx="10"/>
          </p:nvPr>
        </p:nvSpPr>
        <p:spPr/>
        <p:txBody>
          <a:bodyPr/>
          <a:lstStyle/>
          <a:p>
            <a:endParaRPr lang="en-GB" noProof="0"/>
          </a:p>
        </p:txBody>
      </p:sp>
      <p:sp>
        <p:nvSpPr>
          <p:cNvPr id="4" name="Footer Placeholder 3"/>
          <p:cNvSpPr>
            <a:spLocks noGrp="1"/>
          </p:cNvSpPr>
          <p:nvPr>
            <p:ph type="ftr" sz="quarter" idx="11"/>
          </p:nvPr>
        </p:nvSpPr>
        <p:spPr/>
        <p:txBody>
          <a:bodyPr/>
          <a:lstStyle>
            <a:lvl1pPr>
              <a:defRPr>
                <a:solidFill>
                  <a:schemeClr val="bg1"/>
                </a:solidFill>
              </a:defRPr>
            </a:lvl1pPr>
          </a:lstStyle>
          <a:p>
            <a:endParaRPr lang="en-GB">
              <a:solidFill>
                <a:schemeClr val="bg1"/>
              </a:solidFill>
            </a:endParaRPr>
          </a:p>
        </p:txBody>
      </p:sp>
      <p:sp>
        <p:nvSpPr>
          <p:cNvPr id="5" name="Slide Number Placeholder 4"/>
          <p:cNvSpPr>
            <a:spLocks noGrp="1"/>
          </p:cNvSpPr>
          <p:nvPr>
            <p:ph type="sldNum" sz="quarter" idx="12"/>
          </p:nvPr>
        </p:nvSpPr>
        <p:spPr/>
        <p:txBody>
          <a:bodyPr/>
          <a:lstStyle>
            <a:lvl1pPr>
              <a:defRPr>
                <a:solidFill>
                  <a:schemeClr val="bg1"/>
                </a:solidFill>
              </a:defRPr>
            </a:lvl1pPr>
          </a:lstStyle>
          <a:p>
            <a:fld id="{5BA07366-CB75-4AA8-9E5B-928B849F427C}" type="slidenum">
              <a:rPr lang="en-GB" smtClean="0"/>
              <a:pPr/>
              <a:t>‹#›</a:t>
            </a:fld>
            <a:endParaRPr lang="en-GB"/>
          </a:p>
        </p:txBody>
      </p:sp>
      <p:sp>
        <p:nvSpPr>
          <p:cNvPr id="26" name="_SD_FLD_Copyright">
            <a:extLst>
              <a:ext uri="{FF2B5EF4-FFF2-40B4-BE49-F238E27FC236}">
                <a16:creationId xmlns:a16="http://schemas.microsoft.com/office/drawing/2014/main" id="{E122E57C-11B4-4446-AF00-71B795F3C914}"/>
              </a:ext>
            </a:extLst>
          </p:cNvPr>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bg1"/>
                </a:solidFill>
              </a:rPr>
              <a:t>DNV ©</a:t>
            </a:r>
          </a:p>
        </p:txBody>
      </p:sp>
      <p:sp>
        <p:nvSpPr>
          <p:cNvPr id="28" name="SD_FLD_DocumentDate">
            <a:extLst>
              <a:ext uri="{FF2B5EF4-FFF2-40B4-BE49-F238E27FC236}">
                <a16:creationId xmlns:a16="http://schemas.microsoft.com/office/drawing/2014/main" id="{D32510BA-5DCF-4A7B-89DB-D5A3E2A78239}"/>
              </a:ext>
            </a:extLst>
          </p:cNvPr>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ct val="50000"/>
              </a:spcBef>
            </a:pPr>
            <a:r>
              <a:rPr lang="en-GB" altLang="ja-JP" sz="700" cap="all" baseline="0">
                <a:solidFill>
                  <a:schemeClr val="bg1"/>
                </a:solidFill>
                <a:ea typeface="ＭＳ Ｐゴシック" charset="-128"/>
                <a:cs typeface="Arial" charset="0"/>
              </a:rPr>
              <a:t>22 January 2026</a:t>
            </a:r>
          </a:p>
        </p:txBody>
      </p:sp>
      <p:sp>
        <p:nvSpPr>
          <p:cNvPr id="24" name="SD_FLD_Draft" hidden="1">
            <a:extLst>
              <a:ext uri="{FF2B5EF4-FFF2-40B4-BE49-F238E27FC236}">
                <a16:creationId xmlns:a16="http://schemas.microsoft.com/office/drawing/2014/main" id="{E78AC084-F0D7-48FF-A5A0-62B259C3E638}"/>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
        <p:nvSpPr>
          <p:cNvPr id="27" name="TextBox 26">
            <a:extLst>
              <a:ext uri="{FF2B5EF4-FFF2-40B4-BE49-F238E27FC236}">
                <a16:creationId xmlns:a16="http://schemas.microsoft.com/office/drawing/2014/main" id="{900E98D3-1B1D-490D-90C3-F274802AC561}"/>
              </a:ext>
            </a:extLst>
          </p:cNvPr>
          <p:cNvSpPr txBox="1"/>
          <p:nvPr userDrawn="1"/>
        </p:nvSpPr>
        <p:spPr>
          <a:xfrm>
            <a:off x="540000" y="5879827"/>
            <a:ext cx="2727545" cy="215444"/>
          </a:xfrm>
          <a:prstGeom prst="rect">
            <a:avLst/>
          </a:prstGeom>
          <a:noFill/>
        </p:spPr>
        <p:txBody>
          <a:bodyPr wrap="square" lIns="0" tIns="0" rIns="0" bIns="0" rtlCol="0">
            <a:spAutoFit/>
          </a:bodyPr>
          <a:lstStyle/>
          <a:p>
            <a:pPr algn="l"/>
            <a:r>
              <a:rPr lang="en-GB" sz="1400" b="1" cap="none" baseline="0" noProof="1">
                <a:solidFill>
                  <a:schemeClr val="bg1"/>
                </a:solidFill>
              </a:rPr>
              <a:t>www.dnv.com</a:t>
            </a:r>
          </a:p>
        </p:txBody>
      </p:sp>
      <p:sp>
        <p:nvSpPr>
          <p:cNvPr id="30" name="Text Placeholder 9">
            <a:extLst>
              <a:ext uri="{FF2B5EF4-FFF2-40B4-BE49-F238E27FC236}">
                <a16:creationId xmlns:a16="http://schemas.microsoft.com/office/drawing/2014/main" id="{298E8765-505F-453E-BC7E-D85D0B5D954C}"/>
              </a:ext>
            </a:extLst>
          </p:cNvPr>
          <p:cNvSpPr>
            <a:spLocks noGrp="1"/>
          </p:cNvSpPr>
          <p:nvPr>
            <p:ph type="body" sz="quarter" idx="15" hasCustomPrompt="1"/>
          </p:nvPr>
        </p:nvSpPr>
        <p:spPr>
          <a:xfrm>
            <a:off x="539750" y="4836965"/>
            <a:ext cx="8291049" cy="360000"/>
          </a:xfrm>
        </p:spPr>
        <p:txBody>
          <a:bodyPr anchor="b" anchorCtr="0">
            <a:noAutofit/>
          </a:bodyPr>
          <a:lstStyle>
            <a:lvl1pPr marL="0" indent="0">
              <a:lnSpc>
                <a:spcPct val="100000"/>
              </a:lnSpc>
              <a:spcBef>
                <a:spcPts val="0"/>
              </a:spcBef>
              <a:buNone/>
              <a:defRPr sz="1400" b="0">
                <a:solidFill>
                  <a:schemeClr val="bg1"/>
                </a:solidFill>
              </a:defRPr>
            </a:lvl1pPr>
          </a:lstStyle>
          <a:p>
            <a:pPr lvl="0"/>
            <a:r>
              <a:rPr lang="en-GB"/>
              <a:t>Click to add Email address</a:t>
            </a:r>
          </a:p>
        </p:txBody>
      </p:sp>
      <p:sp>
        <p:nvSpPr>
          <p:cNvPr id="31" name="Text Placeholder 9">
            <a:extLst>
              <a:ext uri="{FF2B5EF4-FFF2-40B4-BE49-F238E27FC236}">
                <a16:creationId xmlns:a16="http://schemas.microsoft.com/office/drawing/2014/main" id="{F1D187BC-8B38-417E-BA95-DF961274BE6E}"/>
              </a:ext>
            </a:extLst>
          </p:cNvPr>
          <p:cNvSpPr>
            <a:spLocks noGrp="1"/>
          </p:cNvSpPr>
          <p:nvPr>
            <p:ph type="body" sz="quarter" idx="16" hasCustomPrompt="1"/>
          </p:nvPr>
        </p:nvSpPr>
        <p:spPr>
          <a:xfrm>
            <a:off x="539751" y="5270701"/>
            <a:ext cx="8291049" cy="360000"/>
          </a:xfrm>
        </p:spPr>
        <p:txBody>
          <a:bodyPr anchor="t" anchorCtr="0">
            <a:noAutofit/>
          </a:bodyPr>
          <a:lstStyle>
            <a:lvl1pPr marL="0" indent="0">
              <a:lnSpc>
                <a:spcPct val="100000"/>
              </a:lnSpc>
              <a:spcBef>
                <a:spcPts val="0"/>
              </a:spcBef>
              <a:buNone/>
              <a:defRPr sz="1400" b="0">
                <a:solidFill>
                  <a:schemeClr val="bg1"/>
                </a:solidFill>
              </a:defRPr>
            </a:lvl1pPr>
          </a:lstStyle>
          <a:p>
            <a:pPr lvl="0"/>
            <a:r>
              <a:rPr lang="en-GB"/>
              <a:t>Click to add Telephone number</a:t>
            </a:r>
          </a:p>
        </p:txBody>
      </p:sp>
      <p:sp>
        <p:nvSpPr>
          <p:cNvPr id="33" name="SD_FLD_Confidentiality">
            <a:extLst>
              <a:ext uri="{FF2B5EF4-FFF2-40B4-BE49-F238E27FC236}">
                <a16:creationId xmlns:a16="http://schemas.microsoft.com/office/drawing/2014/main" id="{E93E9BF8-0018-4174-8A59-3D40E3E27125}"/>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bg1"/>
              </a:solidFill>
              <a:latin typeface="+mn-lt"/>
              <a:ea typeface="+mn-ea"/>
              <a:cs typeface="+mn-cs"/>
            </a:endParaRPr>
          </a:p>
        </p:txBody>
      </p:sp>
    </p:spTree>
    <p:extLst>
      <p:ext uri="{BB962C8B-B14F-4D97-AF65-F5344CB8AC3E}">
        <p14:creationId xmlns:p14="http://schemas.microsoft.com/office/powerpoint/2010/main" val="38148798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User guide">
    <p:spTree>
      <p:nvGrpSpPr>
        <p:cNvPr id="1" name=""/>
        <p:cNvGrpSpPr/>
        <p:nvPr/>
      </p:nvGrpSpPr>
      <p:grpSpPr>
        <a:xfrm>
          <a:off x="0" y="0"/>
          <a:ext cx="0" cy="0"/>
          <a:chOff x="0" y="0"/>
          <a:chExt cx="0" cy="0"/>
        </a:xfrm>
      </p:grpSpPr>
      <p:sp>
        <p:nvSpPr>
          <p:cNvPr id="9" name="Fast overskrift"/>
          <p:cNvSpPr txBox="1"/>
          <p:nvPr userDrawn="1"/>
        </p:nvSpPr>
        <p:spPr>
          <a:xfrm>
            <a:off x="539752" y="448713"/>
            <a:ext cx="11109321" cy="650171"/>
          </a:xfrm>
          <a:prstGeom prst="rect">
            <a:avLst/>
          </a:prstGeom>
          <a:noFill/>
        </p:spPr>
        <p:txBody>
          <a:bodyPr wrap="square" lIns="0" tIns="0" rIns="0" bIns="0" rtlCol="0" anchor="t" anchorCtr="0">
            <a:noAutofit/>
          </a:bodyPr>
          <a:lstStyle/>
          <a:p>
            <a:r>
              <a:rPr lang="en-GB" sz="3200" b="0" noProof="1">
                <a:solidFill>
                  <a:schemeClr val="tx1"/>
                </a:solidFill>
                <a:latin typeface="+mj-lt"/>
                <a:cs typeface="Arial" panose="020B0604020202020204" pitchFamily="34" charset="0"/>
              </a:rPr>
              <a:t>TIPS &amp; TRICKS - YOUR USER GUIDE</a:t>
            </a:r>
          </a:p>
        </p:txBody>
      </p:sp>
      <p:sp>
        <p:nvSpPr>
          <p:cNvPr id="13" name="Text Box 2">
            <a:extLst>
              <a:ext uri="{FF2B5EF4-FFF2-40B4-BE49-F238E27FC236}">
                <a16:creationId xmlns:a16="http://schemas.microsoft.com/office/drawing/2014/main" id="{0BB3B459-CDFE-44C8-879C-511BDE5A64B2}"/>
              </a:ext>
            </a:extLst>
          </p:cNvPr>
          <p:cNvSpPr txBox="1">
            <a:spLocks noChangeArrowheads="1"/>
          </p:cNvSpPr>
          <p:nvPr userDrawn="1"/>
        </p:nvSpPr>
        <p:spPr bwMode="auto">
          <a:xfrm>
            <a:off x="539752" y="1442790"/>
            <a:ext cx="2448000" cy="3662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600">
                <a:latin typeface="+mn-lt"/>
                <a:cs typeface="Arial" panose="020B0604020202020204" pitchFamily="34" charset="0"/>
              </a:rPr>
              <a:t>TEXT STYLES</a:t>
            </a:r>
            <a:endParaRPr lang="en-GB" altLang="da-DK" sz="1600" b="0" noProof="1">
              <a:solidFill>
                <a:schemeClr val="tx1"/>
              </a:solidFill>
              <a:latin typeface="+mn-lt"/>
              <a:cs typeface="Arial" panose="020B0604020202020204" pitchFamily="34" charset="0"/>
            </a:endParaRPr>
          </a:p>
          <a:p>
            <a:pPr eaLnBrk="1" hangingPunct="1">
              <a:spcAft>
                <a:spcPts val="600"/>
              </a:spcAft>
              <a:defRPr/>
            </a:pPr>
            <a:r>
              <a:rPr lang="en-GB" altLang="da-DK" sz="900" b="0" noProof="1">
                <a:solidFill>
                  <a:schemeClr val="tx1"/>
                </a:solidFill>
                <a:latin typeface="+mn-lt"/>
                <a:cs typeface="Arial" panose="020B0604020202020204" pitchFamily="34" charset="0"/>
              </a:rPr>
              <a:t>Use the </a:t>
            </a:r>
            <a:r>
              <a:rPr lang="en-GB" altLang="da-DK" sz="900" b="1" noProof="1">
                <a:solidFill>
                  <a:schemeClr val="tx1"/>
                </a:solidFill>
                <a:latin typeface="+mn-lt"/>
                <a:cs typeface="Arial" panose="020B0604020202020204" pitchFamily="34" charset="0"/>
              </a:rPr>
              <a:t>TAB</a:t>
            </a:r>
            <a:r>
              <a:rPr lang="en-GB" altLang="da-DK" sz="900" b="0" noProof="1">
                <a:solidFill>
                  <a:schemeClr val="tx1"/>
                </a:solidFill>
                <a:latin typeface="+mn-lt"/>
                <a:cs typeface="Arial" panose="020B0604020202020204" pitchFamily="34" charset="0"/>
              </a:rPr>
              <a:t>-key</a:t>
            </a:r>
            <a:r>
              <a:rPr lang="en-GB" altLang="da-DK" sz="900" b="0" baseline="0" noProof="1">
                <a:solidFill>
                  <a:schemeClr val="tx1"/>
                </a:solidFill>
                <a:latin typeface="+mn-lt"/>
                <a:cs typeface="Arial" panose="020B0604020202020204" pitchFamily="34" charset="0"/>
              </a:rPr>
              <a:t> to jump through </a:t>
            </a:r>
            <a:br>
              <a:rPr lang="en-GB" altLang="da-DK" sz="900" b="0" baseline="0" noProof="1">
                <a:solidFill>
                  <a:schemeClr val="tx1"/>
                </a:solidFill>
                <a:latin typeface="+mn-lt"/>
                <a:cs typeface="Arial" panose="020B0604020202020204" pitchFamily="34" charset="0"/>
              </a:rPr>
            </a:br>
            <a:r>
              <a:rPr lang="en-GB" altLang="da-DK" sz="900" b="0" baseline="0" noProof="1">
                <a:solidFill>
                  <a:schemeClr val="tx1"/>
                </a:solidFill>
                <a:latin typeface="+mn-lt"/>
                <a:cs typeface="Arial" panose="020B0604020202020204" pitchFamily="34" charset="0"/>
              </a:rPr>
              <a:t>levels. Click </a:t>
            </a:r>
            <a:r>
              <a:rPr lang="en-GB" altLang="da-DK" sz="900" b="1" baseline="0" noProof="1">
                <a:solidFill>
                  <a:schemeClr val="tx1"/>
                </a:solidFill>
                <a:latin typeface="+mn-lt"/>
                <a:cs typeface="Arial" panose="020B0604020202020204" pitchFamily="34" charset="0"/>
              </a:rPr>
              <a:t>ENTER</a:t>
            </a:r>
            <a:r>
              <a:rPr lang="en-GB" altLang="da-DK" sz="900" b="0" baseline="0" noProof="1">
                <a:solidFill>
                  <a:schemeClr val="tx1"/>
                </a:solidFill>
                <a:latin typeface="+mn-lt"/>
                <a:cs typeface="Arial" panose="020B0604020202020204" pitchFamily="34" charset="0"/>
              </a:rPr>
              <a:t>, then </a:t>
            </a:r>
            <a:r>
              <a:rPr lang="en-GB" altLang="da-DK" sz="900" b="1" baseline="0" noProof="1">
                <a:solidFill>
                  <a:schemeClr val="tx1"/>
                </a:solidFill>
                <a:latin typeface="+mn-lt"/>
                <a:cs typeface="Arial" panose="020B0604020202020204" pitchFamily="34" charset="0"/>
              </a:rPr>
              <a:t>TAB</a:t>
            </a:r>
            <a:r>
              <a:rPr lang="en-GB" altLang="da-DK" sz="900" b="0" baseline="0" noProof="1">
                <a:solidFill>
                  <a:schemeClr val="tx1"/>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chemeClr val="tx1"/>
                </a:solidFill>
                <a:latin typeface="+mn-lt"/>
                <a:cs typeface="Arial" panose="020B0604020202020204" pitchFamily="34" charset="0"/>
              </a:rPr>
              <a:t>To go back in levels use </a:t>
            </a:r>
            <a:r>
              <a:rPr lang="en-GB" altLang="da-DK" sz="900" b="1" baseline="0" noProof="1">
                <a:solidFill>
                  <a:schemeClr val="tx1"/>
                </a:solidFill>
                <a:latin typeface="+mn-lt"/>
                <a:cs typeface="Arial" panose="020B0604020202020204" pitchFamily="34" charset="0"/>
              </a:rPr>
              <a:t>SHIFT-TAB</a:t>
            </a:r>
            <a:endParaRPr lang="en-GB" sz="900" b="1" noProof="1">
              <a:solidFill>
                <a:schemeClr val="tx1"/>
              </a:solidFill>
              <a:latin typeface="+mn-lt"/>
              <a:cs typeface="Arial" panose="020B0604020202020204" pitchFamily="34" charset="0"/>
            </a:endParaRPr>
          </a:p>
          <a:p>
            <a:pPr eaLnBrk="1" hangingPunct="1">
              <a:spcAft>
                <a:spcPts val="600"/>
              </a:spcAft>
              <a:defRPr/>
            </a:pPr>
            <a:r>
              <a:rPr lang="en-GB" sz="900" noProof="1">
                <a:solidFill>
                  <a:schemeClr val="tx1"/>
                </a:solidFill>
                <a:latin typeface="+mn-lt"/>
                <a:cs typeface="Arial" panose="020B0604020202020204" pitchFamily="34" charset="0"/>
              </a:rPr>
              <a:t>Alternatively, </a:t>
            </a:r>
            <a:r>
              <a:rPr lang="en-GB" sz="900" b="1" noProof="1">
                <a:solidFill>
                  <a:schemeClr val="tx1"/>
                </a:solidFill>
                <a:latin typeface="+mn-lt"/>
                <a:cs typeface="Arial" panose="020B0604020202020204" pitchFamily="34" charset="0"/>
              </a:rPr>
              <a:t>Increase</a:t>
            </a:r>
            <a:r>
              <a:rPr lang="en-GB" sz="900" baseline="0" noProof="1">
                <a:solidFill>
                  <a:schemeClr val="tx1"/>
                </a:solidFill>
                <a:latin typeface="+mn-lt"/>
                <a:cs typeface="Arial" panose="020B0604020202020204" pitchFamily="34" charset="0"/>
              </a:rPr>
              <a:t> and</a:t>
            </a:r>
            <a:br>
              <a:rPr lang="en-GB" sz="900" baseline="0" noProof="1">
                <a:solidFill>
                  <a:schemeClr val="tx1"/>
                </a:solidFill>
                <a:latin typeface="+mn-lt"/>
                <a:cs typeface="Arial" panose="020B0604020202020204" pitchFamily="34" charset="0"/>
              </a:rPr>
            </a:br>
            <a:r>
              <a:rPr lang="en-GB" sz="900" b="1" baseline="0" noProof="1">
                <a:solidFill>
                  <a:schemeClr val="tx1"/>
                </a:solidFill>
                <a:latin typeface="+mn-lt"/>
                <a:cs typeface="Arial" panose="020B0604020202020204" pitchFamily="34" charset="0"/>
              </a:rPr>
              <a:t>Decrease </a:t>
            </a:r>
            <a:r>
              <a:rPr lang="en-GB" sz="900" baseline="0" noProof="1">
                <a:solidFill>
                  <a:schemeClr val="tx1"/>
                </a:solidFill>
                <a:latin typeface="+mn-lt"/>
                <a:cs typeface="Arial" panose="020B0604020202020204" pitchFamily="34" charset="0"/>
              </a:rPr>
              <a:t>list level can be used</a:t>
            </a:r>
            <a:br>
              <a:rPr lang="en-GB" altLang="da-DK" sz="900" b="0" noProof="1">
                <a:solidFill>
                  <a:schemeClr val="tx1"/>
                </a:solidFill>
                <a:latin typeface="+mn-lt"/>
                <a:cs typeface="Arial" panose="020B0604020202020204" pitchFamily="34" charset="0"/>
              </a:rPr>
            </a:br>
            <a:br>
              <a:rPr lang="en-GB" altLang="da-DK" sz="900" b="0" noProof="1">
                <a:solidFill>
                  <a:schemeClr val="tx1"/>
                </a:solidFill>
                <a:latin typeface="+mn-lt"/>
                <a:cs typeface="Arial" panose="020B0604020202020204" pitchFamily="34" charset="0"/>
              </a:rPr>
            </a:br>
            <a:r>
              <a:rPr lang="en-GB" sz="900" b="1" noProof="1">
                <a:solidFill>
                  <a:schemeClr val="tx1"/>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noProof="1">
                <a:solidFill>
                  <a:schemeClr val="tx1"/>
                </a:solidFill>
                <a:latin typeface="+mn-lt"/>
                <a:cs typeface="Arial" panose="020B0604020202020204" pitchFamily="34" charset="0"/>
              </a:rPr>
              <a:t>Click the </a:t>
            </a:r>
            <a:r>
              <a:rPr lang="en-GB" altLang="da-DK" sz="900" b="1" baseline="0" noProof="1">
                <a:solidFill>
                  <a:schemeClr val="tx1"/>
                </a:solidFill>
                <a:latin typeface="+mn-lt"/>
                <a:cs typeface="Arial" panose="020B0604020202020204" pitchFamily="34" charset="0"/>
              </a:rPr>
              <a:t>Reset </a:t>
            </a:r>
            <a:r>
              <a:rPr lang="en-GB" altLang="da-DK" sz="900" noProof="1">
                <a:solidFill>
                  <a:schemeClr val="tx1"/>
                </a:solidFill>
                <a:latin typeface="+mn-lt"/>
                <a:cs typeface="Arial" panose="020B0604020202020204" pitchFamily="34" charset="0"/>
              </a:rPr>
              <a:t>menu to reset position, size</a:t>
            </a:r>
            <a:r>
              <a:rPr lang="en-GB" altLang="da-DK" sz="900" baseline="0" noProof="1">
                <a:solidFill>
                  <a:schemeClr val="tx1"/>
                </a:solidFill>
                <a:latin typeface="+mn-lt"/>
                <a:cs typeface="Arial" panose="020B0604020202020204" pitchFamily="34" charset="0"/>
              </a:rPr>
              <a:t> and formatting of the slide placeholders to their default settings</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chemeClr val="tx1"/>
                </a:solidFill>
                <a:latin typeface="+mn-lt"/>
                <a:cs typeface="Arial" panose="020B0604020202020204" pitchFamily="34" charset="0"/>
              </a:rPr>
            </a:br>
            <a:r>
              <a:rPr lang="en-GB" sz="1600">
                <a:latin typeface="+mn-lt"/>
                <a:cs typeface="Arial" panose="020B0604020202020204" pitchFamily="34" charset="0"/>
              </a:rPr>
              <a:t>SLIDES &amp; LAYOUTS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chemeClr val="tx1"/>
                </a:solidFill>
                <a:latin typeface="+mn-lt"/>
                <a:cs typeface="Arial" panose="020B0604020202020204" pitchFamily="34" charset="0"/>
              </a:rPr>
              <a:t>Click on the menu </a:t>
            </a:r>
            <a:r>
              <a:rPr lang="en-GB" altLang="da-DK" sz="900" b="1" noProof="1">
                <a:solidFill>
                  <a:schemeClr val="tx1"/>
                </a:solidFill>
                <a:latin typeface="+mn-lt"/>
                <a:cs typeface="Arial" panose="020B0604020202020204" pitchFamily="34" charset="0"/>
              </a:rPr>
              <a:t>New Slide </a:t>
            </a:r>
            <a:r>
              <a:rPr lang="en-GB" altLang="da-DK" sz="900" b="0" noProof="1">
                <a:solidFill>
                  <a:schemeClr val="tx1"/>
                </a:solidFill>
                <a:latin typeface="+mn-lt"/>
                <a:cs typeface="Arial" panose="020B0604020202020204" pitchFamily="34" charset="0"/>
              </a:rPr>
              <a:t>in the </a:t>
            </a:r>
            <a:r>
              <a:rPr lang="en-GB" altLang="da-DK" sz="900" b="1" noProof="1">
                <a:solidFill>
                  <a:schemeClr val="tx1"/>
                </a:solidFill>
                <a:latin typeface="+mn-lt"/>
                <a:cs typeface="Arial" panose="020B0604020202020204" pitchFamily="34" charset="0"/>
              </a:rPr>
              <a:t>Home</a:t>
            </a:r>
            <a:r>
              <a:rPr lang="en-GB" altLang="da-DK" sz="900" b="0" noProof="1">
                <a:solidFill>
                  <a:schemeClr val="tx1"/>
                </a:solidFill>
                <a:latin typeface="+mn-lt"/>
                <a:cs typeface="Arial" panose="020B0604020202020204" pitchFamily="34" charset="0"/>
              </a:rPr>
              <a:t> tab to insert a new slide</a:t>
            </a:r>
            <a:br>
              <a:rPr lang="en-GB" altLang="da-DK" sz="900" b="0" noProof="1">
                <a:solidFill>
                  <a:schemeClr val="tx1"/>
                </a:solidFill>
                <a:latin typeface="+mn-lt"/>
                <a:cs typeface="Arial" panose="020B0604020202020204" pitchFamily="34" charset="0"/>
              </a:rPr>
            </a:br>
            <a:br>
              <a:rPr lang="en-GB" altLang="da-DK" sz="900" b="0" noProof="1">
                <a:solidFill>
                  <a:schemeClr val="tx1"/>
                </a:solidFill>
                <a:latin typeface="+mn-lt"/>
                <a:cs typeface="Arial" panose="020B0604020202020204" pitchFamily="34" charset="0"/>
              </a:rPr>
            </a:br>
            <a:r>
              <a:rPr lang="en-GB" altLang="da-DK" sz="900" b="1" noProof="1">
                <a:solidFill>
                  <a:schemeClr val="tx1"/>
                </a:solidFill>
                <a:latin typeface="+mn-lt"/>
                <a:cs typeface="Arial" panose="020B0604020202020204" pitchFamily="34" charset="0"/>
              </a:rPr>
              <a:t>Change layout</a:t>
            </a:r>
            <a:endParaRPr lang="en-GB" altLang="da-DK" sz="900" b="0" noProof="1">
              <a:solidFill>
                <a:schemeClr val="tx1"/>
              </a:solidFill>
              <a:latin typeface="+mn-lt"/>
              <a:cs typeface="Arial" panose="020B0604020202020204" pitchFamily="34" charset="0"/>
            </a:endParaRPr>
          </a:p>
          <a:p>
            <a:pPr marL="0" indent="0">
              <a:spcAft>
                <a:spcPts val="600"/>
              </a:spcAft>
              <a:buFont typeface="+mj-lt"/>
              <a:buNone/>
            </a:pPr>
            <a:r>
              <a:rPr lang="en-GB" sz="900">
                <a:solidFill>
                  <a:srgbClr val="000000"/>
                </a:solidFill>
                <a:latin typeface="+mn-lt"/>
                <a:ea typeface="Arial" panose="020B0604020202020204" pitchFamily="34" charset="0"/>
              </a:rPr>
              <a:t>Click on the arrow next to </a:t>
            </a:r>
            <a:r>
              <a:rPr lang="en-GB" sz="900" b="1">
                <a:solidFill>
                  <a:srgbClr val="000000"/>
                </a:solidFill>
                <a:latin typeface="+mn-lt"/>
                <a:ea typeface="Arial" panose="020B0604020202020204" pitchFamily="34" charset="0"/>
              </a:rPr>
              <a:t>Layout</a:t>
            </a:r>
            <a:br>
              <a:rPr lang="en-GB" sz="900" b="1">
                <a:solidFill>
                  <a:srgbClr val="000000"/>
                </a:solidFill>
                <a:latin typeface="+mn-lt"/>
                <a:ea typeface="Arial" panose="020B0604020202020204" pitchFamily="34" charset="0"/>
              </a:rPr>
            </a:br>
            <a:r>
              <a:rPr lang="en-GB" sz="900">
                <a:solidFill>
                  <a:srgbClr val="000000"/>
                </a:solidFill>
                <a:latin typeface="+mn-lt"/>
                <a:ea typeface="Arial" panose="020B0604020202020204" pitchFamily="34" charset="0"/>
              </a:rPr>
              <a:t>to view a dropdown menu of possible slide layouts</a:t>
            </a:r>
            <a:endParaRPr lang="en-GB" sz="900">
              <a:latin typeface="+mn-lt"/>
              <a:ea typeface="Arial" panose="020B0604020202020204" pitchFamily="34" charset="0"/>
            </a:endParaRPr>
          </a:p>
        </p:txBody>
      </p:sp>
      <p:sp>
        <p:nvSpPr>
          <p:cNvPr id="14" name="Text Box 3">
            <a:extLst>
              <a:ext uri="{FF2B5EF4-FFF2-40B4-BE49-F238E27FC236}">
                <a16:creationId xmlns:a16="http://schemas.microsoft.com/office/drawing/2014/main" id="{66B3FBB4-61DE-493B-8F38-CB78E008D9BE}"/>
              </a:ext>
            </a:extLst>
          </p:cNvPr>
          <p:cNvSpPr txBox="1">
            <a:spLocks noChangeArrowheads="1"/>
          </p:cNvSpPr>
          <p:nvPr userDrawn="1"/>
        </p:nvSpPr>
        <p:spPr bwMode="auto">
          <a:xfrm>
            <a:off x="4498494" y="1442790"/>
            <a:ext cx="244800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600">
                <a:latin typeface="+mn-lt"/>
                <a:cs typeface="Arial" panose="020B0604020202020204" pitchFamily="34" charset="0"/>
              </a:rPr>
              <a:t>PICTURES</a:t>
            </a:r>
            <a:endParaRPr lang="en-GB" sz="1600" b="1" noProof="1">
              <a:solidFill>
                <a:schemeClr val="tx1"/>
              </a:solidFill>
              <a:latin typeface="+mn-lt"/>
              <a:cs typeface="Arial" panose="020B0604020202020204" pitchFamily="34" charset="0"/>
            </a:endParaRPr>
          </a:p>
          <a:p>
            <a:pPr eaLnBrk="1" hangingPunct="1">
              <a:spcAft>
                <a:spcPts val="600"/>
              </a:spcAft>
              <a:defRPr/>
            </a:pPr>
            <a:r>
              <a:rPr lang="en-GB" altLang="da-DK" sz="900" b="0" noProof="1">
                <a:solidFill>
                  <a:schemeClr val="tx1"/>
                </a:solidFill>
                <a:latin typeface="+mn-lt"/>
                <a:cs typeface="Arial" panose="020B0604020202020204" pitchFamily="34" charset="0"/>
              </a:rPr>
              <a:t>On slides with pictureplaceholder, click on the icon and choose </a:t>
            </a:r>
            <a:r>
              <a:rPr lang="en-GB" altLang="da-DK" sz="900" b="1" noProof="1">
                <a:solidFill>
                  <a:schemeClr val="tx1"/>
                </a:solidFill>
                <a:latin typeface="+mn-lt"/>
                <a:cs typeface="Arial" panose="020B0604020202020204" pitchFamily="34" charset="0"/>
              </a:rPr>
              <a:t>Insert</a:t>
            </a:r>
          </a:p>
          <a:p>
            <a:pPr eaLnBrk="1" hangingPunct="1">
              <a:spcBef>
                <a:spcPts val="1200"/>
              </a:spcBef>
              <a:spcAft>
                <a:spcPts val="600"/>
              </a:spcAft>
              <a:defRPr/>
            </a:pPr>
            <a:r>
              <a:rPr lang="en-GB" sz="900" b="1" noProof="1">
                <a:solidFill>
                  <a:schemeClr val="tx1"/>
                </a:solidFill>
                <a:latin typeface="+mn-lt"/>
                <a:cs typeface="Arial" panose="020B0604020202020204" pitchFamily="34" charset="0"/>
              </a:rPr>
              <a:t>Crop picture</a:t>
            </a:r>
          </a:p>
          <a:p>
            <a:pPr eaLnBrk="1" hangingPunct="1">
              <a:spcAft>
                <a:spcPts val="600"/>
              </a:spcAft>
              <a:defRPr/>
            </a:pPr>
            <a:r>
              <a:rPr lang="en-GB" altLang="da-DK" sz="900" b="1" noProof="1">
                <a:solidFill>
                  <a:schemeClr val="tx1"/>
                </a:solidFill>
                <a:latin typeface="+mn-lt"/>
                <a:cs typeface="Arial" panose="020B0604020202020204" pitchFamily="34" charset="0"/>
              </a:rPr>
              <a:t>1. </a:t>
            </a:r>
            <a:r>
              <a:rPr lang="en-GB" altLang="da-DK" sz="900" b="0" noProof="1">
                <a:solidFill>
                  <a:schemeClr val="tx1"/>
                </a:solidFill>
                <a:latin typeface="+mn-lt"/>
                <a:cs typeface="Arial" panose="020B0604020202020204" pitchFamily="34" charset="0"/>
              </a:rPr>
              <a:t>Click </a:t>
            </a:r>
            <a:r>
              <a:rPr lang="en-GB" altLang="da-DK" sz="900" b="1" noProof="1">
                <a:solidFill>
                  <a:schemeClr val="tx1"/>
                </a:solidFill>
                <a:latin typeface="+mn-lt"/>
                <a:cs typeface="Arial" panose="020B0604020202020204" pitchFamily="34" charset="0"/>
              </a:rPr>
              <a:t>Crop</a:t>
            </a:r>
            <a:r>
              <a:rPr lang="en-GB" altLang="da-DK" sz="900" b="0" noProof="1">
                <a:solidFill>
                  <a:schemeClr val="tx1"/>
                </a:solidFill>
                <a:latin typeface="+mn-lt"/>
                <a:cs typeface="Arial" panose="020B0604020202020204" pitchFamily="34" charset="0"/>
              </a:rPr>
              <a:t> to change size or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focus of the picture</a:t>
            </a:r>
          </a:p>
          <a:p>
            <a:pPr eaLnBrk="1" hangingPunct="1">
              <a:spcAft>
                <a:spcPts val="600"/>
              </a:spcAft>
              <a:defRPr/>
            </a:pPr>
            <a:r>
              <a:rPr lang="en-GB" altLang="da-DK" sz="900" b="1" noProof="1">
                <a:solidFill>
                  <a:schemeClr val="tx1"/>
                </a:solidFill>
                <a:latin typeface="+mn-lt"/>
                <a:cs typeface="Arial" panose="020B0604020202020204" pitchFamily="34" charset="0"/>
              </a:rPr>
              <a:t>2. </a:t>
            </a:r>
            <a:r>
              <a:rPr lang="en-GB" altLang="da-DK" sz="900" b="0" noProof="1">
                <a:solidFill>
                  <a:schemeClr val="tx1"/>
                </a:solidFill>
                <a:latin typeface="+mn-lt"/>
                <a:cs typeface="Arial" panose="020B0604020202020204" pitchFamily="34" charset="0"/>
              </a:rPr>
              <a:t>If you want to scale the picture,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hold </a:t>
            </a:r>
            <a:r>
              <a:rPr lang="en-GB" altLang="da-DK" sz="900" b="1" noProof="1">
                <a:solidFill>
                  <a:schemeClr val="tx1"/>
                </a:solidFill>
                <a:latin typeface="+mn-lt"/>
                <a:cs typeface="Arial" panose="020B0604020202020204" pitchFamily="34" charset="0"/>
              </a:rPr>
              <a:t>SHIFT</a:t>
            </a:r>
            <a:r>
              <a:rPr lang="en-GB" altLang="da-DK" sz="900" b="0" noProof="1">
                <a:solidFill>
                  <a:schemeClr val="tx1"/>
                </a:solidFill>
                <a:latin typeface="+mn-lt"/>
                <a:cs typeface="Arial" panose="020B0604020202020204" pitchFamily="34" charset="0"/>
              </a:rPr>
              <a:t>-key down while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dragging the corners of the picture</a:t>
            </a:r>
            <a:br>
              <a:rPr lang="en-GB" altLang="da-DK" sz="900" b="0" noProof="1">
                <a:solidFill>
                  <a:schemeClr val="tx1"/>
                </a:solidFill>
                <a:latin typeface="+mn-lt"/>
                <a:cs typeface="Arial" panose="020B0604020202020204" pitchFamily="34" charset="0"/>
              </a:rPr>
            </a:br>
            <a:endParaRPr lang="en-GB" altLang="da-DK" sz="900" b="0" noProof="1">
              <a:solidFill>
                <a:schemeClr val="tx1"/>
              </a:solidFill>
              <a:latin typeface="+mn-lt"/>
              <a:cs typeface="Arial" panose="020B0604020202020204" pitchFamily="34" charset="0"/>
            </a:endParaRPr>
          </a:p>
          <a:p>
            <a:pPr eaLnBrk="1" hangingPunct="1">
              <a:spcAft>
                <a:spcPts val="600"/>
              </a:spcAft>
              <a:defRPr/>
            </a:pPr>
            <a:r>
              <a:rPr lang="en-GB" altLang="da-DK" sz="900" b="1" noProof="1">
                <a:solidFill>
                  <a:schemeClr val="tx1"/>
                </a:solidFill>
                <a:latin typeface="+mn-lt"/>
                <a:cs typeface="Arial" panose="020B0604020202020204" pitchFamily="34" charset="0"/>
              </a:rPr>
              <a:t>HINT: </a:t>
            </a:r>
            <a:r>
              <a:rPr lang="en-GB" altLang="da-DK" sz="900" b="0" noProof="1">
                <a:solidFill>
                  <a:schemeClr val="tx1"/>
                </a:solidFill>
                <a:latin typeface="+mn-lt"/>
                <a:cs typeface="Arial" panose="020B0604020202020204" pitchFamily="34" charset="0"/>
              </a:rPr>
              <a:t>If you delete the picture and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insert a new one, the picture may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lie in front of the text or graphic.</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If this happens, select the picture, </a:t>
            </a:r>
            <a:br>
              <a:rPr lang="en-GB" altLang="da-DK" sz="900" b="0" noProof="1">
                <a:solidFill>
                  <a:schemeClr val="tx1"/>
                </a:solidFill>
                <a:latin typeface="+mn-lt"/>
                <a:cs typeface="Arial" panose="020B0604020202020204" pitchFamily="34" charset="0"/>
              </a:rPr>
            </a:br>
            <a:r>
              <a:rPr lang="en-GB" altLang="da-DK" sz="900" b="0" noProof="1">
                <a:solidFill>
                  <a:schemeClr val="tx1"/>
                </a:solidFill>
                <a:latin typeface="+mn-lt"/>
                <a:cs typeface="Arial" panose="020B0604020202020204" pitchFamily="34" charset="0"/>
              </a:rPr>
              <a:t>right-click and choose </a:t>
            </a:r>
            <a:r>
              <a:rPr lang="en-GB" altLang="da-DK" sz="900" b="1" noProof="1">
                <a:solidFill>
                  <a:schemeClr val="tx1"/>
                </a:solidFill>
                <a:latin typeface="+mn-lt"/>
                <a:cs typeface="Arial" panose="020B0604020202020204" pitchFamily="34" charset="0"/>
              </a:rPr>
              <a:t>Send to Back</a:t>
            </a:r>
          </a:p>
        </p:txBody>
      </p:sp>
      <p:sp>
        <p:nvSpPr>
          <p:cNvPr id="15" name="Text Box 4">
            <a:extLst>
              <a:ext uri="{FF2B5EF4-FFF2-40B4-BE49-F238E27FC236}">
                <a16:creationId xmlns:a16="http://schemas.microsoft.com/office/drawing/2014/main" id="{17EA80A0-F605-4897-AE2A-18933CAB6DBB}"/>
              </a:ext>
            </a:extLst>
          </p:cNvPr>
          <p:cNvSpPr txBox="1">
            <a:spLocks noChangeArrowheads="1"/>
          </p:cNvSpPr>
          <p:nvPr userDrawn="1"/>
        </p:nvSpPr>
        <p:spPr bwMode="auto">
          <a:xfrm>
            <a:off x="8076214" y="1442790"/>
            <a:ext cx="2448000" cy="4662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600">
                <a:latin typeface="+mn-lt"/>
                <a:cs typeface="Arial" panose="020B0604020202020204" pitchFamily="34" charset="0"/>
              </a:rPr>
              <a:t>HEADER &amp; FOOTER</a:t>
            </a:r>
            <a:endParaRPr lang="en-GB" altLang="da-DK" sz="1600" b="0" noProof="1">
              <a:solidFill>
                <a:schemeClr val="tx1"/>
              </a:solidFill>
              <a:latin typeface="+mn-lt"/>
              <a:cs typeface="Arial" panose="020B0604020202020204" pitchFamily="34" charset="0"/>
            </a:endParaRPr>
          </a:p>
          <a:p>
            <a:pPr eaLnBrk="1" hangingPunct="1">
              <a:spcAft>
                <a:spcPts val="600"/>
              </a:spcAft>
              <a:defRPr/>
            </a:pPr>
            <a:r>
              <a:rPr lang="en-GB" altLang="da-DK" sz="900" b="0" noProof="1">
                <a:solidFill>
                  <a:schemeClr val="tx1"/>
                </a:solidFill>
                <a:latin typeface="+mn-lt"/>
                <a:cs typeface="Arial" panose="020B0604020202020204" pitchFamily="34" charset="0"/>
              </a:rPr>
              <a:t>Do this at the very end to apply the changes on all slides</a:t>
            </a:r>
          </a:p>
          <a:p>
            <a:pPr eaLnBrk="1" hangingPunct="1">
              <a:spcAft>
                <a:spcPts val="600"/>
              </a:spcAft>
              <a:defRPr/>
            </a:pPr>
            <a:r>
              <a:rPr lang="en-GB" altLang="da-DK" sz="900" b="0" noProof="1">
                <a:solidFill>
                  <a:schemeClr val="tx1"/>
                </a:solidFill>
                <a:latin typeface="+mn-lt"/>
                <a:cs typeface="Arial" panose="020B0604020202020204" pitchFamily="34" charset="0"/>
              </a:rPr>
              <a:t>Click on </a:t>
            </a:r>
            <a:r>
              <a:rPr lang="en-GB" altLang="da-DK" sz="900" b="1" noProof="1">
                <a:solidFill>
                  <a:schemeClr val="tx1"/>
                </a:solidFill>
                <a:latin typeface="+mn-lt"/>
                <a:cs typeface="Arial" panose="020B0604020202020204" pitchFamily="34" charset="0"/>
              </a:rPr>
              <a:t>Header and Footer </a:t>
            </a:r>
            <a:r>
              <a:rPr lang="en-GB" altLang="da-DK" sz="900" b="0" noProof="1">
                <a:solidFill>
                  <a:schemeClr val="tx1"/>
                </a:solidFill>
                <a:latin typeface="+mn-lt"/>
                <a:cs typeface="Arial" panose="020B0604020202020204" pitchFamily="34" charset="0"/>
              </a:rPr>
              <a:t>in the </a:t>
            </a:r>
            <a:r>
              <a:rPr lang="en-GB" altLang="da-DK" sz="900" b="1" noProof="1">
                <a:solidFill>
                  <a:schemeClr val="tx1"/>
                </a:solidFill>
                <a:latin typeface="+mn-lt"/>
                <a:cs typeface="Arial" panose="020B0604020202020204" pitchFamily="34" charset="0"/>
              </a:rPr>
              <a:t>Insert</a:t>
            </a:r>
            <a:r>
              <a:rPr lang="en-GB" altLang="da-DK" sz="900" b="0" noProof="1">
                <a:solidFill>
                  <a:schemeClr val="tx1"/>
                </a:solidFill>
                <a:latin typeface="+mn-lt"/>
                <a:cs typeface="Arial" panose="020B0604020202020204" pitchFamily="34" charset="0"/>
              </a:rPr>
              <a:t> tab (write the desired text, click date or page number from or to)</a:t>
            </a:r>
          </a:p>
          <a:p>
            <a:pPr eaLnBrk="1" hangingPunct="1">
              <a:spcAft>
                <a:spcPts val="600"/>
              </a:spcAft>
              <a:defRPr/>
            </a:pPr>
            <a:r>
              <a:rPr lang="en-GB" altLang="da-DK" sz="900" b="0" noProof="1">
                <a:solidFill>
                  <a:schemeClr val="tx1"/>
                </a:solidFill>
                <a:latin typeface="+mn-lt"/>
                <a:cs typeface="Arial" panose="020B0604020202020204" pitchFamily="34" charset="0"/>
              </a:rPr>
              <a:t>Click </a:t>
            </a:r>
            <a:r>
              <a:rPr lang="en-GB" altLang="da-DK" sz="900" b="1" noProof="1">
                <a:solidFill>
                  <a:schemeClr val="tx1"/>
                </a:solidFill>
                <a:latin typeface="+mn-lt"/>
                <a:cs typeface="Arial" panose="020B0604020202020204" pitchFamily="34" charset="0"/>
              </a:rPr>
              <a:t>Apply to All </a:t>
            </a:r>
            <a:r>
              <a:rPr lang="en-GB" altLang="da-DK" sz="900" b="0" noProof="1">
                <a:solidFill>
                  <a:schemeClr val="tx1"/>
                </a:solidFill>
                <a:latin typeface="+mn-lt"/>
                <a:cs typeface="Arial" panose="020B0604020202020204" pitchFamily="34" charset="0"/>
              </a:rPr>
              <a:t>or </a:t>
            </a:r>
            <a:r>
              <a:rPr lang="en-GB" altLang="da-DK" sz="900" b="1" noProof="1">
                <a:solidFill>
                  <a:schemeClr val="tx1"/>
                </a:solidFill>
                <a:latin typeface="+mn-lt"/>
                <a:cs typeface="Arial" panose="020B0604020202020204" pitchFamily="34" charset="0"/>
              </a:rPr>
              <a:t>Apply</a:t>
            </a:r>
            <a:r>
              <a:rPr lang="en-GB" altLang="da-DK" sz="900" b="0" noProof="1">
                <a:solidFill>
                  <a:schemeClr val="tx1"/>
                </a:solidFill>
                <a:latin typeface="+mn-lt"/>
                <a:cs typeface="Arial" panose="020B0604020202020204" pitchFamily="34" charset="0"/>
              </a:rPr>
              <a:t> if only used on one slide</a:t>
            </a:r>
            <a:br>
              <a:rPr lang="en-GB" altLang="da-DK" sz="900" b="0" noProof="1">
                <a:solidFill>
                  <a:schemeClr val="tx1"/>
                </a:solidFill>
                <a:latin typeface="+mn-lt"/>
                <a:cs typeface="Arial" panose="020B0604020202020204" pitchFamily="34" charset="0"/>
              </a:rPr>
            </a:br>
            <a:endParaRPr lang="en-GB" altLang="da-DK" sz="900" b="0" noProof="1">
              <a:solidFill>
                <a:schemeClr val="tx1"/>
              </a:solidFill>
              <a:latin typeface="+mn-lt"/>
              <a:cs typeface="Arial" panose="020B0604020202020204" pitchFamily="34" charset="0"/>
            </a:endParaRPr>
          </a:p>
          <a:p>
            <a:pPr eaLnBrk="1" hangingPunct="1">
              <a:spcAft>
                <a:spcPts val="600"/>
              </a:spcAft>
              <a:defRPr/>
            </a:pPr>
            <a:r>
              <a:rPr lang="en-GB" sz="1600">
                <a:latin typeface="+mn-lt"/>
                <a:cs typeface="Arial" panose="020B0604020202020204" pitchFamily="34" charset="0"/>
              </a:rPr>
              <a:t>GRIDLINES</a:t>
            </a:r>
          </a:p>
          <a:p>
            <a:pPr eaLnBrk="1" hangingPunct="1">
              <a:spcAft>
                <a:spcPts val="600"/>
              </a:spcAft>
              <a:defRPr/>
            </a:pPr>
            <a:r>
              <a:rPr lang="en-GB" altLang="da-DK" sz="900" b="0" noProof="1">
                <a:solidFill>
                  <a:schemeClr val="tx1"/>
                </a:solidFill>
                <a:latin typeface="+mn-lt"/>
                <a:cs typeface="Arial" panose="020B0604020202020204" pitchFamily="34" charset="0"/>
              </a:rPr>
              <a:t>Click the </a:t>
            </a:r>
            <a:r>
              <a:rPr lang="en-GB" altLang="da-DK" sz="900" b="1" noProof="1">
                <a:solidFill>
                  <a:schemeClr val="tx1"/>
                </a:solidFill>
                <a:latin typeface="+mn-lt"/>
                <a:cs typeface="Arial" panose="020B0604020202020204" pitchFamily="34" charset="0"/>
              </a:rPr>
              <a:t>View</a:t>
            </a:r>
            <a:r>
              <a:rPr lang="en-GB" altLang="da-DK" sz="900" b="0" noProof="1">
                <a:solidFill>
                  <a:schemeClr val="tx1"/>
                </a:solidFill>
                <a:latin typeface="+mn-lt"/>
                <a:cs typeface="Arial" panose="020B0604020202020204" pitchFamily="34" charset="0"/>
              </a:rPr>
              <a:t> tab and set tick mark next to </a:t>
            </a:r>
            <a:r>
              <a:rPr lang="en-GB" altLang="da-DK" sz="900" b="1" noProof="1">
                <a:solidFill>
                  <a:schemeClr val="tx1"/>
                </a:solidFill>
                <a:latin typeface="+mn-lt"/>
                <a:cs typeface="Arial" panose="020B0604020202020204" pitchFamily="34" charset="0"/>
              </a:rPr>
              <a:t>Guides</a:t>
            </a:r>
            <a:endParaRPr lang="en-GB" altLang="da-DK" sz="900" b="0" noProof="1">
              <a:solidFill>
                <a:schemeClr val="tx1"/>
              </a:solidFill>
              <a:latin typeface="+mn-lt"/>
              <a:cs typeface="Arial" panose="020B0604020202020204" pitchFamily="34" charset="0"/>
            </a:endParaRPr>
          </a:p>
          <a:p>
            <a:pPr eaLnBrk="1" hangingPunct="1">
              <a:spcAft>
                <a:spcPts val="600"/>
              </a:spcAft>
              <a:defRPr/>
            </a:pPr>
            <a:r>
              <a:rPr lang="en-GB" altLang="da-DK" sz="900" b="1" noProof="1">
                <a:solidFill>
                  <a:schemeClr val="tx1"/>
                </a:solidFill>
                <a:latin typeface="+mn-lt"/>
                <a:cs typeface="Arial" panose="020B0604020202020204" pitchFamily="34" charset="0"/>
              </a:rPr>
              <a:t>HINT: Alt + F9 </a:t>
            </a:r>
            <a:r>
              <a:rPr lang="en-GB" altLang="da-DK" sz="900" b="0" noProof="1">
                <a:solidFill>
                  <a:schemeClr val="tx1"/>
                </a:solidFill>
                <a:latin typeface="+mn-lt"/>
                <a:cs typeface="Arial" panose="020B0604020202020204" pitchFamily="34" charset="0"/>
              </a:rPr>
              <a:t>for quick view of guides</a:t>
            </a:r>
            <a:br>
              <a:rPr lang="en-GB" altLang="da-DK" sz="900" b="0" noProof="1">
                <a:solidFill>
                  <a:schemeClr val="tx1"/>
                </a:solidFill>
                <a:latin typeface="+mn-lt"/>
                <a:cs typeface="Arial" panose="020B0604020202020204" pitchFamily="34" charset="0"/>
              </a:rPr>
            </a:br>
            <a:endParaRPr lang="en-GB" altLang="da-DK" sz="900" b="0" noProof="1">
              <a:solidFill>
                <a:schemeClr val="tx1"/>
              </a:solidFill>
              <a:latin typeface="+mn-lt"/>
              <a:cs typeface="Arial" panose="020B0604020202020204" pitchFamily="34" charset="0"/>
            </a:endParaRPr>
          </a:p>
          <a:p>
            <a:pPr eaLnBrk="1" hangingPunct="1">
              <a:spcAft>
                <a:spcPts val="600"/>
              </a:spcAft>
              <a:defRPr/>
            </a:pPr>
            <a:r>
              <a:rPr lang="en-GB" altLang="da-DK" sz="1600" b="0" noProof="1">
                <a:solidFill>
                  <a:schemeClr val="tx1"/>
                </a:solidFill>
                <a:latin typeface="+mn-lt"/>
                <a:cs typeface="Arial" panose="020B0604020202020204" pitchFamily="34" charset="0"/>
              </a:rPr>
              <a:t>COPY/PASTE CONTENT</a:t>
            </a:r>
          </a:p>
          <a:p>
            <a:pPr eaLnBrk="1" hangingPunct="1">
              <a:spcAft>
                <a:spcPts val="600"/>
              </a:spcAft>
              <a:defRPr/>
            </a:pPr>
            <a:r>
              <a:rPr lang="en-GB" altLang="da-DK" sz="900" b="0" noProof="1">
                <a:solidFill>
                  <a:schemeClr val="tx1"/>
                </a:solidFill>
                <a:latin typeface="+mn-lt"/>
                <a:cs typeface="Arial" panose="020B0604020202020204" pitchFamily="34" charset="0"/>
              </a:rPr>
              <a:t>When copying old content to your new presentation, 2 options are available:</a:t>
            </a:r>
          </a:p>
          <a:p>
            <a:pPr eaLnBrk="1" hangingPunct="1">
              <a:spcAft>
                <a:spcPts val="600"/>
              </a:spcAft>
              <a:defRPr/>
            </a:pPr>
            <a:r>
              <a:rPr lang="en-GB" altLang="da-DK" sz="900" b="1" noProof="1">
                <a:solidFill>
                  <a:schemeClr val="tx1"/>
                </a:solidFill>
                <a:latin typeface="+mn-lt"/>
                <a:cs typeface="Arial" panose="020B0604020202020204" pitchFamily="34" charset="0"/>
              </a:rPr>
              <a:t>1. Best practice: </a:t>
            </a:r>
            <a:r>
              <a:rPr lang="en-GB" altLang="da-DK" sz="900" b="0" noProof="1">
                <a:solidFill>
                  <a:schemeClr val="tx1"/>
                </a:solidFill>
                <a:latin typeface="+mn-lt"/>
                <a:cs typeface="Arial" panose="020B0604020202020204" pitchFamily="34" charset="0"/>
              </a:rPr>
              <a:t>Create a slide in your new presentation and copy </a:t>
            </a:r>
            <a:r>
              <a:rPr lang="en-GB" altLang="da-DK" sz="900" b="0" i="0" u="sng" noProof="1">
                <a:solidFill>
                  <a:schemeClr val="tx1"/>
                </a:solidFill>
                <a:latin typeface="+mn-lt"/>
                <a:cs typeface="Arial" panose="020B0604020202020204" pitchFamily="34" charset="0"/>
              </a:rPr>
              <a:t>one</a:t>
            </a:r>
            <a:r>
              <a:rPr lang="en-GB" altLang="da-DK" sz="900" b="0" i="0" u="none" noProof="1">
                <a:solidFill>
                  <a:schemeClr val="tx1"/>
                </a:solidFill>
                <a:latin typeface="+mn-lt"/>
                <a:cs typeface="Arial" panose="020B0604020202020204" pitchFamily="34" charset="0"/>
              </a:rPr>
              <a:t> piece of content at a time (e.g. copy all text from </a:t>
            </a:r>
            <a:r>
              <a:rPr lang="en-GB" altLang="da-DK" sz="900" b="0" i="0" u="sng" noProof="1">
                <a:solidFill>
                  <a:schemeClr val="tx1"/>
                </a:solidFill>
                <a:latin typeface="+mn-lt"/>
                <a:cs typeface="Arial" panose="020B0604020202020204" pitchFamily="34" charset="0"/>
              </a:rPr>
              <a:t>one</a:t>
            </a:r>
            <a:r>
              <a:rPr lang="en-GB" altLang="da-DK" sz="900" b="0" i="0" u="none" noProof="1">
                <a:solidFill>
                  <a:schemeClr val="tx1"/>
                </a:solidFill>
                <a:latin typeface="+mn-lt"/>
                <a:cs typeface="Arial" panose="020B0604020202020204" pitchFamily="34" charset="0"/>
              </a:rPr>
              <a:t> textbox)</a:t>
            </a:r>
            <a:endParaRPr lang="en-GB" altLang="da-DK" sz="900" b="1" i="0" u="sng" noProof="1">
              <a:solidFill>
                <a:schemeClr val="tx1"/>
              </a:solidFill>
              <a:latin typeface="+mn-lt"/>
              <a:cs typeface="Arial" panose="020B0604020202020204" pitchFamily="34" charset="0"/>
            </a:endParaRPr>
          </a:p>
          <a:p>
            <a:pPr eaLnBrk="1" hangingPunct="1">
              <a:spcAft>
                <a:spcPts val="600"/>
              </a:spcAft>
              <a:defRPr/>
            </a:pPr>
            <a:r>
              <a:rPr lang="en-GB" altLang="da-DK" sz="900" b="1" noProof="1">
                <a:solidFill>
                  <a:schemeClr val="tx1"/>
                </a:solidFill>
                <a:latin typeface="+mn-lt"/>
                <a:cs typeface="Arial" panose="020B0604020202020204" pitchFamily="34" charset="0"/>
              </a:rPr>
              <a:t>2. </a:t>
            </a:r>
            <a:r>
              <a:rPr lang="en-GB" altLang="da-DK" sz="900" b="0" noProof="1">
                <a:solidFill>
                  <a:schemeClr val="tx1"/>
                </a:solidFill>
                <a:latin typeface="+mn-lt"/>
                <a:cs typeface="Arial" panose="020B0604020202020204" pitchFamily="34" charset="0"/>
              </a:rPr>
              <a:t>Or copy an entire slide into your new presentation and then choose a fitting layout. Remember to delete the old, wrong layouts (go to View &gt; Slidemaster and delete them)</a:t>
            </a:r>
            <a:endParaRPr lang="en-GB" altLang="da-DK" sz="900" b="1" noProof="1">
              <a:solidFill>
                <a:schemeClr val="tx1"/>
              </a:solidFill>
              <a:latin typeface="+mn-lt"/>
              <a:cs typeface="Arial" panose="020B0604020202020204" pitchFamily="34" charset="0"/>
            </a:endParaRPr>
          </a:p>
        </p:txBody>
      </p:sp>
      <p:pic>
        <p:nvPicPr>
          <p:cNvPr id="19" name="Picture 18">
            <a:extLst>
              <a:ext uri="{FF2B5EF4-FFF2-40B4-BE49-F238E27FC236}">
                <a16:creationId xmlns:a16="http://schemas.microsoft.com/office/drawing/2014/main" id="{0722642E-922E-4D3E-9481-C027E3A93CD0}"/>
              </a:ext>
            </a:extLst>
          </p:cNvPr>
          <p:cNvPicPr>
            <a:picLocks noChangeAspect="1"/>
          </p:cNvPicPr>
          <p:nvPr userDrawn="1"/>
        </p:nvPicPr>
        <p:blipFill>
          <a:blip r:embed="rId2"/>
          <a:stretch>
            <a:fillRect/>
          </a:stretch>
        </p:blipFill>
        <p:spPr>
          <a:xfrm>
            <a:off x="2932727" y="4779904"/>
            <a:ext cx="475428" cy="176762"/>
          </a:xfrm>
          <a:prstGeom prst="rect">
            <a:avLst/>
          </a:prstGeom>
        </p:spPr>
      </p:pic>
      <p:pic>
        <p:nvPicPr>
          <p:cNvPr id="22" name="Picture 21">
            <a:extLst>
              <a:ext uri="{FF2B5EF4-FFF2-40B4-BE49-F238E27FC236}">
                <a16:creationId xmlns:a16="http://schemas.microsoft.com/office/drawing/2014/main" id="{F37E3D92-3923-49A5-9D66-A01D052984C0}"/>
              </a:ext>
            </a:extLst>
          </p:cNvPr>
          <p:cNvPicPr>
            <a:picLocks noChangeAspect="1"/>
          </p:cNvPicPr>
          <p:nvPr userDrawn="1"/>
        </p:nvPicPr>
        <p:blipFill rotWithShape="1">
          <a:blip r:embed="rId3"/>
          <a:srcRect l="3901" t="45142" r="62601" b="9046"/>
          <a:stretch/>
        </p:blipFill>
        <p:spPr>
          <a:xfrm>
            <a:off x="6726550" y="1735179"/>
            <a:ext cx="341204" cy="321707"/>
          </a:xfrm>
          <a:prstGeom prst="rect">
            <a:avLst/>
          </a:prstGeom>
        </p:spPr>
      </p:pic>
      <p:pic>
        <p:nvPicPr>
          <p:cNvPr id="24" name="Picture 16">
            <a:extLst>
              <a:ext uri="{FF2B5EF4-FFF2-40B4-BE49-F238E27FC236}">
                <a16:creationId xmlns:a16="http://schemas.microsoft.com/office/drawing/2014/main" id="{EE4BD888-DAA9-4A3B-ADD9-0ACB9540A63B}"/>
              </a:ext>
            </a:extLst>
          </p:cNvPr>
          <p:cNvPicPr>
            <a:picLocks noChangeAspect="1"/>
          </p:cNvPicPr>
          <p:nvPr userDrawn="1"/>
        </p:nvPicPr>
        <p:blipFill>
          <a:blip r:embed="rId4"/>
          <a:stretch>
            <a:fillRect/>
          </a:stretch>
        </p:blipFill>
        <p:spPr>
          <a:xfrm>
            <a:off x="2932727" y="3962909"/>
            <a:ext cx="328881" cy="505501"/>
          </a:xfrm>
          <a:prstGeom prst="rect">
            <a:avLst/>
          </a:prstGeom>
        </p:spPr>
      </p:pic>
      <p:pic>
        <p:nvPicPr>
          <p:cNvPr id="26" name="Picture 20">
            <a:extLst>
              <a:ext uri="{FF2B5EF4-FFF2-40B4-BE49-F238E27FC236}">
                <a16:creationId xmlns:a16="http://schemas.microsoft.com/office/drawing/2014/main" id="{ADF46DFB-ABDB-43BA-AD93-FDEE2D7642D0}"/>
              </a:ext>
            </a:extLst>
          </p:cNvPr>
          <p:cNvPicPr>
            <a:picLocks noChangeAspect="1"/>
          </p:cNvPicPr>
          <p:nvPr userDrawn="1"/>
        </p:nvPicPr>
        <p:blipFill>
          <a:blip r:embed="rId5"/>
          <a:stretch>
            <a:fillRect/>
          </a:stretch>
        </p:blipFill>
        <p:spPr>
          <a:xfrm>
            <a:off x="2935425" y="3229754"/>
            <a:ext cx="538465" cy="172841"/>
          </a:xfrm>
          <a:prstGeom prst="rect">
            <a:avLst/>
          </a:prstGeom>
        </p:spPr>
      </p:pic>
      <p:pic>
        <p:nvPicPr>
          <p:cNvPr id="27" name="Picture 19">
            <a:extLst>
              <a:ext uri="{FF2B5EF4-FFF2-40B4-BE49-F238E27FC236}">
                <a16:creationId xmlns:a16="http://schemas.microsoft.com/office/drawing/2014/main" id="{CF6F40E1-EF2A-4675-A88E-429AD3ADD347}"/>
              </a:ext>
            </a:extLst>
          </p:cNvPr>
          <p:cNvPicPr>
            <a:picLocks noChangeAspect="1"/>
          </p:cNvPicPr>
          <p:nvPr userDrawn="1"/>
        </p:nvPicPr>
        <p:blipFill>
          <a:blip r:embed="rId6"/>
          <a:stretch>
            <a:fillRect/>
          </a:stretch>
        </p:blipFill>
        <p:spPr>
          <a:xfrm>
            <a:off x="6802694" y="2453659"/>
            <a:ext cx="313788" cy="543900"/>
          </a:xfrm>
          <a:prstGeom prst="rect">
            <a:avLst/>
          </a:prstGeom>
        </p:spPr>
      </p:pic>
      <p:pic>
        <p:nvPicPr>
          <p:cNvPr id="18" name="Picture 12">
            <a:extLst>
              <a:ext uri="{FF2B5EF4-FFF2-40B4-BE49-F238E27FC236}">
                <a16:creationId xmlns:a16="http://schemas.microsoft.com/office/drawing/2014/main" id="{1EEB59ED-856C-4646-8080-8164D2973D0E}"/>
              </a:ext>
            </a:extLst>
          </p:cNvPr>
          <p:cNvPicPr>
            <a:picLocks noChangeAspect="1"/>
          </p:cNvPicPr>
          <p:nvPr userDrawn="1"/>
        </p:nvPicPr>
        <p:blipFill>
          <a:blip r:embed="rId7"/>
          <a:stretch>
            <a:fillRect/>
          </a:stretch>
        </p:blipFill>
        <p:spPr>
          <a:xfrm>
            <a:off x="10717337" y="1980536"/>
            <a:ext cx="378293" cy="543366"/>
          </a:xfrm>
          <a:prstGeom prst="rect">
            <a:avLst/>
          </a:prstGeom>
        </p:spPr>
      </p:pic>
      <p:pic>
        <p:nvPicPr>
          <p:cNvPr id="11" name="Picture 10">
            <a:extLst>
              <a:ext uri="{FF2B5EF4-FFF2-40B4-BE49-F238E27FC236}">
                <a16:creationId xmlns:a16="http://schemas.microsoft.com/office/drawing/2014/main" id="{718B3BD4-04BC-40A0-B801-FB79B0884023}"/>
              </a:ext>
            </a:extLst>
          </p:cNvPr>
          <p:cNvPicPr>
            <a:picLocks noChangeAspect="1"/>
          </p:cNvPicPr>
          <p:nvPr userDrawn="1"/>
        </p:nvPicPr>
        <p:blipFill>
          <a:blip r:embed="rId8"/>
          <a:stretch>
            <a:fillRect/>
          </a:stretch>
        </p:blipFill>
        <p:spPr>
          <a:xfrm>
            <a:off x="2932727" y="2518464"/>
            <a:ext cx="457143" cy="257143"/>
          </a:xfrm>
          <a:prstGeom prst="rect">
            <a:avLst/>
          </a:prstGeom>
        </p:spPr>
      </p:pic>
      <p:sp>
        <p:nvSpPr>
          <p:cNvPr id="2" name="Date Placeholder 1">
            <a:extLst>
              <a:ext uri="{FF2B5EF4-FFF2-40B4-BE49-F238E27FC236}">
                <a16:creationId xmlns:a16="http://schemas.microsoft.com/office/drawing/2014/main" id="{51A02284-6888-4337-9A6F-80EFD8C407EB}"/>
              </a:ext>
            </a:extLst>
          </p:cNvPr>
          <p:cNvSpPr>
            <a:spLocks noGrp="1"/>
          </p:cNvSpPr>
          <p:nvPr>
            <p:ph type="dt" sz="half" idx="10"/>
          </p:nvPr>
        </p:nvSpPr>
        <p:spPr/>
        <p:txBody>
          <a:bodyPr/>
          <a:lstStyle/>
          <a:p>
            <a:endParaRPr lang="en-GB"/>
          </a:p>
        </p:txBody>
      </p:sp>
      <p:sp>
        <p:nvSpPr>
          <p:cNvPr id="3" name="Footer Placeholder 2">
            <a:extLst>
              <a:ext uri="{FF2B5EF4-FFF2-40B4-BE49-F238E27FC236}">
                <a16:creationId xmlns:a16="http://schemas.microsoft.com/office/drawing/2014/main" id="{71D2B70A-6BC5-4C66-869E-61F2A38A391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09F8ED-36EE-4F7B-8B5E-A531C6E804E2}"/>
              </a:ext>
            </a:extLst>
          </p:cNvPr>
          <p:cNvSpPr>
            <a:spLocks noGrp="1"/>
          </p:cNvSpPr>
          <p:nvPr>
            <p:ph type="sldNum" sz="quarter" idx="12"/>
          </p:nvPr>
        </p:nvSpPr>
        <p:spPr/>
        <p:txBody>
          <a:bodyPr/>
          <a:lstStyle/>
          <a:p>
            <a:fld id="{5BA07366-CB75-4AA8-9E5B-928B849F427C}" type="slidenum">
              <a:rPr lang="en-GB" smtClean="0"/>
              <a:pPr/>
              <a:t>‹#›</a:t>
            </a:fld>
            <a:endParaRPr lang="en-GB"/>
          </a:p>
        </p:txBody>
      </p:sp>
    </p:spTree>
    <p:extLst>
      <p:ext uri="{BB962C8B-B14F-4D97-AF65-F5344CB8AC3E}">
        <p14:creationId xmlns:p14="http://schemas.microsoft.com/office/powerpoint/2010/main" val="18687424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gt;Do not use layouts after thi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a:xfrm>
            <a:off x="0" y="0"/>
            <a:ext cx="12192000" cy="6861600"/>
          </a:xfrm>
          <a:prstGeom prst="rect">
            <a:avLst/>
          </a:prstGeom>
          <a:solidFill>
            <a:schemeClr val="tx1"/>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a:solidFill>
                <a:schemeClr val="tx1"/>
              </a:solidFill>
            </a:endParaRPr>
          </a:p>
        </p:txBody>
      </p:sp>
      <p:sp>
        <p:nvSpPr>
          <p:cNvPr id="5" name="Do not use"/>
          <p:cNvSpPr txBox="1"/>
          <p:nvPr userDrawn="1"/>
        </p:nvSpPr>
        <p:spPr>
          <a:xfrm>
            <a:off x="430213" y="656823"/>
            <a:ext cx="11356977"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rPr>
              <a:t>If you see any </a:t>
            </a:r>
            <a:r>
              <a:rPr lang="en-GB" sz="4400" b="1" i="1" noProof="0">
                <a:solidFill>
                  <a:schemeClr val="bg1"/>
                </a:solidFill>
              </a:rPr>
              <a:t>layouts after this </a:t>
            </a:r>
            <a:r>
              <a:rPr lang="en-GB" sz="4400" b="0" i="0" noProof="0">
                <a:solidFill>
                  <a:schemeClr val="bg1"/>
                </a:solidFill>
              </a:rPr>
              <a:t>one</a:t>
            </a:r>
            <a:r>
              <a:rPr lang="en-GB" sz="4400" b="1" i="1" noProof="0">
                <a:solidFill>
                  <a:schemeClr val="bg1"/>
                </a:solidFill>
              </a:rPr>
              <a:t>,</a:t>
            </a:r>
            <a:br>
              <a:rPr lang="en-GB" sz="4400" b="0" i="0" noProof="0">
                <a:solidFill>
                  <a:schemeClr val="bg1"/>
                </a:solidFill>
              </a:rPr>
            </a:br>
            <a:r>
              <a:rPr lang="en-GB" sz="4400" b="0" noProof="0">
                <a:solidFill>
                  <a:schemeClr val="bg1"/>
                </a:solidFill>
              </a:rPr>
              <a:t>do not use them. These layouts </a:t>
            </a:r>
            <a:r>
              <a:rPr lang="en-GB" sz="4400" b="1" i="1" u="none" noProof="0">
                <a:solidFill>
                  <a:schemeClr val="bg1"/>
                </a:solidFill>
              </a:rPr>
              <a:t>are not </a:t>
            </a:r>
            <a:r>
              <a:rPr lang="en-GB" sz="4400" b="0" noProof="0">
                <a:solidFill>
                  <a:schemeClr val="bg1"/>
                </a:solidFill>
              </a:rPr>
              <a:t>part of our corporate template.</a:t>
            </a:r>
            <a:br>
              <a:rPr lang="en-GB" sz="2800" b="0" noProof="0">
                <a:solidFill>
                  <a:schemeClr val="bg1"/>
                </a:solidFill>
              </a:rPr>
            </a:br>
            <a:br>
              <a:rPr lang="en-GB" sz="2800" b="0" noProof="0">
                <a:solidFill>
                  <a:schemeClr val="bg1"/>
                </a:solidFill>
              </a:rPr>
            </a:br>
            <a:endParaRPr lang="en-GB" sz="2800" b="0" noProof="0">
              <a:solidFill>
                <a:schemeClr val="bg1"/>
              </a:solidFill>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a:xfrm rot="8100000">
            <a:off x="10404874" y="3325226"/>
            <a:ext cx="103678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213" y="2588374"/>
            <a:ext cx="10152346" cy="2215991"/>
          </a:xfrm>
          <a:prstGeom prst="rect">
            <a:avLst/>
          </a:prstGeom>
        </p:spPr>
        <p:txBody>
          <a:bodyPr wrap="square">
            <a:spAutoFit/>
          </a:bodyPr>
          <a:lstStyle/>
          <a:p>
            <a:pPr algn="ctr"/>
            <a:r>
              <a:rPr lang="en-GB" sz="13800" b="1" i="1" noProof="0">
                <a:solidFill>
                  <a:schemeClr val="bg1"/>
                </a:solidFill>
              </a:rPr>
              <a:t>Do not use </a:t>
            </a:r>
            <a:endParaRPr lang="en-GB" sz="2400" b="1" i="1"/>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214" y="5186455"/>
            <a:ext cx="11356974" cy="969496"/>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rPr>
              <a:t>Due to PowerPoint’s standard Copy/Paste functionality extra undesirable layouts can appear.</a:t>
            </a:r>
          </a:p>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rPr>
              <a:t>Also notice: Layouts after this might contain potential confidential information.</a:t>
            </a:r>
            <a:br>
              <a:rPr lang="en-GB" sz="1800" b="0" noProof="0">
                <a:solidFill>
                  <a:schemeClr val="bg1"/>
                </a:solidFill>
              </a:rPr>
            </a:br>
            <a:endParaRPr lang="en-GB" sz="1800" b="0" noProof="0">
              <a:solidFill>
                <a:schemeClr val="bg1"/>
              </a:solidFill>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0" y="6858000"/>
            <a:ext cx="0" cy="0"/>
          </a:xfrm>
        </p:spPr>
        <p:txBody>
          <a:bodyPr/>
          <a:lstStyle>
            <a:lvl1pPr>
              <a:defRPr sz="100">
                <a:noFill/>
              </a:defRPr>
            </a:lvl1pPr>
          </a:lstStyle>
          <a:p>
            <a:fld id="{6F52A3B9-C46E-47C2-A1FB-F5434525BDF4}" type="datetime4">
              <a:rPr lang="en-GB" smtClean="0"/>
              <a:t>26 August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0" y="6858000"/>
            <a:ext cx="0" cy="0"/>
          </a:xfrm>
        </p:spPr>
        <p:txBody>
          <a:bodyPr/>
          <a:lstStyle>
            <a:lvl1pPr>
              <a:defRPr sz="100">
                <a:noFill/>
              </a:defRPr>
            </a:lvl1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0" y="6858000"/>
            <a:ext cx="0" cy="0"/>
          </a:xfrm>
        </p:spPr>
        <p:txBody>
          <a:bodyPr/>
          <a:lstStyle>
            <a:lvl1pPr>
              <a:defRPr sz="100">
                <a:noFill/>
              </a:defRPr>
            </a:lvl1pPr>
          </a:lstStyle>
          <a:p>
            <a:fld id="{23AA811B-2EBD-4900-905E-5BE206449611}" type="slidenum">
              <a:rPr lang="en-GB" smtClean="0"/>
              <a:pPr/>
              <a:t>‹#›</a:t>
            </a:fld>
            <a:endParaRPr lang="en-GB"/>
          </a:p>
        </p:txBody>
      </p:sp>
    </p:spTree>
    <p:extLst>
      <p:ext uri="{BB962C8B-B14F-4D97-AF65-F5344CB8AC3E}">
        <p14:creationId xmlns:p14="http://schemas.microsoft.com/office/powerpoint/2010/main" val="186745004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9.xml"/><Relationship Id="rId21" Type="http://schemas.openxmlformats.org/officeDocument/2006/relationships/slideLayout" Target="../slideLayouts/slideLayout21.xml"/><Relationship Id="rId34" Type="http://schemas.openxmlformats.org/officeDocument/2006/relationships/tags" Target="../tags/tag4.xml"/><Relationship Id="rId42" Type="http://schemas.openxmlformats.org/officeDocument/2006/relationships/tags" Target="../tags/tag12.xml"/><Relationship Id="rId47" Type="http://schemas.openxmlformats.org/officeDocument/2006/relationships/tags" Target="../tags/tag17.xml"/><Relationship Id="rId50" Type="http://schemas.openxmlformats.org/officeDocument/2006/relationships/tags" Target="../tags/tag2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37" Type="http://schemas.openxmlformats.org/officeDocument/2006/relationships/tags" Target="../tags/tag7.xml"/><Relationship Id="rId40" Type="http://schemas.openxmlformats.org/officeDocument/2006/relationships/tags" Target="../tags/tag10.xml"/><Relationship Id="rId45" Type="http://schemas.openxmlformats.org/officeDocument/2006/relationships/tags" Target="../tags/tag15.xml"/><Relationship Id="rId53" Type="http://schemas.openxmlformats.org/officeDocument/2006/relationships/tags" Target="../tags/tag2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ags" Target="../tags/tag1.xml"/><Relationship Id="rId44" Type="http://schemas.openxmlformats.org/officeDocument/2006/relationships/tags" Target="../tags/tag14.xml"/><Relationship Id="rId52" Type="http://schemas.openxmlformats.org/officeDocument/2006/relationships/tags" Target="../tags/tag2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 Id="rId35" Type="http://schemas.openxmlformats.org/officeDocument/2006/relationships/tags" Target="../tags/tag5.xml"/><Relationship Id="rId43" Type="http://schemas.openxmlformats.org/officeDocument/2006/relationships/tags" Target="../tags/tag13.xml"/><Relationship Id="rId48" Type="http://schemas.openxmlformats.org/officeDocument/2006/relationships/tags" Target="../tags/tag18.xml"/><Relationship Id="rId8" Type="http://schemas.openxmlformats.org/officeDocument/2006/relationships/slideLayout" Target="../slideLayouts/slideLayout8.xml"/><Relationship Id="rId51" Type="http://schemas.openxmlformats.org/officeDocument/2006/relationships/tags" Target="../tags/tag2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3.xml"/><Relationship Id="rId38" Type="http://schemas.openxmlformats.org/officeDocument/2006/relationships/tags" Target="../tags/tag8.xml"/><Relationship Id="rId46" Type="http://schemas.openxmlformats.org/officeDocument/2006/relationships/tags" Target="../tags/tag16.xml"/><Relationship Id="rId20" Type="http://schemas.openxmlformats.org/officeDocument/2006/relationships/slideLayout" Target="../slideLayouts/slideLayout20.xml"/><Relationship Id="rId41" Type="http://schemas.openxmlformats.org/officeDocument/2006/relationships/tags" Target="../tags/tag1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6.xml"/><Relationship Id="rId49" Type="http://schemas.openxmlformats.org/officeDocument/2006/relationships/tags" Target="../tags/tag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0" y="539750"/>
            <a:ext cx="11110914" cy="936000"/>
          </a:xfrm>
          <a:prstGeom prst="rect">
            <a:avLst/>
          </a:prstGeom>
        </p:spPr>
        <p:txBody>
          <a:bodyPr vert="horz" lIns="0" tIns="0" rIns="0" bIns="0" rtlCol="0" anchor="t" anchorCtr="0">
            <a:noAutofit/>
          </a:bodyPr>
          <a:lstStyle/>
          <a:p>
            <a:r>
              <a:rPr lang="en-GB" noProof="0"/>
              <a:t>Click to edit Master title style</a:t>
            </a:r>
          </a:p>
        </p:txBody>
      </p:sp>
      <p:sp>
        <p:nvSpPr>
          <p:cNvPr id="3" name="Text Placeholder 2"/>
          <p:cNvSpPr>
            <a:spLocks noGrp="1"/>
          </p:cNvSpPr>
          <p:nvPr>
            <p:ph type="body" idx="1"/>
          </p:nvPr>
        </p:nvSpPr>
        <p:spPr>
          <a:xfrm>
            <a:off x="539749" y="1730376"/>
            <a:ext cx="11110914" cy="4317624"/>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4" name="Rectangle 13" hidden="1">
            <a:extLst>
              <a:ext uri="{FF2B5EF4-FFF2-40B4-BE49-F238E27FC236}">
                <a16:creationId xmlns:a16="http://schemas.microsoft.com/office/drawing/2014/main" id="{BB63DCEC-AAD3-4DB4-9AE3-B5D19A9C2484}"/>
              </a:ext>
            </a:extLst>
          </p:cNvPr>
          <p:cNvSpPr/>
          <p:nvPr userDrawn="1">
            <p:custDataLst>
              <p:tags r:id="rId31"/>
            </p:custDataLst>
          </p:nvPr>
        </p:nvSpPr>
        <p:spPr>
          <a:xfrm>
            <a:off x="540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17" name="Rectangle 16" hidden="1">
            <a:extLst>
              <a:ext uri="{FF2B5EF4-FFF2-40B4-BE49-F238E27FC236}">
                <a16:creationId xmlns:a16="http://schemas.microsoft.com/office/drawing/2014/main" id="{0FD117DA-A2A8-4F9D-B936-69DCC4F5F5D2}"/>
              </a:ext>
            </a:extLst>
          </p:cNvPr>
          <p:cNvSpPr/>
          <p:nvPr userDrawn="1">
            <p:custDataLst>
              <p:tags r:id="rId32"/>
            </p:custDataLst>
          </p:nvPr>
        </p:nvSpPr>
        <p:spPr>
          <a:xfrm>
            <a:off x="1301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18" name="Rectangle 17" hidden="1">
            <a:extLst>
              <a:ext uri="{FF2B5EF4-FFF2-40B4-BE49-F238E27FC236}">
                <a16:creationId xmlns:a16="http://schemas.microsoft.com/office/drawing/2014/main" id="{2C7B45E7-1F83-4137-A47D-8B64435080C5}"/>
              </a:ext>
            </a:extLst>
          </p:cNvPr>
          <p:cNvSpPr/>
          <p:nvPr userDrawn="1">
            <p:custDataLst>
              <p:tags r:id="rId33"/>
            </p:custDataLst>
          </p:nvPr>
        </p:nvSpPr>
        <p:spPr>
          <a:xfrm>
            <a:off x="1481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19" name="Rectangle 18" hidden="1">
            <a:extLst>
              <a:ext uri="{FF2B5EF4-FFF2-40B4-BE49-F238E27FC236}">
                <a16:creationId xmlns:a16="http://schemas.microsoft.com/office/drawing/2014/main" id="{A8B3B5FE-7988-4FC0-84E6-9CF1C3C4CA51}"/>
              </a:ext>
            </a:extLst>
          </p:cNvPr>
          <p:cNvSpPr/>
          <p:nvPr userDrawn="1">
            <p:custDataLst>
              <p:tags r:id="rId34"/>
            </p:custDataLst>
          </p:nvPr>
        </p:nvSpPr>
        <p:spPr>
          <a:xfrm>
            <a:off x="2242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0" name="Rectangle 19" hidden="1">
            <a:extLst>
              <a:ext uri="{FF2B5EF4-FFF2-40B4-BE49-F238E27FC236}">
                <a16:creationId xmlns:a16="http://schemas.microsoft.com/office/drawing/2014/main" id="{1EDC7C3A-9F84-479D-9C27-16EAE38E647C}"/>
              </a:ext>
            </a:extLst>
          </p:cNvPr>
          <p:cNvSpPr/>
          <p:nvPr userDrawn="1">
            <p:custDataLst>
              <p:tags r:id="rId35"/>
            </p:custDataLst>
          </p:nvPr>
        </p:nvSpPr>
        <p:spPr>
          <a:xfrm>
            <a:off x="2422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1" name="Rectangle 20" hidden="1">
            <a:extLst>
              <a:ext uri="{FF2B5EF4-FFF2-40B4-BE49-F238E27FC236}">
                <a16:creationId xmlns:a16="http://schemas.microsoft.com/office/drawing/2014/main" id="{0D6D4D25-7264-48B4-AADE-6A2F1A824C8B}"/>
              </a:ext>
            </a:extLst>
          </p:cNvPr>
          <p:cNvSpPr/>
          <p:nvPr userDrawn="1">
            <p:custDataLst>
              <p:tags r:id="rId36"/>
            </p:custDataLst>
          </p:nvPr>
        </p:nvSpPr>
        <p:spPr>
          <a:xfrm>
            <a:off x="3183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2" name="Rectangle 21" hidden="1">
            <a:extLst>
              <a:ext uri="{FF2B5EF4-FFF2-40B4-BE49-F238E27FC236}">
                <a16:creationId xmlns:a16="http://schemas.microsoft.com/office/drawing/2014/main" id="{D415979B-387F-475E-814F-C88D5AB822CB}"/>
              </a:ext>
            </a:extLst>
          </p:cNvPr>
          <p:cNvSpPr/>
          <p:nvPr userDrawn="1">
            <p:custDataLst>
              <p:tags r:id="rId37"/>
            </p:custDataLst>
          </p:nvPr>
        </p:nvSpPr>
        <p:spPr>
          <a:xfrm>
            <a:off x="3363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3" name="Rectangle 22" hidden="1">
            <a:extLst>
              <a:ext uri="{FF2B5EF4-FFF2-40B4-BE49-F238E27FC236}">
                <a16:creationId xmlns:a16="http://schemas.microsoft.com/office/drawing/2014/main" id="{877E9948-C983-44F5-B38B-9D9B79AB0C13}"/>
              </a:ext>
            </a:extLst>
          </p:cNvPr>
          <p:cNvSpPr/>
          <p:nvPr userDrawn="1">
            <p:custDataLst>
              <p:tags r:id="rId38"/>
            </p:custDataLst>
          </p:nvPr>
        </p:nvSpPr>
        <p:spPr>
          <a:xfrm>
            <a:off x="4124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4" name="Rectangle 23" hidden="1">
            <a:extLst>
              <a:ext uri="{FF2B5EF4-FFF2-40B4-BE49-F238E27FC236}">
                <a16:creationId xmlns:a16="http://schemas.microsoft.com/office/drawing/2014/main" id="{C90019DE-0E2E-4D25-8EBB-2AA6C9805FCB}"/>
              </a:ext>
            </a:extLst>
          </p:cNvPr>
          <p:cNvSpPr/>
          <p:nvPr userDrawn="1">
            <p:custDataLst>
              <p:tags r:id="rId39"/>
            </p:custDataLst>
          </p:nvPr>
        </p:nvSpPr>
        <p:spPr>
          <a:xfrm>
            <a:off x="4304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5" name="Rectangle 24" hidden="1">
            <a:extLst>
              <a:ext uri="{FF2B5EF4-FFF2-40B4-BE49-F238E27FC236}">
                <a16:creationId xmlns:a16="http://schemas.microsoft.com/office/drawing/2014/main" id="{5743DD09-14AA-4131-9DA2-5E4B49BF5418}"/>
              </a:ext>
            </a:extLst>
          </p:cNvPr>
          <p:cNvSpPr/>
          <p:nvPr userDrawn="1">
            <p:custDataLst>
              <p:tags r:id="rId40"/>
            </p:custDataLst>
          </p:nvPr>
        </p:nvSpPr>
        <p:spPr>
          <a:xfrm>
            <a:off x="5065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6" name="Rectangle 25" hidden="1">
            <a:extLst>
              <a:ext uri="{FF2B5EF4-FFF2-40B4-BE49-F238E27FC236}">
                <a16:creationId xmlns:a16="http://schemas.microsoft.com/office/drawing/2014/main" id="{54D98BB9-B9BA-4230-9B6C-2B0937D4CADC}"/>
              </a:ext>
            </a:extLst>
          </p:cNvPr>
          <p:cNvSpPr/>
          <p:nvPr userDrawn="1">
            <p:custDataLst>
              <p:tags r:id="rId41"/>
            </p:custDataLst>
          </p:nvPr>
        </p:nvSpPr>
        <p:spPr>
          <a:xfrm>
            <a:off x="5245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7" name="Rectangle 26" hidden="1">
            <a:extLst>
              <a:ext uri="{FF2B5EF4-FFF2-40B4-BE49-F238E27FC236}">
                <a16:creationId xmlns:a16="http://schemas.microsoft.com/office/drawing/2014/main" id="{0E84BDF3-3A6F-4957-9C70-3E513F17F8E6}"/>
              </a:ext>
            </a:extLst>
          </p:cNvPr>
          <p:cNvSpPr/>
          <p:nvPr userDrawn="1">
            <p:custDataLst>
              <p:tags r:id="rId42"/>
            </p:custDataLst>
          </p:nvPr>
        </p:nvSpPr>
        <p:spPr>
          <a:xfrm>
            <a:off x="6006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8" name="Rectangle 27" hidden="1">
            <a:extLst>
              <a:ext uri="{FF2B5EF4-FFF2-40B4-BE49-F238E27FC236}">
                <a16:creationId xmlns:a16="http://schemas.microsoft.com/office/drawing/2014/main" id="{F8D87BF2-62DC-4044-8884-CD295F80035D}"/>
              </a:ext>
            </a:extLst>
          </p:cNvPr>
          <p:cNvSpPr/>
          <p:nvPr userDrawn="1">
            <p:custDataLst>
              <p:tags r:id="rId43"/>
            </p:custDataLst>
          </p:nvPr>
        </p:nvSpPr>
        <p:spPr>
          <a:xfrm>
            <a:off x="6186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29" name="Rectangle 28" hidden="1">
            <a:extLst>
              <a:ext uri="{FF2B5EF4-FFF2-40B4-BE49-F238E27FC236}">
                <a16:creationId xmlns:a16="http://schemas.microsoft.com/office/drawing/2014/main" id="{997FA058-ADE0-4733-B4D3-D07665FA08E4}"/>
              </a:ext>
            </a:extLst>
          </p:cNvPr>
          <p:cNvSpPr/>
          <p:nvPr userDrawn="1">
            <p:custDataLst>
              <p:tags r:id="rId44"/>
            </p:custDataLst>
          </p:nvPr>
        </p:nvSpPr>
        <p:spPr>
          <a:xfrm>
            <a:off x="6947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0" name="Rectangle 29" hidden="1">
            <a:extLst>
              <a:ext uri="{FF2B5EF4-FFF2-40B4-BE49-F238E27FC236}">
                <a16:creationId xmlns:a16="http://schemas.microsoft.com/office/drawing/2014/main" id="{CF0CB68A-836B-4424-A951-4595D080DA84}"/>
              </a:ext>
            </a:extLst>
          </p:cNvPr>
          <p:cNvSpPr/>
          <p:nvPr userDrawn="1">
            <p:custDataLst>
              <p:tags r:id="rId45"/>
            </p:custDataLst>
          </p:nvPr>
        </p:nvSpPr>
        <p:spPr>
          <a:xfrm>
            <a:off x="7127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1" name="Rectangle 30" hidden="1">
            <a:extLst>
              <a:ext uri="{FF2B5EF4-FFF2-40B4-BE49-F238E27FC236}">
                <a16:creationId xmlns:a16="http://schemas.microsoft.com/office/drawing/2014/main" id="{37E6161D-D1CC-43BF-868E-E0728DA933D2}"/>
              </a:ext>
            </a:extLst>
          </p:cNvPr>
          <p:cNvSpPr/>
          <p:nvPr userDrawn="1">
            <p:custDataLst>
              <p:tags r:id="rId46"/>
            </p:custDataLst>
          </p:nvPr>
        </p:nvSpPr>
        <p:spPr>
          <a:xfrm>
            <a:off x="7888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2" name="Rectangle 31" hidden="1">
            <a:extLst>
              <a:ext uri="{FF2B5EF4-FFF2-40B4-BE49-F238E27FC236}">
                <a16:creationId xmlns:a16="http://schemas.microsoft.com/office/drawing/2014/main" id="{B91C25CE-0CFC-46B9-8355-74CBDF16BA65}"/>
              </a:ext>
            </a:extLst>
          </p:cNvPr>
          <p:cNvSpPr/>
          <p:nvPr userDrawn="1">
            <p:custDataLst>
              <p:tags r:id="rId47"/>
            </p:custDataLst>
          </p:nvPr>
        </p:nvSpPr>
        <p:spPr>
          <a:xfrm>
            <a:off x="8068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3" name="Rectangle 32" hidden="1">
            <a:extLst>
              <a:ext uri="{FF2B5EF4-FFF2-40B4-BE49-F238E27FC236}">
                <a16:creationId xmlns:a16="http://schemas.microsoft.com/office/drawing/2014/main" id="{DE20CDAE-9F45-4CE8-A05F-6A96B2B5939F}"/>
              </a:ext>
            </a:extLst>
          </p:cNvPr>
          <p:cNvSpPr/>
          <p:nvPr userDrawn="1">
            <p:custDataLst>
              <p:tags r:id="rId48"/>
            </p:custDataLst>
          </p:nvPr>
        </p:nvSpPr>
        <p:spPr>
          <a:xfrm>
            <a:off x="8829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4" name="Rectangle 33" hidden="1">
            <a:extLst>
              <a:ext uri="{FF2B5EF4-FFF2-40B4-BE49-F238E27FC236}">
                <a16:creationId xmlns:a16="http://schemas.microsoft.com/office/drawing/2014/main" id="{6432E07F-A333-4B52-865F-B73930C08029}"/>
              </a:ext>
            </a:extLst>
          </p:cNvPr>
          <p:cNvSpPr/>
          <p:nvPr userDrawn="1">
            <p:custDataLst>
              <p:tags r:id="rId49"/>
            </p:custDataLst>
          </p:nvPr>
        </p:nvSpPr>
        <p:spPr>
          <a:xfrm>
            <a:off x="9009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5" name="Rectangle 34" hidden="1">
            <a:extLst>
              <a:ext uri="{FF2B5EF4-FFF2-40B4-BE49-F238E27FC236}">
                <a16:creationId xmlns:a16="http://schemas.microsoft.com/office/drawing/2014/main" id="{4391A0C5-6CD6-4DC4-8D81-B703452F5556}"/>
              </a:ext>
            </a:extLst>
          </p:cNvPr>
          <p:cNvSpPr/>
          <p:nvPr userDrawn="1">
            <p:custDataLst>
              <p:tags r:id="rId50"/>
            </p:custDataLst>
          </p:nvPr>
        </p:nvSpPr>
        <p:spPr>
          <a:xfrm>
            <a:off x="9770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6" name="Rectangle 35" hidden="1">
            <a:extLst>
              <a:ext uri="{FF2B5EF4-FFF2-40B4-BE49-F238E27FC236}">
                <a16:creationId xmlns:a16="http://schemas.microsoft.com/office/drawing/2014/main" id="{C2BB7253-FD9F-45C4-B7EC-3DFA632E9A5C}"/>
              </a:ext>
            </a:extLst>
          </p:cNvPr>
          <p:cNvSpPr/>
          <p:nvPr userDrawn="1">
            <p:custDataLst>
              <p:tags r:id="rId51"/>
            </p:custDataLst>
          </p:nvPr>
        </p:nvSpPr>
        <p:spPr>
          <a:xfrm>
            <a:off x="9950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7" name="Rectangle 36" hidden="1">
            <a:extLst>
              <a:ext uri="{FF2B5EF4-FFF2-40B4-BE49-F238E27FC236}">
                <a16:creationId xmlns:a16="http://schemas.microsoft.com/office/drawing/2014/main" id="{8551C5F9-5795-44CA-A212-05C6ED297020}"/>
              </a:ext>
            </a:extLst>
          </p:cNvPr>
          <p:cNvSpPr/>
          <p:nvPr userDrawn="1">
            <p:custDataLst>
              <p:tags r:id="rId52"/>
            </p:custDataLst>
          </p:nvPr>
        </p:nvSpPr>
        <p:spPr>
          <a:xfrm>
            <a:off x="10711000" y="540000"/>
            <a:ext cx="180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sp>
        <p:nvSpPr>
          <p:cNvPr id="38" name="Rectangle 37" hidden="1">
            <a:extLst>
              <a:ext uri="{FF2B5EF4-FFF2-40B4-BE49-F238E27FC236}">
                <a16:creationId xmlns:a16="http://schemas.microsoft.com/office/drawing/2014/main" id="{9BA724BC-F1B2-426A-9B61-ACA60B3A108B}"/>
              </a:ext>
            </a:extLst>
          </p:cNvPr>
          <p:cNvSpPr/>
          <p:nvPr userDrawn="1">
            <p:custDataLst>
              <p:tags r:id="rId53"/>
            </p:custDataLst>
          </p:nvPr>
        </p:nvSpPr>
        <p:spPr>
          <a:xfrm>
            <a:off x="10891000" y="540000"/>
            <a:ext cx="761000" cy="5508000"/>
          </a:xfrm>
          <a:prstGeom prst="rect">
            <a:avLst/>
          </a:prstGeom>
          <a:solidFill>
            <a:srgbClr val="EAEAEA">
              <a:alpha val="50000"/>
            </a:srgbClr>
          </a:solidFill>
          <a:ln w="12700" cap="flat" cmpd="sng" algn="ctr">
            <a:solidFill>
              <a:schemeClr val="accent1">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endParaRPr lang="en-GB" sz="2000" noProof="0"/>
          </a:p>
        </p:txBody>
      </p:sp>
      <p:grpSp>
        <p:nvGrpSpPr>
          <p:cNvPr id="40" name="Logo">
            <a:extLst>
              <a:ext uri="{FF2B5EF4-FFF2-40B4-BE49-F238E27FC236}">
                <a16:creationId xmlns:a16="http://schemas.microsoft.com/office/drawing/2014/main" id="{41159307-D2B4-4D3F-A332-4F79D6D74E94}"/>
              </a:ext>
            </a:extLst>
          </p:cNvPr>
          <p:cNvGrpSpPr/>
          <p:nvPr userDrawn="1"/>
        </p:nvGrpSpPr>
        <p:grpSpPr>
          <a:xfrm>
            <a:off x="10893210" y="6350918"/>
            <a:ext cx="755843" cy="322808"/>
            <a:chOff x="6380216" y="4059273"/>
            <a:chExt cx="2905863" cy="1241045"/>
          </a:xfrm>
        </p:grpSpPr>
        <p:sp>
          <p:nvSpPr>
            <p:cNvPr id="41" name="Freeform: Shape 40">
              <a:extLst>
                <a:ext uri="{FF2B5EF4-FFF2-40B4-BE49-F238E27FC236}">
                  <a16:creationId xmlns:a16="http://schemas.microsoft.com/office/drawing/2014/main" id="{58D12840-1B77-4571-AEF6-084C7CA9B155}"/>
                </a:ext>
              </a:extLst>
            </p:cNvPr>
            <p:cNvSpPr/>
            <p:nvPr/>
          </p:nvSpPr>
          <p:spPr>
            <a:xfrm>
              <a:off x="6380216" y="4059273"/>
              <a:ext cx="2905863" cy="346936"/>
            </a:xfrm>
            <a:custGeom>
              <a:avLst/>
              <a:gdLst>
                <a:gd name="connsiteX0" fmla="*/ 0 w 2905863"/>
                <a:gd name="connsiteY0" fmla="*/ 0 h 346936"/>
                <a:gd name="connsiteX1" fmla="*/ 2905864 w 2905863"/>
                <a:gd name="connsiteY1" fmla="*/ 0 h 346936"/>
                <a:gd name="connsiteX2" fmla="*/ 2905864 w 2905863"/>
                <a:gd name="connsiteY2" fmla="*/ 346937 h 346936"/>
                <a:gd name="connsiteX3" fmla="*/ 0 w 2905863"/>
                <a:gd name="connsiteY3" fmla="*/ 346937 h 346936"/>
              </a:gdLst>
              <a:ahLst/>
              <a:cxnLst>
                <a:cxn ang="0">
                  <a:pos x="connsiteX0" y="connsiteY0"/>
                </a:cxn>
                <a:cxn ang="0">
                  <a:pos x="connsiteX1" y="connsiteY1"/>
                </a:cxn>
                <a:cxn ang="0">
                  <a:pos x="connsiteX2" y="connsiteY2"/>
                </a:cxn>
                <a:cxn ang="0">
                  <a:pos x="connsiteX3" y="connsiteY3"/>
                </a:cxn>
              </a:cxnLst>
              <a:rect l="l" t="t" r="r" b="b"/>
              <a:pathLst>
                <a:path w="2905863" h="346936">
                  <a:moveTo>
                    <a:pt x="0" y="0"/>
                  </a:moveTo>
                  <a:lnTo>
                    <a:pt x="2905864" y="0"/>
                  </a:lnTo>
                  <a:lnTo>
                    <a:pt x="2905864" y="346937"/>
                  </a:lnTo>
                  <a:lnTo>
                    <a:pt x="0" y="346937"/>
                  </a:lnTo>
                  <a:close/>
                </a:path>
              </a:pathLst>
            </a:custGeom>
            <a:solidFill>
              <a:srgbClr val="99D9F0"/>
            </a:solidFill>
            <a:ln w="4731" cap="flat">
              <a:noFill/>
              <a:prstDash val="solid"/>
              <a:miter/>
            </a:ln>
          </p:spPr>
          <p:txBody>
            <a:bodyPr rtlCol="0" anchor="ctr"/>
            <a:lstStyle/>
            <a:p>
              <a:endParaRPr lang="en-GB"/>
            </a:p>
          </p:txBody>
        </p:sp>
        <p:sp>
          <p:nvSpPr>
            <p:cNvPr id="42" name="Freeform: Shape 41">
              <a:extLst>
                <a:ext uri="{FF2B5EF4-FFF2-40B4-BE49-F238E27FC236}">
                  <a16:creationId xmlns:a16="http://schemas.microsoft.com/office/drawing/2014/main" id="{A2A81581-576B-48A7-8DE8-ED168555C1E3}"/>
                </a:ext>
              </a:extLst>
            </p:cNvPr>
            <p:cNvSpPr/>
            <p:nvPr/>
          </p:nvSpPr>
          <p:spPr>
            <a:xfrm>
              <a:off x="6380216" y="4521775"/>
              <a:ext cx="2905863" cy="57854"/>
            </a:xfrm>
            <a:custGeom>
              <a:avLst/>
              <a:gdLst>
                <a:gd name="connsiteX0" fmla="*/ 0 w 2905863"/>
                <a:gd name="connsiteY0" fmla="*/ 0 h 57854"/>
                <a:gd name="connsiteX1" fmla="*/ 2905864 w 2905863"/>
                <a:gd name="connsiteY1" fmla="*/ 0 h 57854"/>
                <a:gd name="connsiteX2" fmla="*/ 2905864 w 2905863"/>
                <a:gd name="connsiteY2" fmla="*/ 57854 h 57854"/>
                <a:gd name="connsiteX3" fmla="*/ 0 w 2905863"/>
                <a:gd name="connsiteY3" fmla="*/ 57854 h 57854"/>
              </a:gdLst>
              <a:ahLst/>
              <a:cxnLst>
                <a:cxn ang="0">
                  <a:pos x="connsiteX0" y="connsiteY0"/>
                </a:cxn>
                <a:cxn ang="0">
                  <a:pos x="connsiteX1" y="connsiteY1"/>
                </a:cxn>
                <a:cxn ang="0">
                  <a:pos x="connsiteX2" y="connsiteY2"/>
                </a:cxn>
                <a:cxn ang="0">
                  <a:pos x="connsiteX3" y="connsiteY3"/>
                </a:cxn>
              </a:cxnLst>
              <a:rect l="l" t="t" r="r" b="b"/>
              <a:pathLst>
                <a:path w="2905863" h="57854">
                  <a:moveTo>
                    <a:pt x="0" y="0"/>
                  </a:moveTo>
                  <a:lnTo>
                    <a:pt x="2905864" y="0"/>
                  </a:lnTo>
                  <a:lnTo>
                    <a:pt x="2905864" y="57854"/>
                  </a:lnTo>
                  <a:lnTo>
                    <a:pt x="0" y="57854"/>
                  </a:lnTo>
                  <a:close/>
                </a:path>
              </a:pathLst>
            </a:custGeom>
            <a:solidFill>
              <a:srgbClr val="3F9C35"/>
            </a:solidFill>
            <a:ln w="4731" cap="flat">
              <a:noFill/>
              <a:prstDash val="solid"/>
              <a:miter/>
            </a:ln>
          </p:spPr>
          <p:txBody>
            <a:bodyPr rtlCol="0" anchor="ctr"/>
            <a:lstStyle/>
            <a:p>
              <a:endParaRPr lang="en-GB"/>
            </a:p>
          </p:txBody>
        </p:sp>
        <p:sp>
          <p:nvSpPr>
            <p:cNvPr id="43" name="Freeform: Shape 42">
              <a:extLst>
                <a:ext uri="{FF2B5EF4-FFF2-40B4-BE49-F238E27FC236}">
                  <a16:creationId xmlns:a16="http://schemas.microsoft.com/office/drawing/2014/main" id="{AC230431-2867-4E73-880C-8C7079DEE770}"/>
                </a:ext>
              </a:extLst>
            </p:cNvPr>
            <p:cNvSpPr/>
            <p:nvPr/>
          </p:nvSpPr>
          <p:spPr>
            <a:xfrm>
              <a:off x="6380216" y="4637294"/>
              <a:ext cx="2905863" cy="115566"/>
            </a:xfrm>
            <a:custGeom>
              <a:avLst/>
              <a:gdLst>
                <a:gd name="connsiteX0" fmla="*/ 0 w 2905863"/>
                <a:gd name="connsiteY0" fmla="*/ 0 h 115566"/>
                <a:gd name="connsiteX1" fmla="*/ 2905864 w 2905863"/>
                <a:gd name="connsiteY1" fmla="*/ 0 h 115566"/>
                <a:gd name="connsiteX2" fmla="*/ 2905864 w 2905863"/>
                <a:gd name="connsiteY2" fmla="*/ 115566 h 115566"/>
                <a:gd name="connsiteX3" fmla="*/ 0 w 2905863"/>
                <a:gd name="connsiteY3" fmla="*/ 115566 h 115566"/>
              </a:gdLst>
              <a:ahLst/>
              <a:cxnLst>
                <a:cxn ang="0">
                  <a:pos x="connsiteX0" y="connsiteY0"/>
                </a:cxn>
                <a:cxn ang="0">
                  <a:pos x="connsiteX1" y="connsiteY1"/>
                </a:cxn>
                <a:cxn ang="0">
                  <a:pos x="connsiteX2" y="connsiteY2"/>
                </a:cxn>
                <a:cxn ang="0">
                  <a:pos x="connsiteX3" y="connsiteY3"/>
                </a:cxn>
              </a:cxnLst>
              <a:rect l="l" t="t" r="r" b="b"/>
              <a:pathLst>
                <a:path w="2905863" h="115566">
                  <a:moveTo>
                    <a:pt x="0" y="0"/>
                  </a:moveTo>
                  <a:lnTo>
                    <a:pt x="2905864" y="0"/>
                  </a:lnTo>
                  <a:lnTo>
                    <a:pt x="2905864" y="115566"/>
                  </a:lnTo>
                  <a:lnTo>
                    <a:pt x="0" y="115566"/>
                  </a:lnTo>
                  <a:close/>
                </a:path>
              </a:pathLst>
            </a:custGeom>
            <a:solidFill>
              <a:srgbClr val="003591"/>
            </a:solidFill>
            <a:ln w="4731" cap="flat">
              <a:noFill/>
              <a:prstDash val="solid"/>
              <a:miter/>
            </a:ln>
          </p:spPr>
          <p:txBody>
            <a:bodyPr rtlCol="0" anchor="ctr"/>
            <a:lstStyle/>
            <a:p>
              <a:endParaRPr lang="en-GB"/>
            </a:p>
          </p:txBody>
        </p:sp>
        <p:sp>
          <p:nvSpPr>
            <p:cNvPr id="44" name="Freeform: Shape 43">
              <a:extLst>
                <a:ext uri="{FF2B5EF4-FFF2-40B4-BE49-F238E27FC236}">
                  <a16:creationId xmlns:a16="http://schemas.microsoft.com/office/drawing/2014/main" id="{4953E370-A14B-4752-8604-69F1D46FD559}"/>
                </a:ext>
              </a:extLst>
            </p:cNvPr>
            <p:cNvSpPr/>
            <p:nvPr/>
          </p:nvSpPr>
          <p:spPr>
            <a:xfrm>
              <a:off x="7833598" y="4927183"/>
              <a:ext cx="392545" cy="373134"/>
            </a:xfrm>
            <a:custGeom>
              <a:avLst/>
              <a:gdLst>
                <a:gd name="connsiteX0" fmla="*/ 303984 w 392545"/>
                <a:gd name="connsiteY0" fmla="*/ 19174 h 373134"/>
                <a:gd name="connsiteX1" fmla="*/ 201992 w 392545"/>
                <a:gd name="connsiteY1" fmla="*/ 0 h 373134"/>
                <a:gd name="connsiteX2" fmla="*/ 62173 w 392545"/>
                <a:gd name="connsiteY2" fmla="*/ 0 h 373134"/>
                <a:gd name="connsiteX3" fmla="*/ 27859 w 392545"/>
                <a:gd name="connsiteY3" fmla="*/ 0 h 373134"/>
                <a:gd name="connsiteX4" fmla="*/ 0 w 392545"/>
                <a:gd name="connsiteY4" fmla="*/ 0 h 373134"/>
                <a:gd name="connsiteX5" fmla="*/ 0 w 392545"/>
                <a:gd name="connsiteY5" fmla="*/ 373135 h 373134"/>
                <a:gd name="connsiteX6" fmla="*/ 27859 w 392545"/>
                <a:gd name="connsiteY6" fmla="*/ 373135 h 373134"/>
                <a:gd name="connsiteX7" fmla="*/ 62173 w 392545"/>
                <a:gd name="connsiteY7" fmla="*/ 373135 h 373134"/>
                <a:gd name="connsiteX8" fmla="*/ 201992 w 392545"/>
                <a:gd name="connsiteY8" fmla="*/ 373135 h 373134"/>
                <a:gd name="connsiteX9" fmla="*/ 303984 w 392545"/>
                <a:gd name="connsiteY9" fmla="*/ 353961 h 373134"/>
                <a:gd name="connsiteX10" fmla="*/ 369670 w 392545"/>
                <a:gd name="connsiteY10" fmla="*/ 296249 h 373134"/>
                <a:gd name="connsiteX11" fmla="*/ 392546 w 392545"/>
                <a:gd name="connsiteY11" fmla="*/ 199477 h 373134"/>
                <a:gd name="connsiteX12" fmla="*/ 392546 w 392545"/>
                <a:gd name="connsiteY12" fmla="*/ 173611 h 373134"/>
                <a:gd name="connsiteX13" fmla="*/ 369670 w 392545"/>
                <a:gd name="connsiteY13" fmla="*/ 76839 h 373134"/>
                <a:gd name="connsiteX14" fmla="*/ 303984 w 392545"/>
                <a:gd name="connsiteY14" fmla="*/ 19174 h 373134"/>
                <a:gd name="connsiteX15" fmla="*/ 331369 w 392545"/>
                <a:gd name="connsiteY15" fmla="*/ 197531 h 373134"/>
                <a:gd name="connsiteX16" fmla="*/ 299048 w 392545"/>
                <a:gd name="connsiteY16" fmla="*/ 287563 h 373134"/>
                <a:gd name="connsiteX17" fmla="*/ 202514 w 392545"/>
                <a:gd name="connsiteY17" fmla="*/ 316894 h 373134"/>
                <a:gd name="connsiteX18" fmla="*/ 62221 w 392545"/>
                <a:gd name="connsiteY18" fmla="*/ 316894 h 373134"/>
                <a:gd name="connsiteX19" fmla="*/ 62221 w 392545"/>
                <a:gd name="connsiteY19" fmla="*/ 56193 h 373134"/>
                <a:gd name="connsiteX20" fmla="*/ 202514 w 392545"/>
                <a:gd name="connsiteY20" fmla="*/ 56193 h 373134"/>
                <a:gd name="connsiteX21" fmla="*/ 299048 w 392545"/>
                <a:gd name="connsiteY21" fmla="*/ 84812 h 373134"/>
                <a:gd name="connsiteX22" fmla="*/ 331369 w 392545"/>
                <a:gd name="connsiteY22" fmla="*/ 175604 h 373134"/>
                <a:gd name="connsiteX23" fmla="*/ 331369 w 392545"/>
                <a:gd name="connsiteY23" fmla="*/ 197531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92545" h="373134">
                  <a:moveTo>
                    <a:pt x="303984" y="19174"/>
                  </a:moveTo>
                  <a:cubicBezTo>
                    <a:pt x="275461" y="6407"/>
                    <a:pt x="241479" y="0"/>
                    <a:pt x="201992" y="0"/>
                  </a:cubicBezTo>
                  <a:lnTo>
                    <a:pt x="62173" y="0"/>
                  </a:lnTo>
                  <a:lnTo>
                    <a:pt x="27859" y="0"/>
                  </a:lnTo>
                  <a:lnTo>
                    <a:pt x="0" y="0"/>
                  </a:lnTo>
                  <a:lnTo>
                    <a:pt x="0" y="373135"/>
                  </a:lnTo>
                  <a:lnTo>
                    <a:pt x="27859" y="373135"/>
                  </a:lnTo>
                  <a:lnTo>
                    <a:pt x="62173" y="373135"/>
                  </a:lnTo>
                  <a:lnTo>
                    <a:pt x="201992" y="373135"/>
                  </a:lnTo>
                  <a:cubicBezTo>
                    <a:pt x="241479" y="373135"/>
                    <a:pt x="275461" y="366728"/>
                    <a:pt x="303984" y="353961"/>
                  </a:cubicBezTo>
                  <a:cubicBezTo>
                    <a:pt x="332508" y="341194"/>
                    <a:pt x="354387" y="321972"/>
                    <a:pt x="369670" y="296249"/>
                  </a:cubicBezTo>
                  <a:cubicBezTo>
                    <a:pt x="384904" y="270525"/>
                    <a:pt x="392546" y="238299"/>
                    <a:pt x="392546" y="199477"/>
                  </a:cubicBezTo>
                  <a:lnTo>
                    <a:pt x="392546" y="173611"/>
                  </a:lnTo>
                  <a:cubicBezTo>
                    <a:pt x="392546" y="134788"/>
                    <a:pt x="384904" y="102562"/>
                    <a:pt x="369670" y="76839"/>
                  </a:cubicBezTo>
                  <a:cubicBezTo>
                    <a:pt x="354387" y="51162"/>
                    <a:pt x="332508" y="31941"/>
                    <a:pt x="303984" y="19174"/>
                  </a:cubicBezTo>
                  <a:close/>
                  <a:moveTo>
                    <a:pt x="331369" y="197531"/>
                  </a:moveTo>
                  <a:cubicBezTo>
                    <a:pt x="331369" y="238015"/>
                    <a:pt x="320596" y="268010"/>
                    <a:pt x="299048" y="287563"/>
                  </a:cubicBezTo>
                  <a:cubicBezTo>
                    <a:pt x="277502" y="307117"/>
                    <a:pt x="245323" y="316894"/>
                    <a:pt x="202514" y="316894"/>
                  </a:cubicBezTo>
                  <a:lnTo>
                    <a:pt x="62221" y="316894"/>
                  </a:lnTo>
                  <a:lnTo>
                    <a:pt x="62221" y="56193"/>
                  </a:lnTo>
                  <a:lnTo>
                    <a:pt x="202514" y="56193"/>
                  </a:lnTo>
                  <a:cubicBezTo>
                    <a:pt x="245323" y="56193"/>
                    <a:pt x="277454" y="65733"/>
                    <a:pt x="299048" y="84812"/>
                  </a:cubicBezTo>
                  <a:cubicBezTo>
                    <a:pt x="320596" y="103891"/>
                    <a:pt x="331369" y="134171"/>
                    <a:pt x="331369" y="175604"/>
                  </a:cubicBezTo>
                  <a:lnTo>
                    <a:pt x="331369" y="197531"/>
                  </a:lnTo>
                  <a:close/>
                </a:path>
              </a:pathLst>
            </a:custGeom>
            <a:solidFill>
              <a:srgbClr val="0F214A"/>
            </a:solidFill>
            <a:ln w="4731"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E6EAE3BE-38C7-419F-AAB5-25C869D36117}"/>
                </a:ext>
              </a:extLst>
            </p:cNvPr>
            <p:cNvSpPr/>
            <p:nvPr/>
          </p:nvSpPr>
          <p:spPr>
            <a:xfrm>
              <a:off x="8344036" y="4927183"/>
              <a:ext cx="410485" cy="373134"/>
            </a:xfrm>
            <a:custGeom>
              <a:avLst/>
              <a:gdLst>
                <a:gd name="connsiteX0" fmla="*/ 349262 w 410485"/>
                <a:gd name="connsiteY0" fmla="*/ 291598 h 373134"/>
                <a:gd name="connsiteX1" fmla="*/ 60702 w 410485"/>
                <a:gd name="connsiteY1" fmla="*/ 0 h 373134"/>
                <a:gd name="connsiteX2" fmla="*/ 26388 w 410485"/>
                <a:gd name="connsiteY2" fmla="*/ 0 h 373134"/>
                <a:gd name="connsiteX3" fmla="*/ 0 w 410485"/>
                <a:gd name="connsiteY3" fmla="*/ 0 h 373134"/>
                <a:gd name="connsiteX4" fmla="*/ 0 w 410485"/>
                <a:gd name="connsiteY4" fmla="*/ 373135 h 373134"/>
                <a:gd name="connsiteX5" fmla="*/ 60702 w 410485"/>
                <a:gd name="connsiteY5" fmla="*/ 373135 h 373134"/>
                <a:gd name="connsiteX6" fmla="*/ 60702 w 410485"/>
                <a:gd name="connsiteY6" fmla="*/ 81917 h 373134"/>
                <a:gd name="connsiteX7" fmla="*/ 349262 w 410485"/>
                <a:gd name="connsiteY7" fmla="*/ 373135 h 373134"/>
                <a:gd name="connsiteX8" fmla="*/ 410486 w 410485"/>
                <a:gd name="connsiteY8" fmla="*/ 373135 h 373134"/>
                <a:gd name="connsiteX9" fmla="*/ 410486 w 410485"/>
                <a:gd name="connsiteY9" fmla="*/ 0 h 373134"/>
                <a:gd name="connsiteX10" fmla="*/ 349262 w 410485"/>
                <a:gd name="connsiteY10"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0485" h="373134">
                  <a:moveTo>
                    <a:pt x="349262" y="291598"/>
                  </a:moveTo>
                  <a:lnTo>
                    <a:pt x="60702" y="0"/>
                  </a:lnTo>
                  <a:lnTo>
                    <a:pt x="26388" y="0"/>
                  </a:lnTo>
                  <a:lnTo>
                    <a:pt x="0" y="0"/>
                  </a:lnTo>
                  <a:lnTo>
                    <a:pt x="0" y="373135"/>
                  </a:lnTo>
                  <a:lnTo>
                    <a:pt x="60702" y="373135"/>
                  </a:lnTo>
                  <a:lnTo>
                    <a:pt x="60702" y="81917"/>
                  </a:lnTo>
                  <a:lnTo>
                    <a:pt x="349262" y="373135"/>
                  </a:lnTo>
                  <a:lnTo>
                    <a:pt x="410486" y="373135"/>
                  </a:lnTo>
                  <a:lnTo>
                    <a:pt x="410486" y="0"/>
                  </a:lnTo>
                  <a:lnTo>
                    <a:pt x="349262" y="0"/>
                  </a:lnTo>
                  <a:close/>
                </a:path>
              </a:pathLst>
            </a:custGeom>
            <a:solidFill>
              <a:srgbClr val="0F214A"/>
            </a:solidFill>
            <a:ln w="4731" cap="flat">
              <a:noFill/>
              <a:prstDash val="solid"/>
              <a:miter/>
            </a:ln>
          </p:spPr>
          <p:txBody>
            <a:bodyPr rtlCol="0" anchor="ctr"/>
            <a:lstStyle/>
            <a:p>
              <a:endParaRPr lang="en-GB"/>
            </a:p>
          </p:txBody>
        </p:sp>
        <p:sp>
          <p:nvSpPr>
            <p:cNvPr id="46" name="Freeform: Shape 45">
              <a:extLst>
                <a:ext uri="{FF2B5EF4-FFF2-40B4-BE49-F238E27FC236}">
                  <a16:creationId xmlns:a16="http://schemas.microsoft.com/office/drawing/2014/main" id="{34311A0A-BE4B-477F-A258-403879A87BF4}"/>
                </a:ext>
              </a:extLst>
            </p:cNvPr>
            <p:cNvSpPr/>
            <p:nvPr/>
          </p:nvSpPr>
          <p:spPr>
            <a:xfrm>
              <a:off x="8863965" y="4927183"/>
              <a:ext cx="421876" cy="373134"/>
            </a:xfrm>
            <a:custGeom>
              <a:avLst/>
              <a:gdLst>
                <a:gd name="connsiteX0" fmla="*/ 355716 w 421876"/>
                <a:gd name="connsiteY0" fmla="*/ 0 h 373134"/>
                <a:gd name="connsiteX1" fmla="*/ 212955 w 421876"/>
                <a:gd name="connsiteY1" fmla="*/ 291598 h 373134"/>
                <a:gd name="connsiteX2" fmla="*/ 70146 w 421876"/>
                <a:gd name="connsiteY2" fmla="*/ 0 h 373134"/>
                <a:gd name="connsiteX3" fmla="*/ 0 w 421876"/>
                <a:gd name="connsiteY3" fmla="*/ 0 h 373134"/>
                <a:gd name="connsiteX4" fmla="*/ 187042 w 421876"/>
                <a:gd name="connsiteY4" fmla="*/ 373135 h 373134"/>
                <a:gd name="connsiteX5" fmla="*/ 235309 w 421876"/>
                <a:gd name="connsiteY5" fmla="*/ 373135 h 373134"/>
                <a:gd name="connsiteX6" fmla="*/ 421876 w 421876"/>
                <a:gd name="connsiteY6" fmla="*/ 0 h 37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876" h="373134">
                  <a:moveTo>
                    <a:pt x="355716" y="0"/>
                  </a:moveTo>
                  <a:lnTo>
                    <a:pt x="212955" y="291598"/>
                  </a:lnTo>
                  <a:lnTo>
                    <a:pt x="70146" y="0"/>
                  </a:lnTo>
                  <a:lnTo>
                    <a:pt x="0" y="0"/>
                  </a:lnTo>
                  <a:lnTo>
                    <a:pt x="187042" y="373135"/>
                  </a:lnTo>
                  <a:lnTo>
                    <a:pt x="235309" y="373135"/>
                  </a:lnTo>
                  <a:lnTo>
                    <a:pt x="421876" y="0"/>
                  </a:lnTo>
                  <a:close/>
                </a:path>
              </a:pathLst>
            </a:custGeom>
            <a:solidFill>
              <a:srgbClr val="0F214A"/>
            </a:solidFill>
            <a:ln w="4731" cap="flat">
              <a:noFill/>
              <a:prstDash val="solid"/>
              <a:miter/>
            </a:ln>
          </p:spPr>
          <p:txBody>
            <a:bodyPr rtlCol="0" anchor="ctr"/>
            <a:lstStyle/>
            <a:p>
              <a:endParaRPr lang="en-GB"/>
            </a:p>
          </p:txBody>
        </p:sp>
      </p:grpSp>
      <p:sp>
        <p:nvSpPr>
          <p:cNvPr id="4" name="Date Placeholder 3"/>
          <p:cNvSpPr>
            <a:spLocks noGrp="1"/>
          </p:cNvSpPr>
          <p:nvPr>
            <p:ph type="dt" sz="half" idx="2"/>
          </p:nvPr>
        </p:nvSpPr>
        <p:spPr>
          <a:xfrm>
            <a:off x="0" y="6858000"/>
            <a:ext cx="0" cy="0"/>
          </a:xfrm>
          <a:prstGeom prst="rect">
            <a:avLst/>
          </a:prstGeom>
        </p:spPr>
        <p:txBody>
          <a:bodyPr vert="horz" lIns="0" tIns="0" rIns="0" bIns="0" rtlCol="0" anchor="t" anchorCtr="0"/>
          <a:lstStyle>
            <a:lvl1pPr algn="r">
              <a:defRPr sz="700">
                <a:noFill/>
              </a:defRPr>
            </a:lvl1pPr>
          </a:lstStyle>
          <a:p>
            <a:endParaRPr lang="en-GB" sz="700"/>
          </a:p>
        </p:txBody>
      </p:sp>
      <p:sp>
        <p:nvSpPr>
          <p:cNvPr id="5" name="Footer Placeholder 4"/>
          <p:cNvSpPr>
            <a:spLocks noGrp="1"/>
          </p:cNvSpPr>
          <p:nvPr>
            <p:ph type="ftr" sz="quarter" idx="3"/>
          </p:nvPr>
        </p:nvSpPr>
        <p:spPr>
          <a:xfrm>
            <a:off x="2422800" y="6440400"/>
            <a:ext cx="2638800" cy="151200"/>
          </a:xfrm>
          <a:prstGeom prst="rect">
            <a:avLst/>
          </a:prstGeom>
        </p:spPr>
        <p:txBody>
          <a:bodyPr vert="horz" lIns="0" tIns="0" rIns="0" bIns="0" rtlCol="0" anchor="t" anchorCtr="0"/>
          <a:lstStyle>
            <a:lvl1pPr algn="l">
              <a:defRPr sz="700" b="0" cap="all" baseline="0">
                <a:solidFill>
                  <a:schemeClr val="accent1"/>
                </a:solidFill>
              </a:defRPr>
            </a:lvl1pPr>
          </a:lstStyle>
          <a:p>
            <a:endParaRPr lang="en-GB"/>
          </a:p>
        </p:txBody>
      </p:sp>
      <p:sp>
        <p:nvSpPr>
          <p:cNvPr id="6" name="Slide Number Placeholder 5"/>
          <p:cNvSpPr>
            <a:spLocks noGrp="1"/>
          </p:cNvSpPr>
          <p:nvPr>
            <p:ph type="sldNum" sz="quarter" idx="4"/>
          </p:nvPr>
        </p:nvSpPr>
        <p:spPr>
          <a:xfrm>
            <a:off x="540000" y="6440400"/>
            <a:ext cx="266400" cy="151200"/>
          </a:xfrm>
          <a:prstGeom prst="rect">
            <a:avLst/>
          </a:prstGeom>
        </p:spPr>
        <p:txBody>
          <a:bodyPr vert="horz" lIns="0" tIns="0" rIns="0" bIns="0" rtlCol="0" anchor="t" anchorCtr="0"/>
          <a:lstStyle>
            <a:lvl1pPr algn="l">
              <a:defRPr sz="700">
                <a:solidFill>
                  <a:schemeClr val="accent1"/>
                </a:solidFill>
              </a:defRPr>
            </a:lvl1pPr>
          </a:lstStyle>
          <a:p>
            <a:fld id="{5BA07366-CB75-4AA8-9E5B-928B849F427C}" type="slidenum">
              <a:rPr lang="en-GB" smtClean="0"/>
              <a:pPr/>
              <a:t>‹#›</a:t>
            </a:fld>
            <a:endParaRPr lang="en-GB"/>
          </a:p>
        </p:txBody>
      </p:sp>
      <p:sp>
        <p:nvSpPr>
          <p:cNvPr id="11" name="_SD_FLD_Copyright"/>
          <p:cNvSpPr txBox="1"/>
          <p:nvPr userDrawn="1"/>
        </p:nvSpPr>
        <p:spPr>
          <a:xfrm>
            <a:off x="853200" y="6440400"/>
            <a:ext cx="278923" cy="107722"/>
          </a:xfrm>
          <a:prstGeom prst="rect">
            <a:avLst/>
          </a:prstGeom>
          <a:noFill/>
        </p:spPr>
        <p:txBody>
          <a:bodyPr wrap="none" lIns="0" tIns="0" rIns="0" bIns="0" rtlCol="0">
            <a:spAutoFit/>
          </a:bodyPr>
          <a:lstStyle/>
          <a:p>
            <a:r>
              <a:rPr lang="en-GB" sz="700" noProof="0">
                <a:solidFill>
                  <a:schemeClr val="accent1"/>
                </a:solidFill>
              </a:rPr>
              <a:t>DNV ©</a:t>
            </a:r>
          </a:p>
        </p:txBody>
      </p:sp>
      <p:sp>
        <p:nvSpPr>
          <p:cNvPr id="16" name="SD_FLD_DocumentDate"/>
          <p:cNvSpPr txBox="1">
            <a:spLocks noChangeArrowheads="1"/>
          </p:cNvSpPr>
          <p:nvPr userDrawn="1"/>
        </p:nvSpPr>
        <p:spPr bwMode="auto">
          <a:xfrm>
            <a:off x="1166400" y="6440400"/>
            <a:ext cx="1198800" cy="15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t" anchorCtr="0"/>
          <a:lstStyle/>
          <a:p>
            <a:pPr algn="ctr">
              <a:spcBef>
                <a:spcPts val="0"/>
              </a:spcBef>
            </a:pPr>
            <a:r>
              <a:rPr lang="en-GB" altLang="ja-JP" sz="700" cap="all" baseline="0">
                <a:solidFill>
                  <a:schemeClr val="accent1"/>
                </a:solidFill>
                <a:ea typeface="ＭＳ Ｐゴシック" charset="-128"/>
                <a:cs typeface="Arial" charset="0"/>
              </a:rPr>
              <a:t>22 January 2026</a:t>
            </a:r>
          </a:p>
        </p:txBody>
      </p:sp>
      <p:sp>
        <p:nvSpPr>
          <p:cNvPr id="39" name="SD_FLD_Confidentiality">
            <a:extLst>
              <a:ext uri="{FF2B5EF4-FFF2-40B4-BE49-F238E27FC236}">
                <a16:creationId xmlns:a16="http://schemas.microsoft.com/office/drawing/2014/main" id="{93DBE27C-CF05-4B0E-B0C5-CDDB19365D12}"/>
              </a:ext>
            </a:extLst>
          </p:cNvPr>
          <p:cNvSpPr/>
          <p:nvPr userDrawn="1"/>
        </p:nvSpPr>
        <p:spPr>
          <a:xfrm>
            <a:off x="7131600" y="6440400"/>
            <a:ext cx="2440800" cy="1512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algn="ctr" defTabSz="914400" rtl="0" eaLnBrk="1" latinLnBrk="0" hangingPunct="1">
              <a:lnSpc>
                <a:spcPct val="100000"/>
              </a:lnSpc>
              <a:spcBef>
                <a:spcPts val="0"/>
              </a:spcBef>
            </a:pPr>
            <a:endParaRPr lang="en-GB" sz="700" b="0" kern="1200" cap="all" baseline="0">
              <a:solidFill>
                <a:schemeClr val="accent1"/>
              </a:solidFill>
              <a:latin typeface="+mn-lt"/>
              <a:ea typeface="+mn-ea"/>
              <a:cs typeface="+mn-cs"/>
            </a:endParaRPr>
          </a:p>
        </p:txBody>
      </p:sp>
      <p:sp>
        <p:nvSpPr>
          <p:cNvPr id="49" name="SD_FLD_Draft" hidden="1">
            <a:extLst>
              <a:ext uri="{FF2B5EF4-FFF2-40B4-BE49-F238E27FC236}">
                <a16:creationId xmlns:a16="http://schemas.microsoft.com/office/drawing/2014/main" id="{EBD04EA3-2614-447C-8C02-69A389AD5F0C}"/>
              </a:ext>
            </a:extLst>
          </p:cNvPr>
          <p:cNvSpPr txBox="1">
            <a:spLocks noChangeArrowheads="1"/>
          </p:cNvSpPr>
          <p:nvPr userDrawn="1"/>
        </p:nvSpPr>
        <p:spPr bwMode="auto">
          <a:xfrm>
            <a:off x="5243513" y="6232324"/>
            <a:ext cx="1700337" cy="20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4400" rIns="0" bIns="0" anchor="t" anchorCtr="0"/>
          <a:lstStyle/>
          <a:p>
            <a:pPr algn="ctr">
              <a:lnSpc>
                <a:spcPct val="83000"/>
              </a:lnSpc>
              <a:spcBef>
                <a:spcPts val="0"/>
              </a:spcBef>
            </a:pPr>
            <a:r>
              <a:rPr lang="en-GB" altLang="ja-JP" sz="1600" b="0" cap="all" baseline="0">
                <a:solidFill>
                  <a:srgbClr val="C4262E"/>
                </a:solidFill>
                <a:ea typeface="ＭＳ Ｐゴシック" charset="-128"/>
                <a:cs typeface="Arial" charset="0"/>
              </a:rPr>
              <a:t>DRAFT</a:t>
            </a:r>
          </a:p>
        </p:txBody>
      </p:sp>
    </p:spTree>
    <p:extLst>
      <p:ext uri="{BB962C8B-B14F-4D97-AF65-F5344CB8AC3E}">
        <p14:creationId xmlns:p14="http://schemas.microsoft.com/office/powerpoint/2010/main" val="438226050"/>
      </p:ext>
    </p:extLst>
  </p:cSld>
  <p:clrMap bg1="lt1" tx1="dk1" bg2="lt2" tx2="dk2" accent1="accent1" accent2="accent2" accent3="accent3" accent4="accent4" accent5="accent5" accent6="accent6" hlink="hlink" folHlink="folHlink"/>
  <p:sldLayoutIdLst>
    <p:sldLayoutId id="2147483649" r:id="rId1"/>
    <p:sldLayoutId id="2147483678" r:id="rId2"/>
    <p:sldLayoutId id="2147483679" r:id="rId3"/>
    <p:sldLayoutId id="2147483680" r:id="rId4"/>
    <p:sldLayoutId id="2147483661" r:id="rId5"/>
    <p:sldLayoutId id="2147483702" r:id="rId6"/>
    <p:sldLayoutId id="2147483682" r:id="rId7"/>
    <p:sldLayoutId id="2147483674" r:id="rId8"/>
    <p:sldLayoutId id="2147483651" r:id="rId9"/>
    <p:sldLayoutId id="2147483650" r:id="rId10"/>
    <p:sldLayoutId id="2147483683" r:id="rId11"/>
    <p:sldLayoutId id="2147483698" r:id="rId12"/>
    <p:sldLayoutId id="2147483699" r:id="rId13"/>
    <p:sldLayoutId id="2147483652" r:id="rId14"/>
    <p:sldLayoutId id="2147483684" r:id="rId15"/>
    <p:sldLayoutId id="2147483685" r:id="rId16"/>
    <p:sldLayoutId id="2147483686" r:id="rId17"/>
    <p:sldLayoutId id="2147483664" r:id="rId18"/>
    <p:sldLayoutId id="2147483701" r:id="rId19"/>
    <p:sldLayoutId id="2147483695" r:id="rId20"/>
    <p:sldLayoutId id="2147483696" r:id="rId21"/>
    <p:sldLayoutId id="2147483690" r:id="rId22"/>
    <p:sldLayoutId id="2147483691" r:id="rId23"/>
    <p:sldLayoutId id="2147483697" r:id="rId24"/>
    <p:sldLayoutId id="2147483694" r:id="rId25"/>
    <p:sldLayoutId id="2147483655" r:id="rId26"/>
    <p:sldLayoutId id="2147483667" r:id="rId27"/>
    <p:sldLayoutId id="2147483692" r:id="rId28"/>
    <p:sldLayoutId id="2147483693" r:id="rId29"/>
  </p:sldLayoutIdLst>
  <p:hf hdr="0" ftr="0" dt="0"/>
  <p:txStyles>
    <p:titleStyle>
      <a:lvl1pPr algn="l" defTabSz="914400" rtl="0" eaLnBrk="1" latinLnBrk="0" hangingPunct="1">
        <a:lnSpc>
          <a:spcPct val="83000"/>
        </a:lnSpc>
        <a:spcBef>
          <a:spcPct val="0"/>
        </a:spcBef>
        <a:buNone/>
        <a:defRPr sz="3600" b="0" kern="1200">
          <a:solidFill>
            <a:schemeClr val="accent1"/>
          </a:solidFill>
          <a:latin typeface="+mj-lt"/>
          <a:ea typeface="+mj-ea"/>
          <a:cs typeface="+mj-cs"/>
        </a:defRPr>
      </a:lvl1pPr>
    </p:titleStyle>
    <p:bodyStyle>
      <a:lvl1pPr marL="180000" indent="-180000" algn="l" defTabSz="914400" rtl="0" eaLnBrk="1" latinLnBrk="0" hangingPunct="1">
        <a:lnSpc>
          <a:spcPct val="100000"/>
        </a:lnSpc>
        <a:spcBef>
          <a:spcPts val="1200"/>
        </a:spcBef>
        <a:buClrTx/>
        <a:buFont typeface="Arial" panose="020B0604020202020204" pitchFamily="34" charset="0"/>
        <a:buChar char="•"/>
        <a:defRPr sz="2000" b="0" kern="1200">
          <a:solidFill>
            <a:schemeClr val="accent1"/>
          </a:solidFill>
          <a:latin typeface="+mn-lt"/>
          <a:ea typeface="+mn-ea"/>
          <a:cs typeface="+mn-cs"/>
        </a:defRPr>
      </a:lvl1pPr>
      <a:lvl2pPr marL="360000" indent="-180000" algn="l" defTabSz="914400" rtl="0" eaLnBrk="1" latinLnBrk="0" hangingPunct="1">
        <a:lnSpc>
          <a:spcPct val="100000"/>
        </a:lnSpc>
        <a:spcBef>
          <a:spcPts val="600"/>
        </a:spcBef>
        <a:buClrTx/>
        <a:buFont typeface="Arial" panose="020B0604020202020204" pitchFamily="34" charset="0"/>
        <a:buChar char="•"/>
        <a:defRPr sz="1800" kern="1200">
          <a:solidFill>
            <a:schemeClr val="accent1"/>
          </a:solidFill>
          <a:latin typeface="+mn-lt"/>
          <a:ea typeface="+mn-ea"/>
          <a:cs typeface="+mn-cs"/>
        </a:defRPr>
      </a:lvl2pPr>
      <a:lvl3pPr marL="540000" indent="-180000" algn="l" defTabSz="914400" rtl="0" eaLnBrk="1" latinLnBrk="0" hangingPunct="1">
        <a:lnSpc>
          <a:spcPct val="100000"/>
        </a:lnSpc>
        <a:spcBef>
          <a:spcPts val="600"/>
        </a:spcBef>
        <a:buClrTx/>
        <a:buFont typeface="Arial" panose="020B0604020202020204" pitchFamily="34" charset="0"/>
        <a:buChar char="•"/>
        <a:defRPr sz="1600" kern="1200">
          <a:solidFill>
            <a:schemeClr val="accent1"/>
          </a:solidFill>
          <a:latin typeface="+mn-lt"/>
          <a:ea typeface="+mn-ea"/>
          <a:cs typeface="+mn-cs"/>
        </a:defRPr>
      </a:lvl3pPr>
      <a:lvl4pPr marL="0" indent="0" algn="l" defTabSz="914400" rtl="0" eaLnBrk="1" latinLnBrk="0" hangingPunct="1">
        <a:lnSpc>
          <a:spcPct val="90000"/>
        </a:lnSpc>
        <a:spcBef>
          <a:spcPts val="600"/>
        </a:spcBef>
        <a:buClrTx/>
        <a:buFont typeface="Arial" panose="020B0604020202020204" pitchFamily="34" charset="0"/>
        <a:buChar char="​"/>
        <a:defRPr sz="2000" b="1" kern="1200">
          <a:solidFill>
            <a:schemeClr val="accent1"/>
          </a:solidFill>
          <a:latin typeface="+mn-lt"/>
          <a:ea typeface="+mn-ea"/>
          <a:cs typeface="+mn-cs"/>
        </a:defRPr>
      </a:lvl4pPr>
      <a:lvl5pPr marL="0" indent="0" algn="l" defTabSz="914400" rtl="0" eaLnBrk="1" latinLnBrk="0" hangingPunct="1">
        <a:lnSpc>
          <a:spcPct val="100000"/>
        </a:lnSpc>
        <a:spcBef>
          <a:spcPts val="1200"/>
        </a:spcBef>
        <a:buClrTx/>
        <a:buFont typeface="Arial" panose="020B0604020202020204" pitchFamily="34" charset="0"/>
        <a:buChar char="​"/>
        <a:defRPr sz="2000" kern="1200">
          <a:solidFill>
            <a:schemeClr val="accent1"/>
          </a:solidFill>
          <a:latin typeface="+mn-lt"/>
          <a:ea typeface="+mn-ea"/>
          <a:cs typeface="+mn-cs"/>
        </a:defRPr>
      </a:lvl5pPr>
      <a:lvl6pPr marL="0" indent="0" algn="l" defTabSz="914400" rtl="0" eaLnBrk="1" latinLnBrk="0" hangingPunct="1">
        <a:spcBef>
          <a:spcPts val="600"/>
        </a:spcBef>
        <a:buFont typeface="Arial" panose="020B0604020202020204" pitchFamily="34" charset="0"/>
        <a:buChar char="​"/>
        <a:defRPr sz="1000" b="1" kern="1200">
          <a:solidFill>
            <a:schemeClr val="accent1"/>
          </a:solidFill>
          <a:latin typeface="+mn-lt"/>
          <a:ea typeface="+mn-ea"/>
          <a:cs typeface="+mn-cs"/>
        </a:defRPr>
      </a:lvl6pPr>
      <a:lvl7pPr marL="0" indent="0" algn="l" defTabSz="914400" rtl="0" eaLnBrk="1" latinLnBrk="0" hangingPunct="1">
        <a:spcBef>
          <a:spcPts val="600"/>
        </a:spcBef>
        <a:buFont typeface="Arial" panose="020B0604020202020204" pitchFamily="34" charset="0"/>
        <a:buChar char="​"/>
        <a:defRPr sz="1000" kern="1200">
          <a:solidFill>
            <a:schemeClr val="accent1"/>
          </a:solidFill>
          <a:latin typeface="+mn-lt"/>
          <a:ea typeface="+mn-ea"/>
          <a:cs typeface="+mn-cs"/>
        </a:defRPr>
      </a:lvl7pPr>
      <a:lvl8pPr marL="180000" indent="-180000" algn="l" defTabSz="914400" rtl="0" eaLnBrk="1" latinLnBrk="0" hangingPunct="1">
        <a:spcBef>
          <a:spcPts val="600"/>
        </a:spcBef>
        <a:buFont typeface="Arial" pitchFamily="34" charset="0"/>
        <a:buChar char="•"/>
        <a:defRPr sz="1000" kern="1200">
          <a:solidFill>
            <a:schemeClr val="accent1"/>
          </a:solidFill>
          <a:latin typeface="+mn-lt"/>
          <a:ea typeface="+mn-ea"/>
          <a:cs typeface="+mn-cs"/>
        </a:defRPr>
      </a:lvl8pPr>
      <a:lvl9pPr marL="0" indent="0" algn="l" defTabSz="914400" rtl="0" eaLnBrk="1" latinLnBrk="0" hangingPunct="1">
        <a:lnSpc>
          <a:spcPct val="83000"/>
        </a:lnSpc>
        <a:spcBef>
          <a:spcPts val="0"/>
        </a:spcBef>
        <a:buFont typeface="Arial" panose="020B0604020202020204" pitchFamily="34" charset="0"/>
        <a:buChar char="​"/>
        <a:defRPr sz="6000" b="1" kern="1200" spc="-300" baseline="0">
          <a:solidFill>
            <a:schemeClr val="accent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0" userDrawn="1">
          <p15:clr>
            <a:srgbClr val="F26B43"/>
          </p15:clr>
        </p15:guide>
        <p15:guide id="2" pos="819" userDrawn="1">
          <p15:clr>
            <a:srgbClr val="F26B43"/>
          </p15:clr>
        </p15:guide>
        <p15:guide id="3" orient="horz" pos="340" userDrawn="1">
          <p15:clr>
            <a:srgbClr val="F26B43"/>
          </p15:clr>
        </p15:guide>
        <p15:guide id="4" orient="horz" pos="3809" userDrawn="1">
          <p15:clr>
            <a:srgbClr val="F26B43"/>
          </p15:clr>
        </p15:guide>
        <p15:guide id="5" pos="932" userDrawn="1">
          <p15:clr>
            <a:srgbClr val="F26B43"/>
          </p15:clr>
        </p15:guide>
        <p15:guide id="6" pos="1412" userDrawn="1">
          <p15:clr>
            <a:srgbClr val="F26B43"/>
          </p15:clr>
        </p15:guide>
        <p15:guide id="7" pos="1525" userDrawn="1">
          <p15:clr>
            <a:srgbClr val="F26B43"/>
          </p15:clr>
        </p15:guide>
        <p15:guide id="8" pos="2005" userDrawn="1">
          <p15:clr>
            <a:srgbClr val="F26B43"/>
          </p15:clr>
        </p15:guide>
        <p15:guide id="9" pos="2118" userDrawn="1">
          <p15:clr>
            <a:srgbClr val="F26B43"/>
          </p15:clr>
        </p15:guide>
        <p15:guide id="10" pos="2597" userDrawn="1">
          <p15:clr>
            <a:srgbClr val="F26B43"/>
          </p15:clr>
        </p15:guide>
        <p15:guide id="11" pos="2711" userDrawn="1">
          <p15:clr>
            <a:srgbClr val="F26B43"/>
          </p15:clr>
        </p15:guide>
        <p15:guide id="12" pos="3190" userDrawn="1">
          <p15:clr>
            <a:srgbClr val="F26B43"/>
          </p15:clr>
        </p15:guide>
        <p15:guide id="13" pos="3303" userDrawn="1">
          <p15:clr>
            <a:srgbClr val="F26B43"/>
          </p15:clr>
        </p15:guide>
        <p15:guide id="14" pos="3783" userDrawn="1">
          <p15:clr>
            <a:srgbClr val="F26B43"/>
          </p15:clr>
        </p15:guide>
        <p15:guide id="15" pos="3896" userDrawn="1">
          <p15:clr>
            <a:srgbClr val="F26B43"/>
          </p15:clr>
        </p15:guide>
        <p15:guide id="16" pos="4376" userDrawn="1">
          <p15:clr>
            <a:srgbClr val="F26B43"/>
          </p15:clr>
        </p15:guide>
        <p15:guide id="17" pos="4489" userDrawn="1">
          <p15:clr>
            <a:srgbClr val="F26B43"/>
          </p15:clr>
        </p15:guide>
        <p15:guide id="18" pos="4968" userDrawn="1">
          <p15:clr>
            <a:srgbClr val="F26B43"/>
          </p15:clr>
        </p15:guide>
        <p15:guide id="19" pos="5082" userDrawn="1">
          <p15:clr>
            <a:srgbClr val="F26B43"/>
          </p15:clr>
        </p15:guide>
        <p15:guide id="20" pos="5561" userDrawn="1">
          <p15:clr>
            <a:srgbClr val="F26B43"/>
          </p15:clr>
        </p15:guide>
        <p15:guide id="21" pos="5674" userDrawn="1">
          <p15:clr>
            <a:srgbClr val="F26B43"/>
          </p15:clr>
        </p15:guide>
        <p15:guide id="22" pos="6154" userDrawn="1">
          <p15:clr>
            <a:srgbClr val="F26B43"/>
          </p15:clr>
        </p15:guide>
        <p15:guide id="23" pos="6267" userDrawn="1">
          <p15:clr>
            <a:srgbClr val="F26B43"/>
          </p15:clr>
        </p15:guide>
        <p15:guide id="24" pos="6747" userDrawn="1">
          <p15:clr>
            <a:srgbClr val="F26B43"/>
          </p15:clr>
        </p15:guide>
        <p15:guide id="25" pos="6860" userDrawn="1">
          <p15:clr>
            <a:srgbClr val="F26B43"/>
          </p15:clr>
        </p15:guide>
        <p15:guide id="26" pos="7339" userDrawn="1">
          <p15:clr>
            <a:srgbClr val="F26B43"/>
          </p15:clr>
        </p15:guide>
        <p15:guide id="27" orient="horz" pos="109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2.xml"/><Relationship Id="rId16" Type="http://schemas.openxmlformats.org/officeDocument/2006/relationships/image" Target="../media/image30.svg"/><Relationship Id="rId1" Type="http://schemas.openxmlformats.org/officeDocument/2006/relationships/slideLayout" Target="../slideLayouts/slideLayout10.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9.png"/><Relationship Id="rId15" Type="http://schemas.openxmlformats.org/officeDocument/2006/relationships/image" Target="../media/image29.svg"/><Relationship Id="rId10" Type="http://schemas.openxmlformats.org/officeDocument/2006/relationships/image" Target="../media/image24.png"/><Relationship Id="rId4" Type="http://schemas.openxmlformats.org/officeDocument/2006/relationships/image" Target="../media/image18.svg"/><Relationship Id="rId9" Type="http://schemas.openxmlformats.org/officeDocument/2006/relationships/image" Target="../media/image23.png"/><Relationship Id="rId14" Type="http://schemas.openxmlformats.org/officeDocument/2006/relationships/image" Target="../media/image28.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svg"/><Relationship Id="rId3" Type="http://schemas.openxmlformats.org/officeDocument/2006/relationships/image" Target="../media/image17.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30.svg"/><Relationship Id="rId2" Type="http://schemas.openxmlformats.org/officeDocument/2006/relationships/notesSlide" Target="../notesSlides/notesSlide3.xml"/><Relationship Id="rId16" Type="http://schemas.openxmlformats.org/officeDocument/2006/relationships/image" Target="../media/image29.svg"/><Relationship Id="rId1" Type="http://schemas.openxmlformats.org/officeDocument/2006/relationships/slideLayout" Target="../slideLayouts/slideLayout10.xml"/><Relationship Id="rId6" Type="http://schemas.openxmlformats.org/officeDocument/2006/relationships/image" Target="../media/image28.svg"/><Relationship Id="rId11" Type="http://schemas.openxmlformats.org/officeDocument/2006/relationships/image" Target="../media/image23.png"/><Relationship Id="rId5" Type="http://schemas.openxmlformats.org/officeDocument/2006/relationships/image" Target="../media/image18.svg"/><Relationship Id="rId15" Type="http://schemas.openxmlformats.org/officeDocument/2006/relationships/image" Target="../media/image27.svg"/><Relationship Id="rId10" Type="http://schemas.openxmlformats.org/officeDocument/2006/relationships/image" Target="../media/image22.png"/><Relationship Id="rId4" Type="http://schemas.openxmlformats.org/officeDocument/2006/relationships/image" Target="../media/image31.svg"/><Relationship Id="rId9" Type="http://schemas.openxmlformats.org/officeDocument/2006/relationships/image" Target="../media/image21.svg"/><Relationship Id="rId14" Type="http://schemas.openxmlformats.org/officeDocument/2006/relationships/image" Target="../media/image26.svg"/></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34.svg"/><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0.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5A_60DCA094.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37.svg"/><Relationship Id="rId5" Type="http://schemas.openxmlformats.org/officeDocument/2006/relationships/image" Target="../media/image36.svg"/><Relationship Id="rId4" Type="http://schemas.openxmlformats.org/officeDocument/2006/relationships/image" Target="../media/image35.svg"/></Relationships>
</file>

<file path=ppt/slides/_rels/slide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7.xml"/><Relationship Id="rId1" Type="http://schemas.openxmlformats.org/officeDocument/2006/relationships/slideLayout" Target="../slideLayouts/slideLayout10.xml"/><Relationship Id="rId5" Type="http://schemas.openxmlformats.org/officeDocument/2006/relationships/image" Target="../media/image37.svg"/><Relationship Id="rId4" Type="http://schemas.openxmlformats.org/officeDocument/2006/relationships/image" Target="../media/image36.svg"/></Relationships>
</file>

<file path=ppt/slides/_rels/slide8.xml.rels><?xml version="1.0" encoding="UTF-8" standalone="yes"?>
<Relationships xmlns="http://schemas.openxmlformats.org/package/2006/relationships"><Relationship Id="rId3" Type="http://schemas.microsoft.com/office/2018/10/relationships/comments" Target="../comments/modernComment_15B_549EAE60.xml"/><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26.sv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6.svg"/></Relationships>
</file>

<file path=ppt/slides/_rels/slide11.xml.rels><?xml version="1.0" encoding="UTF-8" standalone="yes"?>
<Relationships xmlns="http://schemas.openxmlformats.org/package/2006/relationships"><Relationship Id="rId3" Type="http://schemas.microsoft.com/office/2018/10/relationships/comments" Target="../comments/modernComment_15C_1BD2E43E.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28.svg"/><Relationship Id="rId5" Type="http://schemas.openxmlformats.org/officeDocument/2006/relationships/image" Target="../media/image31.svg"/><Relationship Id="rId4" Type="http://schemas.openxmlformats.org/officeDocument/2006/relationships/image" Target="../media/image37.svg"/></Relationships>
</file>

<file path=ppt/slides/_rels/slide1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28.svg"/><Relationship Id="rId4" Type="http://schemas.openxmlformats.org/officeDocument/2006/relationships/image" Target="../media/image31.svg"/></Relationships>
</file>

<file path=ppt/slides/_rels/slide13.xml.rels><?xml version="1.0" encoding="UTF-8" standalone="yes"?>
<Relationships xmlns="http://schemas.openxmlformats.org/package/2006/relationships"><Relationship Id="rId3" Type="http://schemas.microsoft.com/office/2018/10/relationships/comments" Target="../comments/modernComment_15D_D2E13074.xml"/><Relationship Id="rId2" Type="http://schemas.openxmlformats.org/officeDocument/2006/relationships/notesSlide" Target="../notesSlides/notesSlide13.xml"/><Relationship Id="rId1" Type="http://schemas.openxmlformats.org/officeDocument/2006/relationships/slideLayout" Target="../slideLayouts/slideLayout10.xml"/><Relationship Id="rId5" Type="http://schemas.openxmlformats.org/officeDocument/2006/relationships/image" Target="../media/image37.svg"/><Relationship Id="rId4" Type="http://schemas.openxmlformats.org/officeDocument/2006/relationships/image" Target="../media/image38.svg"/></Relationships>
</file>

<file path=ppt/slides/_rels/slide14.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37.svg"/></Relationships>
</file>

<file path=ppt/slides/_rels/slide15.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5.xml"/><Relationship Id="rId1" Type="http://schemas.openxmlformats.org/officeDocument/2006/relationships/slideLayout" Target="../slideLayouts/slideLayout10.xml"/><Relationship Id="rId5" Type="http://schemas.openxmlformats.org/officeDocument/2006/relationships/image" Target="../media/image39.svg"/><Relationship Id="rId4" Type="http://schemas.openxmlformats.org/officeDocument/2006/relationships/image" Target="../media/image25.svg"/></Relationships>
</file>

<file path=ppt/slides/_rels/slide16.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notesSlide" Target="../notesSlides/notesSlide16.xml"/><Relationship Id="rId1" Type="http://schemas.openxmlformats.org/officeDocument/2006/relationships/slideLayout" Target="../slideLayouts/slideLayout10.xml"/><Relationship Id="rId5" Type="http://schemas.openxmlformats.org/officeDocument/2006/relationships/image" Target="../media/image39.sv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microsoft.com/office/2018/10/relationships/comments" Target="../comments/modernComment_15E_F35B5EC9.xml"/><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8" Type="http://schemas.microsoft.com/office/2007/relationships/diagramDrawing" Target="../diagrams/drawing2.xml"/><Relationship Id="rId3" Type="http://schemas.microsoft.com/office/2018/10/relationships/comments" Target="../comments/modernComment_166_F46489BE.xml"/><Relationship Id="rId7" Type="http://schemas.openxmlformats.org/officeDocument/2006/relationships/diagramColors" Target="../diagrams/colors2.xml"/><Relationship Id="rId2" Type="http://schemas.openxmlformats.org/officeDocument/2006/relationships/notesSlide" Target="../notesSlides/notesSlide22.xml"/><Relationship Id="rId1" Type="http://schemas.openxmlformats.org/officeDocument/2006/relationships/slideLayout" Target="../slideLayouts/slideLayout10.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5.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6.xml"/><Relationship Id="rId1" Type="http://schemas.openxmlformats.org/officeDocument/2006/relationships/slideLayout" Target="../slideLayouts/slideLayout1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7.xml"/><Relationship Id="rId1" Type="http://schemas.openxmlformats.org/officeDocument/2006/relationships/slideLayout" Target="../slideLayouts/slideLayout1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8.xml"/><Relationship Id="rId1" Type="http://schemas.openxmlformats.org/officeDocument/2006/relationships/slideLayout" Target="../slideLayouts/slideLayout1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9.xml"/><Relationship Id="rId1" Type="http://schemas.openxmlformats.org/officeDocument/2006/relationships/slideLayout" Target="../slideLayouts/slideLayout1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1.xml"/><Relationship Id="rId1" Type="http://schemas.openxmlformats.org/officeDocument/2006/relationships/slideLayout" Target="../slideLayouts/slideLayout1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32.xml.rels><?xml version="1.0" encoding="UTF-8" standalone="yes"?>
<Relationships xmlns="http://schemas.openxmlformats.org/package/2006/relationships"><Relationship Id="rId8" Type="http://schemas.openxmlformats.org/officeDocument/2006/relationships/image" Target="../media/image42.svg"/><Relationship Id="rId3" Type="http://schemas.microsoft.com/office/2018/10/relationships/comments" Target="../comments/modernComment_161_B3F024CC.xml"/><Relationship Id="rId7" Type="http://schemas.openxmlformats.org/officeDocument/2006/relationships/image" Target="../media/image21.svg"/><Relationship Id="rId2" Type="http://schemas.openxmlformats.org/officeDocument/2006/relationships/notesSlide" Target="../notesSlides/notesSlide32.xml"/><Relationship Id="rId1" Type="http://schemas.openxmlformats.org/officeDocument/2006/relationships/slideLayout" Target="../slideLayouts/slideLayout10.xml"/><Relationship Id="rId6" Type="http://schemas.openxmlformats.org/officeDocument/2006/relationships/image" Target="../media/image41.svg"/><Relationship Id="rId5" Type="http://schemas.openxmlformats.org/officeDocument/2006/relationships/image" Target="../media/image40.svg"/><Relationship Id="rId4" Type="http://schemas.openxmlformats.org/officeDocument/2006/relationships/image" Target="../media/image25.svg"/></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svg"/><Relationship Id="rId7" Type="http://schemas.openxmlformats.org/officeDocument/2006/relationships/image" Target="../media/image45.svg"/><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image" Target="../media/image18.svg"/><Relationship Id="rId5" Type="http://schemas.openxmlformats.org/officeDocument/2006/relationships/image" Target="../media/image44.svg"/><Relationship Id="rId4" Type="http://schemas.openxmlformats.org/officeDocument/2006/relationships/image" Target="../media/image21.svg"/><Relationship Id="rId9" Type="http://schemas.openxmlformats.org/officeDocument/2006/relationships/image" Target="../media/image46.svg"/></Relationships>
</file>

<file path=ppt/slides/_rels/slide3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svg"/><Relationship Id="rId3" Type="http://schemas.openxmlformats.org/officeDocument/2006/relationships/image" Target="../media/image17.png"/><Relationship Id="rId7" Type="http://schemas.openxmlformats.org/officeDocument/2006/relationships/image" Target="../media/image21.svg"/><Relationship Id="rId12" Type="http://schemas.openxmlformats.org/officeDocument/2006/relationships/image" Target="../media/image26.svg"/><Relationship Id="rId2" Type="http://schemas.openxmlformats.org/officeDocument/2006/relationships/notesSlide" Target="../notesSlides/notesSlide36.xml"/><Relationship Id="rId1" Type="http://schemas.openxmlformats.org/officeDocument/2006/relationships/slideLayout" Target="../slideLayouts/slideLayout10.xml"/><Relationship Id="rId6" Type="http://schemas.openxmlformats.org/officeDocument/2006/relationships/image" Target="../media/image20.svg"/><Relationship Id="rId11" Type="http://schemas.openxmlformats.org/officeDocument/2006/relationships/image" Target="../media/image25.svg"/><Relationship Id="rId5" Type="http://schemas.openxmlformats.org/officeDocument/2006/relationships/image" Target="../media/image18.svg"/><Relationship Id="rId10" Type="http://schemas.openxmlformats.org/officeDocument/2006/relationships/image" Target="../media/image24.png"/><Relationship Id="rId4" Type="http://schemas.openxmlformats.org/officeDocument/2006/relationships/image" Target="../media/image31.svg"/><Relationship Id="rId9" Type="http://schemas.openxmlformats.org/officeDocument/2006/relationships/image" Target="../media/image23.png"/><Relationship Id="rId14" Type="http://schemas.openxmlformats.org/officeDocument/2006/relationships/image" Target="../media/image28.svg"/></Relationships>
</file>

<file path=ppt/slides/_rels/slide38.xml.rels><?xml version="1.0" encoding="UTF-8" standalone="yes"?>
<Relationships xmlns="http://schemas.openxmlformats.org/package/2006/relationships"><Relationship Id="rId3" Type="http://schemas.microsoft.com/office/2018/10/relationships/comments" Target="../comments/modernComment_185_8C43C244.xml"/><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7.xml"/></Relationships>
</file>

<file path=ppt/slides/_rels/slide4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3.png"/><Relationship Id="rId18" Type="http://schemas.openxmlformats.org/officeDocument/2006/relationships/image" Target="../media/image47.png"/><Relationship Id="rId3" Type="http://schemas.microsoft.com/office/2018/10/relationships/comments" Target="../comments/modernComment_158_7BA9D825.xml"/><Relationship Id="rId7" Type="http://schemas.openxmlformats.org/officeDocument/2006/relationships/image" Target="../media/image28.svg"/><Relationship Id="rId12" Type="http://schemas.openxmlformats.org/officeDocument/2006/relationships/image" Target="../media/image22.png"/><Relationship Id="rId17" Type="http://schemas.openxmlformats.org/officeDocument/2006/relationships/image" Target="../media/image39.svg"/><Relationship Id="rId2" Type="http://schemas.openxmlformats.org/officeDocument/2006/relationships/notesSlide" Target="../notesSlides/notesSlide42.xml"/><Relationship Id="rId16" Type="http://schemas.openxmlformats.org/officeDocument/2006/relationships/image" Target="../media/image27.svg"/><Relationship Id="rId20" Type="http://schemas.openxmlformats.org/officeDocument/2006/relationships/image" Target="../media/image30.svg"/><Relationship Id="rId1" Type="http://schemas.openxmlformats.org/officeDocument/2006/relationships/slideLayout" Target="../slideLayouts/slideLayout10.xml"/><Relationship Id="rId6" Type="http://schemas.openxmlformats.org/officeDocument/2006/relationships/image" Target="../media/image18.svg"/><Relationship Id="rId11" Type="http://schemas.openxmlformats.org/officeDocument/2006/relationships/image" Target="../media/image21.svg"/><Relationship Id="rId5" Type="http://schemas.openxmlformats.org/officeDocument/2006/relationships/image" Target="../media/image31.svg"/><Relationship Id="rId15" Type="http://schemas.openxmlformats.org/officeDocument/2006/relationships/image" Target="../media/image26.svg"/><Relationship Id="rId10" Type="http://schemas.openxmlformats.org/officeDocument/2006/relationships/image" Target="../media/image25.svg"/><Relationship Id="rId19" Type="http://schemas.openxmlformats.org/officeDocument/2006/relationships/image" Target="../media/image29.svg"/><Relationship Id="rId4" Type="http://schemas.openxmlformats.org/officeDocument/2006/relationships/image" Target="../media/image17.png"/><Relationship Id="rId9" Type="http://schemas.openxmlformats.org/officeDocument/2006/relationships/image" Target="../media/image20.svg"/><Relationship Id="rId14" Type="http://schemas.openxmlformats.org/officeDocument/2006/relationships/image" Target="../media/image24.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78F47-A382-4A48-9F1B-1E46B4B636EA}"/>
              </a:ext>
            </a:extLst>
          </p:cNvPr>
          <p:cNvSpPr>
            <a:spLocks noGrp="1"/>
          </p:cNvSpPr>
          <p:nvPr>
            <p:ph type="ctrTitle"/>
          </p:nvPr>
        </p:nvSpPr>
        <p:spPr/>
        <p:txBody>
          <a:bodyPr/>
          <a:lstStyle/>
          <a:p>
            <a:r>
              <a:rPr lang="en-GB"/>
              <a:t>Technical Roadmap</a:t>
            </a:r>
          </a:p>
        </p:txBody>
      </p:sp>
      <p:sp>
        <p:nvSpPr>
          <p:cNvPr id="7" name="Subtitle 6">
            <a:extLst>
              <a:ext uri="{FF2B5EF4-FFF2-40B4-BE49-F238E27FC236}">
                <a16:creationId xmlns:a16="http://schemas.microsoft.com/office/drawing/2014/main" id="{1DA0DD25-260E-469A-9E65-62422B5454C2}"/>
              </a:ext>
            </a:extLst>
          </p:cNvPr>
          <p:cNvSpPr>
            <a:spLocks noGrp="1"/>
          </p:cNvSpPr>
          <p:nvPr>
            <p:ph type="subTitle" idx="1"/>
          </p:nvPr>
        </p:nvSpPr>
        <p:spPr/>
        <p:txBody>
          <a:bodyPr/>
          <a:lstStyle/>
          <a:p>
            <a:endParaRPr lang="en-GB"/>
          </a:p>
        </p:txBody>
      </p:sp>
      <p:sp>
        <p:nvSpPr>
          <p:cNvPr id="8" name="Text Placeholder 7">
            <a:extLst>
              <a:ext uri="{FF2B5EF4-FFF2-40B4-BE49-F238E27FC236}">
                <a16:creationId xmlns:a16="http://schemas.microsoft.com/office/drawing/2014/main" id="{615B879D-A4F5-4E37-916F-6EDD551AEB0F}"/>
              </a:ext>
            </a:extLst>
          </p:cNvPr>
          <p:cNvSpPr>
            <a:spLocks noGrp="1"/>
          </p:cNvSpPr>
          <p:nvPr>
            <p:ph type="body" sz="quarter" idx="18"/>
          </p:nvPr>
        </p:nvSpPr>
        <p:spPr/>
        <p:txBody>
          <a:bodyPr/>
          <a:lstStyle/>
          <a:p>
            <a:endParaRPr lang="en-GB"/>
          </a:p>
        </p:txBody>
      </p:sp>
      <p:sp>
        <p:nvSpPr>
          <p:cNvPr id="6" name="Slide Number Placeholder 5">
            <a:extLst>
              <a:ext uri="{FF2B5EF4-FFF2-40B4-BE49-F238E27FC236}">
                <a16:creationId xmlns:a16="http://schemas.microsoft.com/office/drawing/2014/main" id="{7E1BF1F7-7A1F-41AE-A1CD-33B2E83BFA96}"/>
              </a:ext>
            </a:extLst>
          </p:cNvPr>
          <p:cNvSpPr>
            <a:spLocks noGrp="1"/>
          </p:cNvSpPr>
          <p:nvPr>
            <p:ph type="sldNum" sz="quarter" idx="17"/>
          </p:nvPr>
        </p:nvSpPr>
        <p:spPr/>
        <p:txBody>
          <a:bodyPr/>
          <a:lstStyle/>
          <a:p>
            <a:fld id="{5BA07366-CB75-4AA8-9E5B-928B849F427C}" type="slidenum">
              <a:rPr lang="en-GB" smtClean="0"/>
              <a:pPr/>
              <a:t>1</a:t>
            </a:fld>
            <a:endParaRPr lang="en-GB"/>
          </a:p>
        </p:txBody>
      </p:sp>
    </p:spTree>
    <p:extLst>
      <p:ext uri="{BB962C8B-B14F-4D97-AF65-F5344CB8AC3E}">
        <p14:creationId xmlns:p14="http://schemas.microsoft.com/office/powerpoint/2010/main" val="40965009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C2808-EECC-89BC-0473-6EFBB3708743}"/>
            </a:ext>
          </a:extLst>
        </p:cNvPr>
        <p:cNvGrpSpPr/>
        <p:nvPr/>
      </p:nvGrpSpPr>
      <p:grpSpPr>
        <a:xfrm>
          <a:off x="0" y="0"/>
          <a:ext cx="0" cy="0"/>
          <a:chOff x="0" y="0"/>
          <a:chExt cx="0" cy="0"/>
        </a:xfrm>
      </p:grpSpPr>
      <p:pic>
        <p:nvPicPr>
          <p:cNvPr id="2114" name="Picture 2113">
            <a:extLst>
              <a:ext uri="{FF2B5EF4-FFF2-40B4-BE49-F238E27FC236}">
                <a16:creationId xmlns:a16="http://schemas.microsoft.com/office/drawing/2014/main" id="{A835FD1B-C69D-2FFA-9F07-03A9F9CD8013}"/>
              </a:ext>
            </a:extLst>
          </p:cNvPr>
          <p:cNvPicPr>
            <a:picLocks noChangeAspect="1"/>
          </p:cNvPicPr>
          <p:nvPr/>
        </p:nvPicPr>
        <p:blipFill>
          <a:blip r:embed="rId3"/>
          <a:stretch>
            <a:fillRect/>
          </a:stretch>
        </p:blipFill>
        <p:spPr>
          <a:xfrm>
            <a:off x="5438607" y="5472632"/>
            <a:ext cx="864718" cy="369528"/>
          </a:xfrm>
          <a:prstGeom prst="rect">
            <a:avLst/>
          </a:prstGeom>
        </p:spPr>
      </p:pic>
      <p:sp>
        <p:nvSpPr>
          <p:cNvPr id="45" name="Rectangle 44">
            <a:extLst>
              <a:ext uri="{FF2B5EF4-FFF2-40B4-BE49-F238E27FC236}">
                <a16:creationId xmlns:a16="http://schemas.microsoft.com/office/drawing/2014/main" id="{33B0DD1A-D78D-5E2D-DA89-8561FC3E0244}"/>
              </a:ext>
            </a:extLst>
          </p:cNvPr>
          <p:cNvSpPr/>
          <p:nvPr/>
        </p:nvSpPr>
        <p:spPr>
          <a:xfrm>
            <a:off x="4213158" y="1729052"/>
            <a:ext cx="1479568" cy="1967572"/>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900">
                <a:solidFill>
                  <a:schemeClr val="accent1"/>
                </a:solidFill>
              </a:rPr>
              <a:t>Requirements</a:t>
            </a:r>
          </a:p>
        </p:txBody>
      </p:sp>
      <p:sp>
        <p:nvSpPr>
          <p:cNvPr id="3" name="Title 2">
            <a:extLst>
              <a:ext uri="{FF2B5EF4-FFF2-40B4-BE49-F238E27FC236}">
                <a16:creationId xmlns:a16="http://schemas.microsoft.com/office/drawing/2014/main" id="{592CF08B-834F-815A-0CEB-24A83BA7B087}"/>
              </a:ext>
            </a:extLst>
          </p:cNvPr>
          <p:cNvSpPr>
            <a:spLocks noGrp="1"/>
          </p:cNvSpPr>
          <p:nvPr>
            <p:ph type="title"/>
          </p:nvPr>
        </p:nvSpPr>
        <p:spPr>
          <a:xfrm>
            <a:off x="539750" y="502806"/>
            <a:ext cx="11110914" cy="936000"/>
          </a:xfrm>
        </p:spPr>
        <p:txBody>
          <a:bodyPr/>
          <a:lstStyle/>
          <a:p>
            <a:r>
              <a:rPr lang="en-GB" dirty="0"/>
              <a:t>Now: Procedural requirements with relational database </a:t>
            </a:r>
          </a:p>
        </p:txBody>
      </p:sp>
      <p:sp>
        <p:nvSpPr>
          <p:cNvPr id="6" name="Slide Number Placeholder 5">
            <a:extLst>
              <a:ext uri="{FF2B5EF4-FFF2-40B4-BE49-F238E27FC236}">
                <a16:creationId xmlns:a16="http://schemas.microsoft.com/office/drawing/2014/main" id="{F3BB8E66-B2F2-9126-76DF-2BFDF5B0F87F}"/>
              </a:ext>
            </a:extLst>
          </p:cNvPr>
          <p:cNvSpPr>
            <a:spLocks noGrp="1"/>
          </p:cNvSpPr>
          <p:nvPr>
            <p:ph type="sldNum" sz="quarter" idx="12"/>
          </p:nvPr>
        </p:nvSpPr>
        <p:spPr>
          <a:xfrm>
            <a:off x="697258" y="6577544"/>
            <a:ext cx="266400" cy="151200"/>
          </a:xfrm>
        </p:spPr>
        <p:txBody>
          <a:bodyPr/>
          <a:lstStyle/>
          <a:p>
            <a:fld id="{5BA07366-CB75-4AA8-9E5B-928B849F427C}" type="slidenum">
              <a:rPr lang="en-GB" smtClean="0"/>
              <a:pPr/>
              <a:t>2</a:t>
            </a:fld>
            <a:endParaRPr lang="en-GB"/>
          </a:p>
        </p:txBody>
      </p:sp>
      <p:grpSp>
        <p:nvGrpSpPr>
          <p:cNvPr id="23" name="Group 22">
            <a:extLst>
              <a:ext uri="{FF2B5EF4-FFF2-40B4-BE49-F238E27FC236}">
                <a16:creationId xmlns:a16="http://schemas.microsoft.com/office/drawing/2014/main" id="{17852E59-0A70-DC1C-1AF2-B7975C4DD945}"/>
              </a:ext>
            </a:extLst>
          </p:cNvPr>
          <p:cNvGrpSpPr/>
          <p:nvPr/>
        </p:nvGrpSpPr>
        <p:grpSpPr>
          <a:xfrm>
            <a:off x="10753544" y="1353599"/>
            <a:ext cx="792088" cy="732433"/>
            <a:chOff x="9467132" y="1931973"/>
            <a:chExt cx="792088" cy="732433"/>
          </a:xfrm>
        </p:grpSpPr>
        <p:pic>
          <p:nvPicPr>
            <p:cNvPr id="24" name="Graphic 23" descr="Construction worker male outline">
              <a:extLst>
                <a:ext uri="{FF2B5EF4-FFF2-40B4-BE49-F238E27FC236}">
                  <a16:creationId xmlns:a16="http://schemas.microsoft.com/office/drawing/2014/main" id="{6D8DFDDD-EB53-B23B-3B18-0D79B34FEA8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624391" y="1931973"/>
              <a:ext cx="477571" cy="477571"/>
            </a:xfrm>
            <a:prstGeom prst="rect">
              <a:avLst/>
            </a:prstGeom>
          </p:spPr>
        </p:pic>
        <p:sp>
          <p:nvSpPr>
            <p:cNvPr id="25" name="TextBox 24">
              <a:extLst>
                <a:ext uri="{FF2B5EF4-FFF2-40B4-BE49-F238E27FC236}">
                  <a16:creationId xmlns:a16="http://schemas.microsoft.com/office/drawing/2014/main" id="{D6D55D23-32FA-FDB3-BD24-F63A83216089}"/>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Inspections / Maintenance</a:t>
              </a:r>
            </a:p>
          </p:txBody>
        </p:sp>
      </p:grpSp>
      <p:pic>
        <p:nvPicPr>
          <p:cNvPr id="4" name="Picture 3">
            <a:extLst>
              <a:ext uri="{FF2B5EF4-FFF2-40B4-BE49-F238E27FC236}">
                <a16:creationId xmlns:a16="http://schemas.microsoft.com/office/drawing/2014/main" id="{B25E3FE8-EDD3-463B-0125-4B7EAD6019A3}"/>
              </a:ext>
            </a:extLst>
          </p:cNvPr>
          <p:cNvPicPr>
            <a:picLocks noChangeAspect="1"/>
          </p:cNvPicPr>
          <p:nvPr/>
        </p:nvPicPr>
        <p:blipFill>
          <a:blip r:embed="rId5"/>
          <a:stretch>
            <a:fillRect/>
          </a:stretch>
        </p:blipFill>
        <p:spPr>
          <a:xfrm>
            <a:off x="96278" y="3047257"/>
            <a:ext cx="1140495" cy="477570"/>
          </a:xfrm>
          <a:prstGeom prst="rect">
            <a:avLst/>
          </a:prstGeom>
        </p:spPr>
      </p:pic>
      <p:grpSp>
        <p:nvGrpSpPr>
          <p:cNvPr id="13" name="Group 12">
            <a:extLst>
              <a:ext uri="{FF2B5EF4-FFF2-40B4-BE49-F238E27FC236}">
                <a16:creationId xmlns:a16="http://schemas.microsoft.com/office/drawing/2014/main" id="{7B7948F0-95A5-AAA5-01C4-53423C118DE7}"/>
              </a:ext>
            </a:extLst>
          </p:cNvPr>
          <p:cNvGrpSpPr/>
          <p:nvPr/>
        </p:nvGrpSpPr>
        <p:grpSpPr>
          <a:xfrm>
            <a:off x="1153333" y="3066284"/>
            <a:ext cx="792088" cy="593933"/>
            <a:chOff x="1928666" y="4730820"/>
            <a:chExt cx="792088" cy="593933"/>
          </a:xfrm>
        </p:grpSpPr>
        <p:pic>
          <p:nvPicPr>
            <p:cNvPr id="14" name="Graphic 13" descr="Scroll outline">
              <a:extLst>
                <a:ext uri="{FF2B5EF4-FFF2-40B4-BE49-F238E27FC236}">
                  <a16:creationId xmlns:a16="http://schemas.microsoft.com/office/drawing/2014/main" id="{AE4BBFA4-5209-4B52-403B-E53FF1985E93}"/>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85925" y="4730820"/>
              <a:ext cx="477571" cy="477571"/>
            </a:xfrm>
            <a:prstGeom prst="rect">
              <a:avLst/>
            </a:prstGeom>
          </p:spPr>
        </p:pic>
        <p:sp>
          <p:nvSpPr>
            <p:cNvPr id="26" name="TextBox 25">
              <a:extLst>
                <a:ext uri="{FF2B5EF4-FFF2-40B4-BE49-F238E27FC236}">
                  <a16:creationId xmlns:a16="http://schemas.microsoft.com/office/drawing/2014/main" id="{0A0654D2-906A-228F-7BDF-4811F248F37D}"/>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NYTEK23</a:t>
              </a:r>
            </a:p>
          </p:txBody>
        </p:sp>
      </p:grpSp>
      <p:sp>
        <p:nvSpPr>
          <p:cNvPr id="55" name="Rectangle 54">
            <a:extLst>
              <a:ext uri="{FF2B5EF4-FFF2-40B4-BE49-F238E27FC236}">
                <a16:creationId xmlns:a16="http://schemas.microsoft.com/office/drawing/2014/main" id="{711971A0-F72B-ACE7-8D18-38D18FF0D2E3}"/>
              </a:ext>
            </a:extLst>
          </p:cNvPr>
          <p:cNvSpPr/>
          <p:nvPr/>
        </p:nvSpPr>
        <p:spPr>
          <a:xfrm>
            <a:off x="4403006" y="2057199"/>
            <a:ext cx="1099872"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Procedural Requirements</a:t>
            </a:r>
          </a:p>
        </p:txBody>
      </p:sp>
      <p:cxnSp>
        <p:nvCxnSpPr>
          <p:cNvPr id="72" name="Straight Arrow Connector 71">
            <a:extLst>
              <a:ext uri="{FF2B5EF4-FFF2-40B4-BE49-F238E27FC236}">
                <a16:creationId xmlns:a16="http://schemas.microsoft.com/office/drawing/2014/main" id="{04CFA3E3-EF9A-A589-8831-CDA5B9294EC0}"/>
              </a:ext>
            </a:extLst>
          </p:cNvPr>
          <p:cNvCxnSpPr/>
          <p:nvPr/>
        </p:nvCxnSpPr>
        <p:spPr>
          <a:xfrm flipV="1">
            <a:off x="1519807" y="2243884"/>
            <a:ext cx="628774" cy="69276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DCD47DAA-54A6-F8D7-602C-77576EAFDFB6}"/>
              </a:ext>
            </a:extLst>
          </p:cNvPr>
          <p:cNvSpPr/>
          <p:nvPr/>
        </p:nvSpPr>
        <p:spPr>
          <a:xfrm>
            <a:off x="6999355" y="1719816"/>
            <a:ext cx="1479568" cy="1967572"/>
          </a:xfrm>
          <a:prstGeom prst="rect">
            <a:avLst/>
          </a:prstGeom>
          <a:solidFill>
            <a:srgbClr val="2B6173"/>
          </a:solidFill>
          <a:ln w="9525">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900">
                <a:solidFill>
                  <a:schemeClr val="bg1"/>
                </a:solidFill>
              </a:rPr>
              <a:t>Evidence</a:t>
            </a:r>
          </a:p>
        </p:txBody>
      </p:sp>
      <p:sp>
        <p:nvSpPr>
          <p:cNvPr id="81" name="Rectangle 80">
            <a:extLst>
              <a:ext uri="{FF2B5EF4-FFF2-40B4-BE49-F238E27FC236}">
                <a16:creationId xmlns:a16="http://schemas.microsoft.com/office/drawing/2014/main" id="{88ABC47F-37B9-367F-4F3F-D03B68C4F819}"/>
              </a:ext>
            </a:extLst>
          </p:cNvPr>
          <p:cNvSpPr/>
          <p:nvPr/>
        </p:nvSpPr>
        <p:spPr>
          <a:xfrm>
            <a:off x="7189203" y="2014964"/>
            <a:ext cx="1099872"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Procedural Documentation</a:t>
            </a:r>
          </a:p>
        </p:txBody>
      </p:sp>
      <p:cxnSp>
        <p:nvCxnSpPr>
          <p:cNvPr id="85" name="Straight Arrow Connector 84">
            <a:extLst>
              <a:ext uri="{FF2B5EF4-FFF2-40B4-BE49-F238E27FC236}">
                <a16:creationId xmlns:a16="http://schemas.microsoft.com/office/drawing/2014/main" id="{2D32259B-B3EB-AFC7-1377-3A9158671245}"/>
              </a:ext>
            </a:extLst>
          </p:cNvPr>
          <p:cNvCxnSpPr>
            <a:cxnSpLocks/>
          </p:cNvCxnSpPr>
          <p:nvPr/>
        </p:nvCxnSpPr>
        <p:spPr>
          <a:xfrm flipH="1">
            <a:off x="8295305" y="1701112"/>
            <a:ext cx="861607" cy="641674"/>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0660C09F-925A-1527-A499-75B940DFFFCB}"/>
              </a:ext>
            </a:extLst>
          </p:cNvPr>
          <p:cNvGrpSpPr/>
          <p:nvPr/>
        </p:nvGrpSpPr>
        <p:grpSpPr>
          <a:xfrm>
            <a:off x="5961868" y="4781581"/>
            <a:ext cx="792088" cy="593933"/>
            <a:chOff x="9467132" y="1931973"/>
            <a:chExt cx="792088" cy="593933"/>
          </a:xfrm>
        </p:grpSpPr>
        <p:pic>
          <p:nvPicPr>
            <p:cNvPr id="18" name="Graphic 17" descr="Database outline">
              <a:extLst>
                <a:ext uri="{FF2B5EF4-FFF2-40B4-BE49-F238E27FC236}">
                  <a16:creationId xmlns:a16="http://schemas.microsoft.com/office/drawing/2014/main" id="{BD28BC60-E7FA-296B-EB5B-E6E6FE3372A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624391" y="1931973"/>
              <a:ext cx="477571" cy="477571"/>
            </a:xfrm>
            <a:prstGeom prst="rect">
              <a:avLst/>
            </a:prstGeom>
          </p:spPr>
        </p:pic>
        <p:sp>
          <p:nvSpPr>
            <p:cNvPr id="19" name="TextBox 18">
              <a:extLst>
                <a:ext uri="{FF2B5EF4-FFF2-40B4-BE49-F238E27FC236}">
                  <a16:creationId xmlns:a16="http://schemas.microsoft.com/office/drawing/2014/main" id="{686911C7-AD67-4BDA-EF3B-643F097CC981}"/>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89" name="Group 88">
            <a:extLst>
              <a:ext uri="{FF2B5EF4-FFF2-40B4-BE49-F238E27FC236}">
                <a16:creationId xmlns:a16="http://schemas.microsoft.com/office/drawing/2014/main" id="{D820F6CF-B327-7F3D-634A-355D01ED8943}"/>
              </a:ext>
            </a:extLst>
          </p:cNvPr>
          <p:cNvGrpSpPr/>
          <p:nvPr/>
        </p:nvGrpSpPr>
        <p:grpSpPr>
          <a:xfrm>
            <a:off x="5476088" y="5427441"/>
            <a:ext cx="1732165" cy="450732"/>
            <a:chOff x="3650348" y="5867518"/>
            <a:chExt cx="1732165" cy="450732"/>
          </a:xfrm>
        </p:grpSpPr>
        <p:pic>
          <p:nvPicPr>
            <p:cNvPr id="1026" name="Picture 2">
              <a:extLst>
                <a:ext uri="{FF2B5EF4-FFF2-40B4-BE49-F238E27FC236}">
                  <a16:creationId xmlns:a16="http://schemas.microsoft.com/office/drawing/2014/main" id="{B32B11E6-BCF8-3CCA-F5EE-ECF91C30439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50348" y="5949223"/>
              <a:ext cx="797273" cy="321900"/>
            </a:xfrm>
            <a:prstGeom prst="rect">
              <a:avLst/>
            </a:prstGeom>
            <a:noFill/>
            <a:effectLst>
              <a:reflection blurRad="6350" stA="50000" endA="300" endPos="55500" dist="50800" dir="5400000" sy="-100000" algn="bl" rotWithShape="0"/>
            </a:effectLst>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F4366C65-221B-3CE0-3144-24054488F21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93158" y="5867518"/>
              <a:ext cx="689355" cy="4507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17" name="Group 2216">
            <a:extLst>
              <a:ext uri="{FF2B5EF4-FFF2-40B4-BE49-F238E27FC236}">
                <a16:creationId xmlns:a16="http://schemas.microsoft.com/office/drawing/2014/main" id="{D97BD059-7C55-79AC-FBBE-92BA2BAFC56B}"/>
              </a:ext>
            </a:extLst>
          </p:cNvPr>
          <p:cNvGrpSpPr/>
          <p:nvPr/>
        </p:nvGrpSpPr>
        <p:grpSpPr>
          <a:xfrm>
            <a:off x="5979472" y="6096143"/>
            <a:ext cx="864718" cy="483417"/>
            <a:chOff x="5979472" y="6096143"/>
            <a:chExt cx="864718" cy="483417"/>
          </a:xfrm>
        </p:grpSpPr>
        <p:pic>
          <p:nvPicPr>
            <p:cNvPr id="2216" name="Picture 2215">
              <a:extLst>
                <a:ext uri="{FF2B5EF4-FFF2-40B4-BE49-F238E27FC236}">
                  <a16:creationId xmlns:a16="http://schemas.microsoft.com/office/drawing/2014/main" id="{E2AD6B4C-7B3C-5814-1B88-F3685A62B238}"/>
                </a:ext>
              </a:extLst>
            </p:cNvPr>
            <p:cNvPicPr>
              <a:picLocks noChangeAspect="1"/>
            </p:cNvPicPr>
            <p:nvPr/>
          </p:nvPicPr>
          <p:blipFill>
            <a:blip r:embed="rId10"/>
            <a:stretch>
              <a:fillRect/>
            </a:stretch>
          </p:blipFill>
          <p:spPr>
            <a:xfrm>
              <a:off x="6064845" y="6096143"/>
              <a:ext cx="689355" cy="303943"/>
            </a:xfrm>
            <a:prstGeom prst="rect">
              <a:avLst/>
            </a:prstGeom>
          </p:spPr>
        </p:pic>
        <p:grpSp>
          <p:nvGrpSpPr>
            <p:cNvPr id="91" name="Group 90">
              <a:extLst>
                <a:ext uri="{FF2B5EF4-FFF2-40B4-BE49-F238E27FC236}">
                  <a16:creationId xmlns:a16="http://schemas.microsoft.com/office/drawing/2014/main" id="{CBD03E09-4980-879A-7D52-46845135EDA7}"/>
                </a:ext>
              </a:extLst>
            </p:cNvPr>
            <p:cNvGrpSpPr/>
            <p:nvPr/>
          </p:nvGrpSpPr>
          <p:grpSpPr>
            <a:xfrm>
              <a:off x="5979472" y="6149630"/>
              <a:ext cx="864718" cy="429930"/>
              <a:chOff x="6347370" y="2015210"/>
              <a:chExt cx="864718" cy="429930"/>
            </a:xfrm>
          </p:grpSpPr>
          <p:grpSp>
            <p:nvGrpSpPr>
              <p:cNvPr id="92" name="Group 91">
                <a:extLst>
                  <a:ext uri="{FF2B5EF4-FFF2-40B4-BE49-F238E27FC236}">
                    <a16:creationId xmlns:a16="http://schemas.microsoft.com/office/drawing/2014/main" id="{63D66F9A-C94B-E717-2472-71719A6EF900}"/>
                  </a:ext>
                </a:extLst>
              </p:cNvPr>
              <p:cNvGrpSpPr/>
              <p:nvPr/>
            </p:nvGrpSpPr>
            <p:grpSpPr>
              <a:xfrm>
                <a:off x="6584648" y="2015210"/>
                <a:ext cx="364212" cy="196924"/>
                <a:chOff x="4930919" y="984637"/>
                <a:chExt cx="1007357" cy="517279"/>
              </a:xfrm>
            </p:grpSpPr>
            <p:grpSp>
              <p:nvGrpSpPr>
                <p:cNvPr id="94" name="Group 93">
                  <a:extLst>
                    <a:ext uri="{FF2B5EF4-FFF2-40B4-BE49-F238E27FC236}">
                      <a16:creationId xmlns:a16="http://schemas.microsoft.com/office/drawing/2014/main" id="{29E79A23-ABDA-7F3E-4F89-A3D4BEB1B355}"/>
                    </a:ext>
                  </a:extLst>
                </p:cNvPr>
                <p:cNvGrpSpPr/>
                <p:nvPr/>
              </p:nvGrpSpPr>
              <p:grpSpPr>
                <a:xfrm>
                  <a:off x="4976638" y="984637"/>
                  <a:ext cx="961638" cy="517279"/>
                  <a:chOff x="4913285" y="3828720"/>
                  <a:chExt cx="1099281" cy="605069"/>
                </a:xfrm>
              </p:grpSpPr>
              <p:grpSp>
                <p:nvGrpSpPr>
                  <p:cNvPr id="2049" name="Gruppe 39">
                    <a:extLst>
                      <a:ext uri="{FF2B5EF4-FFF2-40B4-BE49-F238E27FC236}">
                        <a16:creationId xmlns:a16="http://schemas.microsoft.com/office/drawing/2014/main" id="{712FF745-2F2C-84AE-26CD-914E918DCE48}"/>
                      </a:ext>
                    </a:extLst>
                  </p:cNvPr>
                  <p:cNvGrpSpPr/>
                  <p:nvPr/>
                </p:nvGrpSpPr>
                <p:grpSpPr>
                  <a:xfrm>
                    <a:off x="4913285" y="3828720"/>
                    <a:ext cx="555036" cy="200839"/>
                    <a:chOff x="635432" y="2793649"/>
                    <a:chExt cx="5479322" cy="1638582"/>
                  </a:xfrm>
                </p:grpSpPr>
                <p:sp>
                  <p:nvSpPr>
                    <p:cNvPr id="1032" name="Ellipse 40">
                      <a:extLst>
                        <a:ext uri="{FF2B5EF4-FFF2-40B4-BE49-F238E27FC236}">
                          <a16:creationId xmlns:a16="http://schemas.microsoft.com/office/drawing/2014/main" id="{B22C17B5-1E17-84B1-C9E4-945761ACA336}"/>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1033" name="Ellipse 41">
                      <a:extLst>
                        <a:ext uri="{FF2B5EF4-FFF2-40B4-BE49-F238E27FC236}">
                          <a16:creationId xmlns:a16="http://schemas.microsoft.com/office/drawing/2014/main" id="{7B722993-3FF1-FAC5-881E-F0FA831310C4}"/>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1034" name="Rett linje 42">
                      <a:extLst>
                        <a:ext uri="{FF2B5EF4-FFF2-40B4-BE49-F238E27FC236}">
                          <a16:creationId xmlns:a16="http://schemas.microsoft.com/office/drawing/2014/main" id="{FD24CC50-623F-0931-5C41-A4FFF6190A6E}"/>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5" name="Rett linje 43">
                      <a:extLst>
                        <a:ext uri="{FF2B5EF4-FFF2-40B4-BE49-F238E27FC236}">
                          <a16:creationId xmlns:a16="http://schemas.microsoft.com/office/drawing/2014/main" id="{42F4BE4F-21AF-6E13-2F95-9C724D6D03AD}"/>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6" name="Rett linje 44">
                      <a:extLst>
                        <a:ext uri="{FF2B5EF4-FFF2-40B4-BE49-F238E27FC236}">
                          <a16:creationId xmlns:a16="http://schemas.microsoft.com/office/drawing/2014/main" id="{174A3014-EF2C-F267-343C-DB2B43D27734}"/>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7" name="Rett linje 45">
                      <a:extLst>
                        <a:ext uri="{FF2B5EF4-FFF2-40B4-BE49-F238E27FC236}">
                          <a16:creationId xmlns:a16="http://schemas.microsoft.com/office/drawing/2014/main" id="{F2D079C8-E27C-0DBF-CFC4-C2F5BBD151D0}"/>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8" name="Rett linje 46">
                      <a:extLst>
                        <a:ext uri="{FF2B5EF4-FFF2-40B4-BE49-F238E27FC236}">
                          <a16:creationId xmlns:a16="http://schemas.microsoft.com/office/drawing/2014/main" id="{8A2740A5-AB60-AC60-4773-E903500B518C}"/>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9" name="Rett linje 47">
                      <a:extLst>
                        <a:ext uri="{FF2B5EF4-FFF2-40B4-BE49-F238E27FC236}">
                          <a16:creationId xmlns:a16="http://schemas.microsoft.com/office/drawing/2014/main" id="{88995325-1E53-0CE6-AC40-ECE77B59E046}"/>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0" name="Rett linje 48">
                      <a:extLst>
                        <a:ext uri="{FF2B5EF4-FFF2-40B4-BE49-F238E27FC236}">
                          <a16:creationId xmlns:a16="http://schemas.microsoft.com/office/drawing/2014/main" id="{A7401C8D-1C32-5EB6-77BC-412BA3983557}"/>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1" name="Rett linje 49">
                      <a:extLst>
                        <a:ext uri="{FF2B5EF4-FFF2-40B4-BE49-F238E27FC236}">
                          <a16:creationId xmlns:a16="http://schemas.microsoft.com/office/drawing/2014/main" id="{919E4187-610A-A850-B0AF-9974BAD7542D}"/>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2" name="Rett linje 50">
                      <a:extLst>
                        <a:ext uri="{FF2B5EF4-FFF2-40B4-BE49-F238E27FC236}">
                          <a16:creationId xmlns:a16="http://schemas.microsoft.com/office/drawing/2014/main" id="{AD199B4F-6CBC-C2C6-47C1-99F5A2AB619A}"/>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3" name="Rett linje 51">
                      <a:extLst>
                        <a:ext uri="{FF2B5EF4-FFF2-40B4-BE49-F238E27FC236}">
                          <a16:creationId xmlns:a16="http://schemas.microsoft.com/office/drawing/2014/main" id="{729ED5EB-EE64-105F-5B8B-351BB243070B}"/>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4" name="Rett linje 52">
                      <a:extLst>
                        <a:ext uri="{FF2B5EF4-FFF2-40B4-BE49-F238E27FC236}">
                          <a16:creationId xmlns:a16="http://schemas.microsoft.com/office/drawing/2014/main" id="{6A5EDCBF-2E47-522B-76EA-469A594A2B87}"/>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5" name="Rett linje 53">
                      <a:extLst>
                        <a:ext uri="{FF2B5EF4-FFF2-40B4-BE49-F238E27FC236}">
                          <a16:creationId xmlns:a16="http://schemas.microsoft.com/office/drawing/2014/main" id="{A300A1E7-A7A8-E5CE-A722-032F001F97CC}"/>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6" name="Rett linje 54">
                      <a:extLst>
                        <a:ext uri="{FF2B5EF4-FFF2-40B4-BE49-F238E27FC236}">
                          <a16:creationId xmlns:a16="http://schemas.microsoft.com/office/drawing/2014/main" id="{05654F9A-9D31-85D4-98C4-EFF29766CA18}"/>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7" name="Rett linje 55">
                      <a:extLst>
                        <a:ext uri="{FF2B5EF4-FFF2-40B4-BE49-F238E27FC236}">
                          <a16:creationId xmlns:a16="http://schemas.microsoft.com/office/drawing/2014/main" id="{99AC698A-97E2-A017-2D18-6B815E073EAA}"/>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8" name="Rett linje 56">
                      <a:extLst>
                        <a:ext uri="{FF2B5EF4-FFF2-40B4-BE49-F238E27FC236}">
                          <a16:creationId xmlns:a16="http://schemas.microsoft.com/office/drawing/2014/main" id="{75EDC71D-8AD5-15AF-CA73-12CB026644F4}"/>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9" name="Rett linje 57">
                      <a:extLst>
                        <a:ext uri="{FF2B5EF4-FFF2-40B4-BE49-F238E27FC236}">
                          <a16:creationId xmlns:a16="http://schemas.microsoft.com/office/drawing/2014/main" id="{E776CFFE-0A48-E76C-22C0-9C22CA3896DB}"/>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0" name="Rett linje 58">
                      <a:extLst>
                        <a:ext uri="{FF2B5EF4-FFF2-40B4-BE49-F238E27FC236}">
                          <a16:creationId xmlns:a16="http://schemas.microsoft.com/office/drawing/2014/main" id="{BC1A922F-BEAD-6C1D-A05C-E037989322CF}"/>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1" name="Rett linje 59">
                      <a:extLst>
                        <a:ext uri="{FF2B5EF4-FFF2-40B4-BE49-F238E27FC236}">
                          <a16:creationId xmlns:a16="http://schemas.microsoft.com/office/drawing/2014/main" id="{BB51749B-1CD4-0EF7-EF1D-A736B61C5246}"/>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2" name="Rett linje 60">
                      <a:extLst>
                        <a:ext uri="{FF2B5EF4-FFF2-40B4-BE49-F238E27FC236}">
                          <a16:creationId xmlns:a16="http://schemas.microsoft.com/office/drawing/2014/main" id="{6BCC3B25-489C-366D-36F3-70A2F40DF52F}"/>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3" name="Rett linje 61">
                      <a:extLst>
                        <a:ext uri="{FF2B5EF4-FFF2-40B4-BE49-F238E27FC236}">
                          <a16:creationId xmlns:a16="http://schemas.microsoft.com/office/drawing/2014/main" id="{C26D1C42-E67C-73AC-4E81-816479AFF958}"/>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4" name="Rett linje 62">
                      <a:extLst>
                        <a:ext uri="{FF2B5EF4-FFF2-40B4-BE49-F238E27FC236}">
                          <a16:creationId xmlns:a16="http://schemas.microsoft.com/office/drawing/2014/main" id="{103B603C-12F5-57DC-AB1B-0B18DA237545}"/>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5" name="Rett linje 63">
                      <a:extLst>
                        <a:ext uri="{FF2B5EF4-FFF2-40B4-BE49-F238E27FC236}">
                          <a16:creationId xmlns:a16="http://schemas.microsoft.com/office/drawing/2014/main" id="{6B5974E4-5690-7CB7-3F8D-A4F612523C05}"/>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0" name="Rett linje 64">
                      <a:extLst>
                        <a:ext uri="{FF2B5EF4-FFF2-40B4-BE49-F238E27FC236}">
                          <a16:creationId xmlns:a16="http://schemas.microsoft.com/office/drawing/2014/main" id="{C0317400-2BD7-BF5A-955E-EE4C4D21AD25}"/>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1" name="Rett linje 65">
                      <a:extLst>
                        <a:ext uri="{FF2B5EF4-FFF2-40B4-BE49-F238E27FC236}">
                          <a16:creationId xmlns:a16="http://schemas.microsoft.com/office/drawing/2014/main" id="{E489E12E-7802-3B5D-21B4-738A77442DA5}"/>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2" name="Rett linje 66">
                      <a:extLst>
                        <a:ext uri="{FF2B5EF4-FFF2-40B4-BE49-F238E27FC236}">
                          <a16:creationId xmlns:a16="http://schemas.microsoft.com/office/drawing/2014/main" id="{369F26F5-4DB9-CC73-9616-493A5A8B921D}"/>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3" name="Rett linje 67">
                      <a:extLst>
                        <a:ext uri="{FF2B5EF4-FFF2-40B4-BE49-F238E27FC236}">
                          <a16:creationId xmlns:a16="http://schemas.microsoft.com/office/drawing/2014/main" id="{73580A0D-B2E4-9476-C86E-52B0844A0DF2}"/>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4" name="Rett linje 68">
                      <a:extLst>
                        <a:ext uri="{FF2B5EF4-FFF2-40B4-BE49-F238E27FC236}">
                          <a16:creationId xmlns:a16="http://schemas.microsoft.com/office/drawing/2014/main" id="{46CE9CB2-0406-2256-19CE-6D9E1D6713CF}"/>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5" name="Rett linje 69">
                      <a:extLst>
                        <a:ext uri="{FF2B5EF4-FFF2-40B4-BE49-F238E27FC236}">
                          <a16:creationId xmlns:a16="http://schemas.microsoft.com/office/drawing/2014/main" id="{D9E77345-3706-7532-6326-CD4D2F7DECB5}"/>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6" name="Rett linje 70">
                      <a:extLst>
                        <a:ext uri="{FF2B5EF4-FFF2-40B4-BE49-F238E27FC236}">
                          <a16:creationId xmlns:a16="http://schemas.microsoft.com/office/drawing/2014/main" id="{638A09DD-837B-0624-16CC-2A0B09D9329E}"/>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7" name="Rett linje 71">
                      <a:extLst>
                        <a:ext uri="{FF2B5EF4-FFF2-40B4-BE49-F238E27FC236}">
                          <a16:creationId xmlns:a16="http://schemas.microsoft.com/office/drawing/2014/main" id="{193A1F74-3121-B8A6-CCE8-672971A1C339}"/>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8" name="Rett linje 72">
                      <a:extLst>
                        <a:ext uri="{FF2B5EF4-FFF2-40B4-BE49-F238E27FC236}">
                          <a16:creationId xmlns:a16="http://schemas.microsoft.com/office/drawing/2014/main" id="{EEDD6AEE-ECAE-246C-E41B-CAD76B4E3CCB}"/>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9" name="Rett linje 73">
                      <a:extLst>
                        <a:ext uri="{FF2B5EF4-FFF2-40B4-BE49-F238E27FC236}">
                          <a16:creationId xmlns:a16="http://schemas.microsoft.com/office/drawing/2014/main" id="{B22E66CF-AA56-C564-FDA8-D93B32EB468B}"/>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90" name="Rett linje 74">
                      <a:extLst>
                        <a:ext uri="{FF2B5EF4-FFF2-40B4-BE49-F238E27FC236}">
                          <a16:creationId xmlns:a16="http://schemas.microsoft.com/office/drawing/2014/main" id="{54441C77-8F51-FD20-FDE6-ABE4B97CD161}"/>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nvGrpSpPr>
                  <p:cNvPr id="2051" name="Gruppe 75">
                    <a:extLst>
                      <a:ext uri="{FF2B5EF4-FFF2-40B4-BE49-F238E27FC236}">
                        <a16:creationId xmlns:a16="http://schemas.microsoft.com/office/drawing/2014/main" id="{70CEF0A9-0C05-9A6F-427B-BF0BE4217D82}"/>
                      </a:ext>
                    </a:extLst>
                  </p:cNvPr>
                  <p:cNvGrpSpPr/>
                  <p:nvPr/>
                </p:nvGrpSpPr>
                <p:grpSpPr>
                  <a:xfrm>
                    <a:off x="4994568" y="4065428"/>
                    <a:ext cx="1017998" cy="368361"/>
                    <a:chOff x="635432" y="2793649"/>
                    <a:chExt cx="5479322" cy="1638582"/>
                  </a:xfrm>
                </p:grpSpPr>
                <p:sp>
                  <p:nvSpPr>
                    <p:cNvPr id="2052" name="Ellipse 76">
                      <a:extLst>
                        <a:ext uri="{FF2B5EF4-FFF2-40B4-BE49-F238E27FC236}">
                          <a16:creationId xmlns:a16="http://schemas.microsoft.com/office/drawing/2014/main" id="{333F7F9F-E12F-FE64-51A0-3FF888DF3FED}"/>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53" name="Ellipse 77">
                      <a:extLst>
                        <a:ext uri="{FF2B5EF4-FFF2-40B4-BE49-F238E27FC236}">
                          <a16:creationId xmlns:a16="http://schemas.microsoft.com/office/drawing/2014/main" id="{A578F9B5-B433-E825-98C0-4AC90823F78B}"/>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2054" name="Rett linje 78">
                      <a:extLst>
                        <a:ext uri="{FF2B5EF4-FFF2-40B4-BE49-F238E27FC236}">
                          <a16:creationId xmlns:a16="http://schemas.microsoft.com/office/drawing/2014/main" id="{EB3E19B6-D0F4-6142-0AAD-2B74A7507CCB}"/>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5" name="Rett linje 79">
                      <a:extLst>
                        <a:ext uri="{FF2B5EF4-FFF2-40B4-BE49-F238E27FC236}">
                          <a16:creationId xmlns:a16="http://schemas.microsoft.com/office/drawing/2014/main" id="{C606981D-DA5F-6EF4-E5BD-58A1797C2E08}"/>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6" name="Rett linje 80">
                      <a:extLst>
                        <a:ext uri="{FF2B5EF4-FFF2-40B4-BE49-F238E27FC236}">
                          <a16:creationId xmlns:a16="http://schemas.microsoft.com/office/drawing/2014/main" id="{ACB785DF-A11F-5659-71C4-1DDDC48C86DB}"/>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7" name="Rett linje 81">
                      <a:extLst>
                        <a:ext uri="{FF2B5EF4-FFF2-40B4-BE49-F238E27FC236}">
                          <a16:creationId xmlns:a16="http://schemas.microsoft.com/office/drawing/2014/main" id="{468403A9-A2A8-FF49-C597-2BDFFBC9A0B6}"/>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8" name="Rett linje 82">
                      <a:extLst>
                        <a:ext uri="{FF2B5EF4-FFF2-40B4-BE49-F238E27FC236}">
                          <a16:creationId xmlns:a16="http://schemas.microsoft.com/office/drawing/2014/main" id="{57107061-45D1-7630-E5B0-7C307B35559B}"/>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9" name="Rett linje 83">
                      <a:extLst>
                        <a:ext uri="{FF2B5EF4-FFF2-40B4-BE49-F238E27FC236}">
                          <a16:creationId xmlns:a16="http://schemas.microsoft.com/office/drawing/2014/main" id="{01BD73A2-F6FA-56C6-36BC-886AD41300E9}"/>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0" name="Rett linje 84">
                      <a:extLst>
                        <a:ext uri="{FF2B5EF4-FFF2-40B4-BE49-F238E27FC236}">
                          <a16:creationId xmlns:a16="http://schemas.microsoft.com/office/drawing/2014/main" id="{32B06D44-6536-DEF4-3064-6B9DCD95B470}"/>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1" name="Rett linje 85">
                      <a:extLst>
                        <a:ext uri="{FF2B5EF4-FFF2-40B4-BE49-F238E27FC236}">
                          <a16:creationId xmlns:a16="http://schemas.microsoft.com/office/drawing/2014/main" id="{B0238CBC-DA32-F06D-C800-BC2B3024F8D3}"/>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2" name="Rett linje 86">
                      <a:extLst>
                        <a:ext uri="{FF2B5EF4-FFF2-40B4-BE49-F238E27FC236}">
                          <a16:creationId xmlns:a16="http://schemas.microsoft.com/office/drawing/2014/main" id="{A8AB9C07-6EDA-8FE1-9763-746C0635FC9B}"/>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3" name="Rett linje 87">
                      <a:extLst>
                        <a:ext uri="{FF2B5EF4-FFF2-40B4-BE49-F238E27FC236}">
                          <a16:creationId xmlns:a16="http://schemas.microsoft.com/office/drawing/2014/main" id="{87231C3C-51F6-A281-91F0-A5174216DE51}"/>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4" name="Rett linje 88">
                      <a:extLst>
                        <a:ext uri="{FF2B5EF4-FFF2-40B4-BE49-F238E27FC236}">
                          <a16:creationId xmlns:a16="http://schemas.microsoft.com/office/drawing/2014/main" id="{E6D04913-DFDD-69B9-F88B-68F4169D742E}"/>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5" name="Rett linje 89">
                      <a:extLst>
                        <a:ext uri="{FF2B5EF4-FFF2-40B4-BE49-F238E27FC236}">
                          <a16:creationId xmlns:a16="http://schemas.microsoft.com/office/drawing/2014/main" id="{07E98154-6A79-752C-C964-5514C1BF7678}"/>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6" name="Rett linje 90">
                      <a:extLst>
                        <a:ext uri="{FF2B5EF4-FFF2-40B4-BE49-F238E27FC236}">
                          <a16:creationId xmlns:a16="http://schemas.microsoft.com/office/drawing/2014/main" id="{976913E7-73DC-C95C-EA83-E1DF1FF939BE}"/>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7" name="Rett linje 91">
                      <a:extLst>
                        <a:ext uri="{FF2B5EF4-FFF2-40B4-BE49-F238E27FC236}">
                          <a16:creationId xmlns:a16="http://schemas.microsoft.com/office/drawing/2014/main" id="{E421481B-611E-5B62-7DBD-5034864C27D1}"/>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8" name="Rett linje 92">
                      <a:extLst>
                        <a:ext uri="{FF2B5EF4-FFF2-40B4-BE49-F238E27FC236}">
                          <a16:creationId xmlns:a16="http://schemas.microsoft.com/office/drawing/2014/main" id="{04AED72E-4DAA-2EB7-6413-59CC0E9EE353}"/>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9" name="Rett linje 93">
                      <a:extLst>
                        <a:ext uri="{FF2B5EF4-FFF2-40B4-BE49-F238E27FC236}">
                          <a16:creationId xmlns:a16="http://schemas.microsoft.com/office/drawing/2014/main" id="{55AAC412-8368-3BE8-3BEC-0EFB89492CB5}"/>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0" name="Rett linje 94">
                      <a:extLst>
                        <a:ext uri="{FF2B5EF4-FFF2-40B4-BE49-F238E27FC236}">
                          <a16:creationId xmlns:a16="http://schemas.microsoft.com/office/drawing/2014/main" id="{DE9F13B1-30EB-7FEC-8227-C47939B3033C}"/>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1" name="Rett linje 95">
                      <a:extLst>
                        <a:ext uri="{FF2B5EF4-FFF2-40B4-BE49-F238E27FC236}">
                          <a16:creationId xmlns:a16="http://schemas.microsoft.com/office/drawing/2014/main" id="{F5F5C8C7-6C20-22EE-890F-0753C0791B67}"/>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2" name="Rett linje 96">
                      <a:extLst>
                        <a:ext uri="{FF2B5EF4-FFF2-40B4-BE49-F238E27FC236}">
                          <a16:creationId xmlns:a16="http://schemas.microsoft.com/office/drawing/2014/main" id="{53C8E82F-5F30-F605-6C45-2BB27D0FD1D9}"/>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3" name="Rett linje 97">
                      <a:extLst>
                        <a:ext uri="{FF2B5EF4-FFF2-40B4-BE49-F238E27FC236}">
                          <a16:creationId xmlns:a16="http://schemas.microsoft.com/office/drawing/2014/main" id="{AF43EA1E-3B47-052D-E68D-7FE13DD4E54D}"/>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4" name="Rett linje 98">
                      <a:extLst>
                        <a:ext uri="{FF2B5EF4-FFF2-40B4-BE49-F238E27FC236}">
                          <a16:creationId xmlns:a16="http://schemas.microsoft.com/office/drawing/2014/main" id="{77270776-7A99-145B-246C-AEC38B4FE961}"/>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5" name="Rett linje 99">
                      <a:extLst>
                        <a:ext uri="{FF2B5EF4-FFF2-40B4-BE49-F238E27FC236}">
                          <a16:creationId xmlns:a16="http://schemas.microsoft.com/office/drawing/2014/main" id="{9E96CA60-5F69-A526-3059-DFDAF4C459C2}"/>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6" name="Rett linje 100">
                      <a:extLst>
                        <a:ext uri="{FF2B5EF4-FFF2-40B4-BE49-F238E27FC236}">
                          <a16:creationId xmlns:a16="http://schemas.microsoft.com/office/drawing/2014/main" id="{262B339C-8915-3662-D9FB-9CB1B960BECC}"/>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7" name="Rett linje 101">
                      <a:extLst>
                        <a:ext uri="{FF2B5EF4-FFF2-40B4-BE49-F238E27FC236}">
                          <a16:creationId xmlns:a16="http://schemas.microsoft.com/office/drawing/2014/main" id="{DB885858-852B-DE37-6F94-6C28790AAC89}"/>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8" name="Rett linje 102">
                      <a:extLst>
                        <a:ext uri="{FF2B5EF4-FFF2-40B4-BE49-F238E27FC236}">
                          <a16:creationId xmlns:a16="http://schemas.microsoft.com/office/drawing/2014/main" id="{99C97FC4-D7FD-6E1B-D35F-B02D7AC44582}"/>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9" name="Rett linje 103">
                      <a:extLst>
                        <a:ext uri="{FF2B5EF4-FFF2-40B4-BE49-F238E27FC236}">
                          <a16:creationId xmlns:a16="http://schemas.microsoft.com/office/drawing/2014/main" id="{F19A834B-B165-9960-1B96-B8643CB36470}"/>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4" name="Rett linje 104">
                      <a:extLst>
                        <a:ext uri="{FF2B5EF4-FFF2-40B4-BE49-F238E27FC236}">
                          <a16:creationId xmlns:a16="http://schemas.microsoft.com/office/drawing/2014/main" id="{89E9B1BC-F2D2-6ADE-0980-D70B76C58900}"/>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5" name="Rett linje 105">
                      <a:extLst>
                        <a:ext uri="{FF2B5EF4-FFF2-40B4-BE49-F238E27FC236}">
                          <a16:creationId xmlns:a16="http://schemas.microsoft.com/office/drawing/2014/main" id="{2980B589-C270-169F-CB31-6AE06357754F}"/>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7" name="Rett linje 106">
                      <a:extLst>
                        <a:ext uri="{FF2B5EF4-FFF2-40B4-BE49-F238E27FC236}">
                          <a16:creationId xmlns:a16="http://schemas.microsoft.com/office/drawing/2014/main" id="{5B56B3F7-6A34-2768-04CA-6A54682BD4B1}"/>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8" name="Rett linje 107">
                      <a:extLst>
                        <a:ext uri="{FF2B5EF4-FFF2-40B4-BE49-F238E27FC236}">
                          <a16:creationId xmlns:a16="http://schemas.microsoft.com/office/drawing/2014/main" id="{7EC45A18-BC0C-BCBE-4306-B5821A2EC3D3}"/>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9" name="Rett linje 108">
                      <a:extLst>
                        <a:ext uri="{FF2B5EF4-FFF2-40B4-BE49-F238E27FC236}">
                          <a16:creationId xmlns:a16="http://schemas.microsoft.com/office/drawing/2014/main" id="{0A592A5C-B28B-E8AA-32B2-0C72BCC25710}"/>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0" name="Rett linje 109">
                      <a:extLst>
                        <a:ext uri="{FF2B5EF4-FFF2-40B4-BE49-F238E27FC236}">
                          <a16:creationId xmlns:a16="http://schemas.microsoft.com/office/drawing/2014/main" id="{FE399B74-56BD-3F83-EC60-45BF1E1F365A}"/>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1" name="Rett linje 110">
                      <a:extLst>
                        <a:ext uri="{FF2B5EF4-FFF2-40B4-BE49-F238E27FC236}">
                          <a16:creationId xmlns:a16="http://schemas.microsoft.com/office/drawing/2014/main" id="{38308BF0-42EE-3B2C-9316-E2D1C1D4C271}"/>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sp>
              <p:nvSpPr>
                <p:cNvPr id="95" name="Oval 94">
                  <a:extLst>
                    <a:ext uri="{FF2B5EF4-FFF2-40B4-BE49-F238E27FC236}">
                      <a16:creationId xmlns:a16="http://schemas.microsoft.com/office/drawing/2014/main" id="{7FED50FA-0D40-D69F-AEC7-A0BA63C85B2F}"/>
                    </a:ext>
                  </a:extLst>
                </p:cNvPr>
                <p:cNvSpPr/>
                <p:nvPr/>
              </p:nvSpPr>
              <p:spPr>
                <a:xfrm>
                  <a:off x="5598579" y="1046867"/>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48" name="Oval 2047">
                  <a:extLst>
                    <a:ext uri="{FF2B5EF4-FFF2-40B4-BE49-F238E27FC236}">
                      <a16:creationId xmlns:a16="http://schemas.microsoft.com/office/drawing/2014/main" id="{605CE215-D47D-4F61-F391-3BEC7F1E46B7}"/>
                    </a:ext>
                  </a:extLst>
                </p:cNvPr>
                <p:cNvSpPr/>
                <p:nvPr/>
              </p:nvSpPr>
              <p:spPr>
                <a:xfrm>
                  <a:off x="4930919" y="1261754"/>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grpSp>
          <p:sp>
            <p:nvSpPr>
              <p:cNvPr id="93" name="TextBox 92">
                <a:extLst>
                  <a:ext uri="{FF2B5EF4-FFF2-40B4-BE49-F238E27FC236}">
                    <a16:creationId xmlns:a16="http://schemas.microsoft.com/office/drawing/2014/main" id="{1B752D4D-6243-8086-1F89-F30CD56956E4}"/>
                  </a:ext>
                </a:extLst>
              </p:cNvPr>
              <p:cNvSpPr txBox="1"/>
              <p:nvPr/>
            </p:nvSpPr>
            <p:spPr>
              <a:xfrm>
                <a:off x="6347370" y="2322029"/>
                <a:ext cx="864718" cy="123111"/>
              </a:xfrm>
              <a:prstGeom prst="rect">
                <a:avLst/>
              </a:prstGeom>
              <a:noFill/>
            </p:spPr>
            <p:txBody>
              <a:bodyPr wrap="square" lIns="0" tIns="0" rIns="0" bIns="0" rtlCol="0">
                <a:spAutoFit/>
              </a:bodyPr>
              <a:lstStyle/>
              <a:p>
                <a:pPr algn="ctr">
                  <a:lnSpc>
                    <a:spcPct val="100000"/>
                  </a:lnSpc>
                  <a:spcBef>
                    <a:spcPts val="600"/>
                  </a:spcBef>
                </a:pPr>
                <a:r>
                  <a:rPr lang="en-GB" sz="800">
                    <a:solidFill>
                      <a:srgbClr val="0F204B"/>
                    </a:solidFill>
                    <a:latin typeface="+mj-lt"/>
                  </a:rPr>
                  <a:t>Aquaculture Site</a:t>
                </a:r>
              </a:p>
            </p:txBody>
          </p:sp>
        </p:grpSp>
      </p:grpSp>
      <p:cxnSp>
        <p:nvCxnSpPr>
          <p:cNvPr id="2105" name="Straight Arrow Connector 2104">
            <a:extLst>
              <a:ext uri="{FF2B5EF4-FFF2-40B4-BE49-F238E27FC236}">
                <a16:creationId xmlns:a16="http://schemas.microsoft.com/office/drawing/2014/main" id="{346F8F74-98DC-30AD-E36B-436E6616454E}"/>
              </a:ext>
            </a:extLst>
          </p:cNvPr>
          <p:cNvCxnSpPr>
            <a:cxnSpLocks/>
          </p:cNvCxnSpPr>
          <p:nvPr/>
        </p:nvCxnSpPr>
        <p:spPr>
          <a:xfrm flipV="1">
            <a:off x="6351562" y="2385022"/>
            <a:ext cx="0" cy="113360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07" name="Group 2106">
            <a:extLst>
              <a:ext uri="{FF2B5EF4-FFF2-40B4-BE49-F238E27FC236}">
                <a16:creationId xmlns:a16="http://schemas.microsoft.com/office/drawing/2014/main" id="{79D00C65-072A-F1E1-5110-FAFD99C2733A}"/>
              </a:ext>
            </a:extLst>
          </p:cNvPr>
          <p:cNvGrpSpPr/>
          <p:nvPr/>
        </p:nvGrpSpPr>
        <p:grpSpPr>
          <a:xfrm>
            <a:off x="9103479" y="1353370"/>
            <a:ext cx="792088" cy="870932"/>
            <a:chOff x="1928666" y="4730820"/>
            <a:chExt cx="792088" cy="870932"/>
          </a:xfrm>
        </p:grpSpPr>
        <p:pic>
          <p:nvPicPr>
            <p:cNvPr id="2108" name="Graphic 2107" descr="Laptop outline">
              <a:extLst>
                <a:ext uri="{FF2B5EF4-FFF2-40B4-BE49-F238E27FC236}">
                  <a16:creationId xmlns:a16="http://schemas.microsoft.com/office/drawing/2014/main" id="{BE0149B5-0A79-1573-B7B0-B36EF6170A08}"/>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2085925" y="4730820"/>
              <a:ext cx="477571" cy="477571"/>
            </a:xfrm>
            <a:prstGeom prst="rect">
              <a:avLst/>
            </a:prstGeom>
          </p:spPr>
        </p:pic>
        <p:sp>
          <p:nvSpPr>
            <p:cNvPr id="2109" name="TextBox 2108">
              <a:extLst>
                <a:ext uri="{FF2B5EF4-FFF2-40B4-BE49-F238E27FC236}">
                  <a16:creationId xmlns:a16="http://schemas.microsoft.com/office/drawing/2014/main" id="{6AD531DB-18CC-D0FE-32A0-2C86825B1394}"/>
                </a:ext>
              </a:extLst>
            </p:cNvPr>
            <p:cNvSpPr txBox="1"/>
            <p:nvPr/>
          </p:nvSpPr>
          <p:spPr>
            <a:xfrm>
              <a:off x="1928666" y="5186254"/>
              <a:ext cx="792088" cy="415498"/>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Smarter Compliance Front-end</a:t>
              </a:r>
            </a:p>
          </p:txBody>
        </p:sp>
      </p:grpSp>
      <p:cxnSp>
        <p:nvCxnSpPr>
          <p:cNvPr id="2110" name="Straight Arrow Connector 2109">
            <a:extLst>
              <a:ext uri="{FF2B5EF4-FFF2-40B4-BE49-F238E27FC236}">
                <a16:creationId xmlns:a16="http://schemas.microsoft.com/office/drawing/2014/main" id="{5FCA34BB-8712-EE30-8451-3B01D22A7F36}"/>
              </a:ext>
            </a:extLst>
          </p:cNvPr>
          <p:cNvCxnSpPr>
            <a:cxnSpLocks/>
          </p:cNvCxnSpPr>
          <p:nvPr/>
        </p:nvCxnSpPr>
        <p:spPr>
          <a:xfrm flipH="1">
            <a:off x="9895567" y="1683070"/>
            <a:ext cx="857977"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16" name="Group 2115">
            <a:extLst>
              <a:ext uri="{FF2B5EF4-FFF2-40B4-BE49-F238E27FC236}">
                <a16:creationId xmlns:a16="http://schemas.microsoft.com/office/drawing/2014/main" id="{923F1C6A-1338-E6CB-5F34-51BC72B5ABAD}"/>
              </a:ext>
            </a:extLst>
          </p:cNvPr>
          <p:cNvGrpSpPr/>
          <p:nvPr/>
        </p:nvGrpSpPr>
        <p:grpSpPr>
          <a:xfrm>
            <a:off x="5957345" y="3566287"/>
            <a:ext cx="792088" cy="593933"/>
            <a:chOff x="1928666" y="4730820"/>
            <a:chExt cx="792088" cy="593933"/>
          </a:xfrm>
        </p:grpSpPr>
        <p:pic>
          <p:nvPicPr>
            <p:cNvPr id="2117" name="Graphic 2116" descr="Connected outline">
              <a:extLst>
                <a:ext uri="{FF2B5EF4-FFF2-40B4-BE49-F238E27FC236}">
                  <a16:creationId xmlns:a16="http://schemas.microsoft.com/office/drawing/2014/main" id="{5AD832D7-CE39-453E-029A-674AC84782A9}"/>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085925" y="4730820"/>
              <a:ext cx="477571" cy="477571"/>
            </a:xfrm>
            <a:prstGeom prst="rect">
              <a:avLst/>
            </a:prstGeom>
          </p:spPr>
        </p:pic>
        <p:sp>
          <p:nvSpPr>
            <p:cNvPr id="2118" name="TextBox 2117">
              <a:extLst>
                <a:ext uri="{FF2B5EF4-FFF2-40B4-BE49-F238E27FC236}">
                  <a16:creationId xmlns:a16="http://schemas.microsoft.com/office/drawing/2014/main" id="{B435FECB-0D7C-1701-05DE-F025EDD5F6AB}"/>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cxnSp>
        <p:nvCxnSpPr>
          <p:cNvPr id="2119" name="Straight Arrow Connector 2118">
            <a:extLst>
              <a:ext uri="{FF2B5EF4-FFF2-40B4-BE49-F238E27FC236}">
                <a16:creationId xmlns:a16="http://schemas.microsoft.com/office/drawing/2014/main" id="{84021DDF-C830-2278-6790-78404A19A915}"/>
              </a:ext>
            </a:extLst>
          </p:cNvPr>
          <p:cNvCxnSpPr>
            <a:cxnSpLocks/>
          </p:cNvCxnSpPr>
          <p:nvPr/>
        </p:nvCxnSpPr>
        <p:spPr>
          <a:xfrm flipV="1">
            <a:off x="6351562" y="4251055"/>
            <a:ext cx="0" cy="530526"/>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128" name="Rectangle: Rounded Corners 2127">
            <a:extLst>
              <a:ext uri="{FF2B5EF4-FFF2-40B4-BE49-F238E27FC236}">
                <a16:creationId xmlns:a16="http://schemas.microsoft.com/office/drawing/2014/main" id="{58EC42CA-38F3-2B49-47B4-4B02F8C5F88E}"/>
              </a:ext>
            </a:extLst>
          </p:cNvPr>
          <p:cNvSpPr/>
          <p:nvPr/>
        </p:nvSpPr>
        <p:spPr>
          <a:xfrm>
            <a:off x="4000500" y="1266829"/>
            <a:ext cx="4730674" cy="3206150"/>
          </a:xfrm>
          <a:prstGeom prst="roundRect">
            <a:avLst>
              <a:gd name="adj" fmla="val 3917"/>
            </a:avLst>
          </a:prstGeom>
          <a:noFill/>
          <a:ln w="9525">
            <a:solidFill>
              <a:srgbClr val="0F204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1400">
                <a:solidFill>
                  <a:srgbClr val="0F204B"/>
                </a:solidFill>
              </a:rPr>
              <a:t>Compliance Asset Model </a:t>
            </a:r>
          </a:p>
        </p:txBody>
      </p:sp>
      <p:sp>
        <p:nvSpPr>
          <p:cNvPr id="2130" name="TextBox 2129">
            <a:extLst>
              <a:ext uri="{FF2B5EF4-FFF2-40B4-BE49-F238E27FC236}">
                <a16:creationId xmlns:a16="http://schemas.microsoft.com/office/drawing/2014/main" id="{C19ED573-B1D0-BE9C-69EE-8D8CCC8858CF}"/>
              </a:ext>
            </a:extLst>
          </p:cNvPr>
          <p:cNvSpPr txBox="1"/>
          <p:nvPr/>
        </p:nvSpPr>
        <p:spPr>
          <a:xfrm>
            <a:off x="6271795" y="456709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B</a:t>
            </a:r>
          </a:p>
        </p:txBody>
      </p:sp>
      <p:sp>
        <p:nvSpPr>
          <p:cNvPr id="2133" name="TextBox 2132">
            <a:extLst>
              <a:ext uri="{FF2B5EF4-FFF2-40B4-BE49-F238E27FC236}">
                <a16:creationId xmlns:a16="http://schemas.microsoft.com/office/drawing/2014/main" id="{1B47D0A4-07A7-E2ED-B18F-1D0BC14AF936}"/>
              </a:ext>
            </a:extLst>
          </p:cNvPr>
          <p:cNvSpPr txBox="1"/>
          <p:nvPr/>
        </p:nvSpPr>
        <p:spPr>
          <a:xfrm>
            <a:off x="8742723" y="1923958"/>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a:t>
            </a:r>
          </a:p>
        </p:txBody>
      </p:sp>
      <p:cxnSp>
        <p:nvCxnSpPr>
          <p:cNvPr id="28" name="Straight Arrow Connector 27">
            <a:extLst>
              <a:ext uri="{FF2B5EF4-FFF2-40B4-BE49-F238E27FC236}">
                <a16:creationId xmlns:a16="http://schemas.microsoft.com/office/drawing/2014/main" id="{DE45A108-EC53-2B7C-428F-8823E84797AB}"/>
              </a:ext>
            </a:extLst>
          </p:cNvPr>
          <p:cNvCxnSpPr>
            <a:cxnSpLocks/>
            <a:endCxn id="81" idx="1"/>
          </p:cNvCxnSpPr>
          <p:nvPr/>
        </p:nvCxnSpPr>
        <p:spPr>
          <a:xfrm>
            <a:off x="5502878" y="2342786"/>
            <a:ext cx="1686325" cy="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84195D91-451E-2517-1BF5-2D812637B35C}"/>
              </a:ext>
            </a:extLst>
          </p:cNvPr>
          <p:cNvGrpSpPr/>
          <p:nvPr/>
        </p:nvGrpSpPr>
        <p:grpSpPr>
          <a:xfrm>
            <a:off x="7602654" y="5140952"/>
            <a:ext cx="792088" cy="732433"/>
            <a:chOff x="7702986" y="4421064"/>
            <a:chExt cx="792088" cy="732433"/>
          </a:xfrm>
        </p:grpSpPr>
        <p:pic>
          <p:nvPicPr>
            <p:cNvPr id="5" name="Graphic 4" descr="Robot Hand outline">
              <a:extLst>
                <a:ext uri="{FF2B5EF4-FFF2-40B4-BE49-F238E27FC236}">
                  <a16:creationId xmlns:a16="http://schemas.microsoft.com/office/drawing/2014/main" id="{9C03B598-7720-350A-AB4A-7A3AB99F44AC}"/>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7860245" y="4421064"/>
              <a:ext cx="477571" cy="477571"/>
            </a:xfrm>
            <a:prstGeom prst="rect">
              <a:avLst/>
            </a:prstGeom>
          </p:spPr>
        </p:pic>
        <p:sp>
          <p:nvSpPr>
            <p:cNvPr id="7" name="TextBox 6">
              <a:extLst>
                <a:ext uri="{FF2B5EF4-FFF2-40B4-BE49-F238E27FC236}">
                  <a16:creationId xmlns:a16="http://schemas.microsoft.com/office/drawing/2014/main" id="{95D6FE2E-9CC8-BFAB-262E-5563F101F472}"/>
                </a:ext>
              </a:extLst>
            </p:cNvPr>
            <p:cNvSpPr txBox="1"/>
            <p:nvPr/>
          </p:nvSpPr>
          <p:spPr>
            <a:xfrm>
              <a:off x="7702986" y="4876498"/>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Deployment report</a:t>
              </a:r>
            </a:p>
          </p:txBody>
        </p:sp>
      </p:grpSp>
      <p:cxnSp>
        <p:nvCxnSpPr>
          <p:cNvPr id="10" name="Straight Arrow Connector 9">
            <a:extLst>
              <a:ext uri="{FF2B5EF4-FFF2-40B4-BE49-F238E27FC236}">
                <a16:creationId xmlns:a16="http://schemas.microsoft.com/office/drawing/2014/main" id="{F0CA715F-E45E-F7FB-BBEE-CC24A7CD2AE0}"/>
              </a:ext>
            </a:extLst>
          </p:cNvPr>
          <p:cNvCxnSpPr>
            <a:cxnSpLocks/>
          </p:cNvCxnSpPr>
          <p:nvPr/>
        </p:nvCxnSpPr>
        <p:spPr>
          <a:xfrm flipH="1" flipV="1">
            <a:off x="6651441" y="4122759"/>
            <a:ext cx="1177236" cy="974799"/>
          </a:xfrm>
          <a:prstGeom prst="straightConnector1">
            <a:avLst/>
          </a:prstGeom>
          <a:ln>
            <a:solidFill>
              <a:srgbClr val="0F204B"/>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C02B14D-54EE-DEBD-DCE2-CCBCF10F63D7}"/>
              </a:ext>
            </a:extLst>
          </p:cNvPr>
          <p:cNvSpPr txBox="1"/>
          <p:nvPr/>
        </p:nvSpPr>
        <p:spPr>
          <a:xfrm>
            <a:off x="7423911" y="5928630"/>
            <a:ext cx="1149574" cy="215444"/>
          </a:xfrm>
          <a:prstGeom prst="rect">
            <a:avLst/>
          </a:prstGeom>
          <a:noFill/>
        </p:spPr>
        <p:txBody>
          <a:bodyPr wrap="square" lIns="0" tIns="0" rIns="0" bIns="0" rtlCol="0">
            <a:spAutoFit/>
          </a:bodyPr>
          <a:lstStyle/>
          <a:p>
            <a:pPr algn="ctr">
              <a:lnSpc>
                <a:spcPct val="100000"/>
              </a:lnSpc>
              <a:spcBef>
                <a:spcPts val="600"/>
              </a:spcBef>
            </a:pPr>
            <a:r>
              <a:rPr lang="en-GB" sz="700">
                <a:solidFill>
                  <a:schemeClr val="accent1"/>
                </a:solidFill>
              </a:rPr>
              <a:t>Alternative/complimentry to the log systems</a:t>
            </a:r>
          </a:p>
        </p:txBody>
      </p:sp>
      <p:grpSp>
        <p:nvGrpSpPr>
          <p:cNvPr id="21" name="Group 20">
            <a:extLst>
              <a:ext uri="{FF2B5EF4-FFF2-40B4-BE49-F238E27FC236}">
                <a16:creationId xmlns:a16="http://schemas.microsoft.com/office/drawing/2014/main" id="{102C27E1-BFB1-43DE-907A-4D51F5B7ACD0}"/>
              </a:ext>
            </a:extLst>
          </p:cNvPr>
          <p:cNvGrpSpPr/>
          <p:nvPr/>
        </p:nvGrpSpPr>
        <p:grpSpPr>
          <a:xfrm>
            <a:off x="1783684" y="1637605"/>
            <a:ext cx="792088" cy="593933"/>
            <a:chOff x="1928666" y="4730820"/>
            <a:chExt cx="792088" cy="593933"/>
          </a:xfrm>
        </p:grpSpPr>
        <p:pic>
          <p:nvPicPr>
            <p:cNvPr id="16" name="Graphic 15" descr="Document outline">
              <a:extLst>
                <a:ext uri="{FF2B5EF4-FFF2-40B4-BE49-F238E27FC236}">
                  <a16:creationId xmlns:a16="http://schemas.microsoft.com/office/drawing/2014/main" id="{B3A70511-B982-801F-464C-CB29EEC9BCF2}"/>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085925" y="4730820"/>
              <a:ext cx="477571" cy="477571"/>
            </a:xfrm>
            <a:prstGeom prst="rect">
              <a:avLst/>
            </a:prstGeom>
          </p:spPr>
        </p:pic>
        <p:sp>
          <p:nvSpPr>
            <p:cNvPr id="20" name="TextBox 19">
              <a:extLst>
                <a:ext uri="{FF2B5EF4-FFF2-40B4-BE49-F238E27FC236}">
                  <a16:creationId xmlns:a16="http://schemas.microsoft.com/office/drawing/2014/main" id="{C7BA707F-7975-B788-3284-4BE36E2A7ED9}"/>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User manuals</a:t>
              </a:r>
            </a:p>
          </p:txBody>
        </p:sp>
      </p:grpSp>
      <p:cxnSp>
        <p:nvCxnSpPr>
          <p:cNvPr id="27" name="Straight Arrow Connector 26">
            <a:extLst>
              <a:ext uri="{FF2B5EF4-FFF2-40B4-BE49-F238E27FC236}">
                <a16:creationId xmlns:a16="http://schemas.microsoft.com/office/drawing/2014/main" id="{5B340065-FC35-4277-079B-14B93F4ECB6B}"/>
              </a:ext>
            </a:extLst>
          </p:cNvPr>
          <p:cNvCxnSpPr>
            <a:cxnSpLocks/>
          </p:cNvCxnSpPr>
          <p:nvPr/>
        </p:nvCxnSpPr>
        <p:spPr>
          <a:xfrm>
            <a:off x="3438383" y="1780493"/>
            <a:ext cx="905943" cy="665206"/>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F9E9AAC-035B-4779-01A7-1A6CF95B81C9}"/>
              </a:ext>
            </a:extLst>
          </p:cNvPr>
          <p:cNvSpPr txBox="1"/>
          <p:nvPr/>
        </p:nvSpPr>
        <p:spPr>
          <a:xfrm>
            <a:off x="2944051" y="2363234"/>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A</a:t>
            </a:r>
          </a:p>
        </p:txBody>
      </p:sp>
      <p:pic>
        <p:nvPicPr>
          <p:cNvPr id="32" name="Graphic 31" descr="List outline">
            <a:extLst>
              <a:ext uri="{FF2B5EF4-FFF2-40B4-BE49-F238E27FC236}">
                <a16:creationId xmlns:a16="http://schemas.microsoft.com/office/drawing/2014/main" id="{15D1DF14-2F7E-5460-64E5-CA1193EC7AE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2719441" y="1294054"/>
            <a:ext cx="564412" cy="555552"/>
          </a:xfrm>
          <a:prstGeom prst="rect">
            <a:avLst/>
          </a:prstGeom>
        </p:spPr>
      </p:pic>
      <p:sp>
        <p:nvSpPr>
          <p:cNvPr id="34" name="TextBox 33">
            <a:extLst>
              <a:ext uri="{FF2B5EF4-FFF2-40B4-BE49-F238E27FC236}">
                <a16:creationId xmlns:a16="http://schemas.microsoft.com/office/drawing/2014/main" id="{832274BE-D446-D392-F193-D35F71D19BA1}"/>
              </a:ext>
            </a:extLst>
          </p:cNvPr>
          <p:cNvSpPr txBox="1"/>
          <p:nvPr/>
        </p:nvSpPr>
        <p:spPr>
          <a:xfrm>
            <a:off x="2605049" y="1837858"/>
            <a:ext cx="792088" cy="41549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Source (informal) requirements</a:t>
            </a:r>
            <a:endParaRPr lang="en-GB" sz="900">
              <a:solidFill>
                <a:schemeClr val="accent1"/>
              </a:solidFill>
              <a:cs typeface="Arial"/>
            </a:endParaRPr>
          </a:p>
        </p:txBody>
      </p:sp>
      <p:cxnSp>
        <p:nvCxnSpPr>
          <p:cNvPr id="36" name="Straight Arrow Connector 35">
            <a:extLst>
              <a:ext uri="{FF2B5EF4-FFF2-40B4-BE49-F238E27FC236}">
                <a16:creationId xmlns:a16="http://schemas.microsoft.com/office/drawing/2014/main" id="{ADBC1BFC-D8D8-4611-98F5-6F3E16329BD3}"/>
              </a:ext>
            </a:extLst>
          </p:cNvPr>
          <p:cNvCxnSpPr>
            <a:cxnSpLocks/>
          </p:cNvCxnSpPr>
          <p:nvPr/>
        </p:nvCxnSpPr>
        <p:spPr>
          <a:xfrm flipV="1">
            <a:off x="2404236" y="1588220"/>
            <a:ext cx="340809" cy="218726"/>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8" name="Graphic 37" descr="User with solid fill">
            <a:extLst>
              <a:ext uri="{FF2B5EF4-FFF2-40B4-BE49-F238E27FC236}">
                <a16:creationId xmlns:a16="http://schemas.microsoft.com/office/drawing/2014/main" id="{B34CBCE6-E74F-830E-2AC8-E8989729729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flipH="1">
            <a:off x="2366795" y="1471263"/>
            <a:ext cx="246320" cy="245435"/>
          </a:xfrm>
          <a:prstGeom prst="rect">
            <a:avLst/>
          </a:prstGeom>
        </p:spPr>
      </p:pic>
      <p:sp>
        <p:nvSpPr>
          <p:cNvPr id="41" name="TextBox 40">
            <a:extLst>
              <a:ext uri="{FF2B5EF4-FFF2-40B4-BE49-F238E27FC236}">
                <a16:creationId xmlns:a16="http://schemas.microsoft.com/office/drawing/2014/main" id="{DFB35DAC-355F-2A7F-8003-C9D46AF528FC}"/>
              </a:ext>
            </a:extLst>
          </p:cNvPr>
          <p:cNvSpPr txBox="1"/>
          <p:nvPr/>
        </p:nvSpPr>
        <p:spPr>
          <a:xfrm>
            <a:off x="2306036" y="1336287"/>
            <a:ext cx="35803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SME</a:t>
            </a:r>
          </a:p>
        </p:txBody>
      </p:sp>
      <p:sp>
        <p:nvSpPr>
          <p:cNvPr id="43" name="Freeform: Shape 42">
            <a:extLst>
              <a:ext uri="{FF2B5EF4-FFF2-40B4-BE49-F238E27FC236}">
                <a16:creationId xmlns:a16="http://schemas.microsoft.com/office/drawing/2014/main" id="{C6A43A90-6F35-1640-0547-5BC68E382ED0}"/>
              </a:ext>
            </a:extLst>
          </p:cNvPr>
          <p:cNvSpPr/>
          <p:nvPr/>
        </p:nvSpPr>
        <p:spPr>
          <a:xfrm flipV="1">
            <a:off x="2238417" y="2366637"/>
            <a:ext cx="1940148" cy="129599"/>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prstDash val="solid"/>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71579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4B9C9-62E9-4970-C8AE-54E9B6756279}"/>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505AC00A-EA59-EC7B-AF22-E9C42704FF8B}"/>
              </a:ext>
            </a:extLst>
          </p:cNvPr>
          <p:cNvSpPr/>
          <p:nvPr/>
        </p:nvSpPr>
        <p:spPr>
          <a:xfrm>
            <a:off x="9560860" y="3429001"/>
            <a:ext cx="2366682" cy="864126"/>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US" sz="2000" err="1"/>
          </a:p>
        </p:txBody>
      </p:sp>
      <p:pic>
        <p:nvPicPr>
          <p:cNvPr id="2114" name="Picture 2113">
            <a:extLst>
              <a:ext uri="{FF2B5EF4-FFF2-40B4-BE49-F238E27FC236}">
                <a16:creationId xmlns:a16="http://schemas.microsoft.com/office/drawing/2014/main" id="{D3FA869E-D71E-36B3-8CB1-78AAAD4323E0}"/>
              </a:ext>
            </a:extLst>
          </p:cNvPr>
          <p:cNvPicPr>
            <a:picLocks noChangeAspect="1"/>
          </p:cNvPicPr>
          <p:nvPr/>
        </p:nvPicPr>
        <p:blipFill>
          <a:blip r:embed="rId3"/>
          <a:stretch>
            <a:fillRect/>
          </a:stretch>
        </p:blipFill>
        <p:spPr>
          <a:xfrm>
            <a:off x="5438607" y="5472632"/>
            <a:ext cx="864718" cy="369528"/>
          </a:xfrm>
          <a:prstGeom prst="rect">
            <a:avLst/>
          </a:prstGeom>
        </p:spPr>
      </p:pic>
      <p:sp>
        <p:nvSpPr>
          <p:cNvPr id="45" name="Rectangle 44">
            <a:extLst>
              <a:ext uri="{FF2B5EF4-FFF2-40B4-BE49-F238E27FC236}">
                <a16:creationId xmlns:a16="http://schemas.microsoft.com/office/drawing/2014/main" id="{22B05A25-A492-2324-1C17-C058608D2A9D}"/>
              </a:ext>
            </a:extLst>
          </p:cNvPr>
          <p:cNvSpPr/>
          <p:nvPr/>
        </p:nvSpPr>
        <p:spPr>
          <a:xfrm>
            <a:off x="3701198" y="1791075"/>
            <a:ext cx="1494367" cy="2403000"/>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accent1"/>
                </a:solidFill>
              </a:rPr>
              <a:t>Requirement library</a:t>
            </a:r>
          </a:p>
        </p:txBody>
      </p:sp>
      <p:sp>
        <p:nvSpPr>
          <p:cNvPr id="3" name="Title 2">
            <a:extLst>
              <a:ext uri="{FF2B5EF4-FFF2-40B4-BE49-F238E27FC236}">
                <a16:creationId xmlns:a16="http://schemas.microsoft.com/office/drawing/2014/main" id="{0FEA2E0B-DCF6-0705-1B73-F1847707D5D3}"/>
              </a:ext>
            </a:extLst>
          </p:cNvPr>
          <p:cNvSpPr>
            <a:spLocks noGrp="1"/>
          </p:cNvSpPr>
          <p:nvPr>
            <p:ph type="title"/>
          </p:nvPr>
        </p:nvSpPr>
        <p:spPr>
          <a:xfrm>
            <a:off x="610632" y="290155"/>
            <a:ext cx="11040032" cy="492977"/>
          </a:xfrm>
        </p:spPr>
        <p:txBody>
          <a:bodyPr/>
          <a:lstStyle/>
          <a:p>
            <a:r>
              <a:rPr lang="en-GB" dirty="0"/>
              <a:t>Next: Documentation requirements with RDF graph</a:t>
            </a:r>
          </a:p>
        </p:txBody>
      </p:sp>
      <p:sp>
        <p:nvSpPr>
          <p:cNvPr id="6" name="Slide Number Placeholder 5">
            <a:extLst>
              <a:ext uri="{FF2B5EF4-FFF2-40B4-BE49-F238E27FC236}">
                <a16:creationId xmlns:a16="http://schemas.microsoft.com/office/drawing/2014/main" id="{EC4BFF46-46FD-9293-D0BD-0B85A85EB01D}"/>
              </a:ext>
            </a:extLst>
          </p:cNvPr>
          <p:cNvSpPr>
            <a:spLocks noGrp="1"/>
          </p:cNvSpPr>
          <p:nvPr>
            <p:ph type="sldNum" sz="quarter" idx="12"/>
          </p:nvPr>
        </p:nvSpPr>
        <p:spPr>
          <a:xfrm>
            <a:off x="697258" y="6577544"/>
            <a:ext cx="266400" cy="151200"/>
          </a:xfrm>
        </p:spPr>
        <p:txBody>
          <a:bodyPr/>
          <a:lstStyle/>
          <a:p>
            <a:fld id="{5BA07366-CB75-4AA8-9E5B-928B849F427C}" type="slidenum">
              <a:rPr lang="en-GB" smtClean="0"/>
              <a:pPr/>
              <a:t>3</a:t>
            </a:fld>
            <a:endParaRPr lang="en-GB"/>
          </a:p>
        </p:txBody>
      </p:sp>
      <p:grpSp>
        <p:nvGrpSpPr>
          <p:cNvPr id="11" name="Group 10">
            <a:extLst>
              <a:ext uri="{FF2B5EF4-FFF2-40B4-BE49-F238E27FC236}">
                <a16:creationId xmlns:a16="http://schemas.microsoft.com/office/drawing/2014/main" id="{25EBCE83-8AA5-1BB8-6B58-B621B3CC5B1E}"/>
              </a:ext>
            </a:extLst>
          </p:cNvPr>
          <p:cNvGrpSpPr/>
          <p:nvPr/>
        </p:nvGrpSpPr>
        <p:grpSpPr>
          <a:xfrm>
            <a:off x="9570112" y="3584326"/>
            <a:ext cx="792088" cy="593933"/>
            <a:chOff x="7702986" y="4421064"/>
            <a:chExt cx="792088" cy="593933"/>
          </a:xfrm>
        </p:grpSpPr>
        <p:pic>
          <p:nvPicPr>
            <p:cNvPr id="7" name="Graphic 6" descr="Contract outline">
              <a:extLst>
                <a:ext uri="{FF2B5EF4-FFF2-40B4-BE49-F238E27FC236}">
                  <a16:creationId xmlns:a16="http://schemas.microsoft.com/office/drawing/2014/main" id="{822EFD10-DBE3-C434-6816-1B94184D15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10" name="TextBox 9">
              <a:extLst>
                <a:ext uri="{FF2B5EF4-FFF2-40B4-BE49-F238E27FC236}">
                  <a16:creationId xmlns:a16="http://schemas.microsoft.com/office/drawing/2014/main" id="{EFBF9A79-7EF2-FB40-E626-0001212CD7CE}"/>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a:t>
              </a:r>
              <a:endParaRPr lang="en-GB" sz="900">
                <a:solidFill>
                  <a:schemeClr val="accent1"/>
                </a:solidFill>
                <a:cs typeface="Arial"/>
              </a:endParaRPr>
            </a:p>
          </p:txBody>
        </p:sp>
      </p:grpSp>
      <p:grpSp>
        <p:nvGrpSpPr>
          <p:cNvPr id="23" name="Group 22">
            <a:extLst>
              <a:ext uri="{FF2B5EF4-FFF2-40B4-BE49-F238E27FC236}">
                <a16:creationId xmlns:a16="http://schemas.microsoft.com/office/drawing/2014/main" id="{D1EB911C-FBE9-14F0-5E1B-8AA1D15B8A69}"/>
              </a:ext>
            </a:extLst>
          </p:cNvPr>
          <p:cNvGrpSpPr/>
          <p:nvPr/>
        </p:nvGrpSpPr>
        <p:grpSpPr>
          <a:xfrm>
            <a:off x="11134544" y="1353599"/>
            <a:ext cx="792088" cy="732433"/>
            <a:chOff x="9467132" y="1931973"/>
            <a:chExt cx="792088" cy="732433"/>
          </a:xfrm>
        </p:grpSpPr>
        <p:pic>
          <p:nvPicPr>
            <p:cNvPr id="24" name="Graphic 23" descr="Construction worker male outline">
              <a:extLst>
                <a:ext uri="{FF2B5EF4-FFF2-40B4-BE49-F238E27FC236}">
                  <a16:creationId xmlns:a16="http://schemas.microsoft.com/office/drawing/2014/main" id="{5FEC9E7A-8449-9F12-64B4-B0968FDF045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624391" y="1931973"/>
              <a:ext cx="477571" cy="477571"/>
            </a:xfrm>
            <a:prstGeom prst="rect">
              <a:avLst/>
            </a:prstGeom>
          </p:spPr>
        </p:pic>
        <p:sp>
          <p:nvSpPr>
            <p:cNvPr id="25" name="TextBox 24">
              <a:extLst>
                <a:ext uri="{FF2B5EF4-FFF2-40B4-BE49-F238E27FC236}">
                  <a16:creationId xmlns:a16="http://schemas.microsoft.com/office/drawing/2014/main" id="{DBBBDE5C-2264-3BA0-D062-FD41432ED68A}"/>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Inspections / Maintenance</a:t>
              </a:r>
            </a:p>
          </p:txBody>
        </p:sp>
      </p:grpSp>
      <p:grpSp>
        <p:nvGrpSpPr>
          <p:cNvPr id="78" name="Group 77">
            <a:extLst>
              <a:ext uri="{FF2B5EF4-FFF2-40B4-BE49-F238E27FC236}">
                <a16:creationId xmlns:a16="http://schemas.microsoft.com/office/drawing/2014/main" id="{F67BEDCF-7D62-67A2-567D-1128C1BD3EEF}"/>
              </a:ext>
            </a:extLst>
          </p:cNvPr>
          <p:cNvGrpSpPr/>
          <p:nvPr/>
        </p:nvGrpSpPr>
        <p:grpSpPr>
          <a:xfrm>
            <a:off x="2009462" y="1729328"/>
            <a:ext cx="792088" cy="593933"/>
            <a:chOff x="1928666" y="4730820"/>
            <a:chExt cx="792088" cy="593933"/>
          </a:xfrm>
        </p:grpSpPr>
        <p:pic>
          <p:nvPicPr>
            <p:cNvPr id="75" name="Graphic 74" descr="Document outline">
              <a:extLst>
                <a:ext uri="{FF2B5EF4-FFF2-40B4-BE49-F238E27FC236}">
                  <a16:creationId xmlns:a16="http://schemas.microsoft.com/office/drawing/2014/main" id="{8FBB5889-FBD0-0A19-0929-E4F25A0C5E30}"/>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85925" y="4730820"/>
              <a:ext cx="477571" cy="477571"/>
            </a:xfrm>
            <a:prstGeom prst="rect">
              <a:avLst/>
            </a:prstGeom>
          </p:spPr>
        </p:pic>
        <p:sp>
          <p:nvSpPr>
            <p:cNvPr id="76" name="TextBox 75">
              <a:extLst>
                <a:ext uri="{FF2B5EF4-FFF2-40B4-BE49-F238E27FC236}">
                  <a16:creationId xmlns:a16="http://schemas.microsoft.com/office/drawing/2014/main" id="{BA87B418-215F-4493-76C4-93D6BBB05E8D}"/>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User manuals</a:t>
              </a:r>
            </a:p>
          </p:txBody>
        </p:sp>
      </p:grpSp>
      <p:pic>
        <p:nvPicPr>
          <p:cNvPr id="4" name="Picture 3">
            <a:extLst>
              <a:ext uri="{FF2B5EF4-FFF2-40B4-BE49-F238E27FC236}">
                <a16:creationId xmlns:a16="http://schemas.microsoft.com/office/drawing/2014/main" id="{442ED44D-0429-5F92-063D-2E6C9E474980}"/>
              </a:ext>
            </a:extLst>
          </p:cNvPr>
          <p:cNvPicPr>
            <a:picLocks noChangeAspect="1"/>
          </p:cNvPicPr>
          <p:nvPr/>
        </p:nvPicPr>
        <p:blipFill>
          <a:blip r:embed="rId7"/>
          <a:stretch>
            <a:fillRect/>
          </a:stretch>
        </p:blipFill>
        <p:spPr>
          <a:xfrm>
            <a:off x="36903" y="2598503"/>
            <a:ext cx="1140495" cy="477570"/>
          </a:xfrm>
          <a:prstGeom prst="rect">
            <a:avLst/>
          </a:prstGeom>
        </p:spPr>
      </p:pic>
      <p:grpSp>
        <p:nvGrpSpPr>
          <p:cNvPr id="13" name="Group 12">
            <a:extLst>
              <a:ext uri="{FF2B5EF4-FFF2-40B4-BE49-F238E27FC236}">
                <a16:creationId xmlns:a16="http://schemas.microsoft.com/office/drawing/2014/main" id="{65B098DD-E35C-5423-DAE2-0A5B0FE58848}"/>
              </a:ext>
            </a:extLst>
          </p:cNvPr>
          <p:cNvGrpSpPr/>
          <p:nvPr/>
        </p:nvGrpSpPr>
        <p:grpSpPr>
          <a:xfrm>
            <a:off x="1253447" y="2537786"/>
            <a:ext cx="792088" cy="593933"/>
            <a:chOff x="1928666" y="4730820"/>
            <a:chExt cx="792088" cy="593933"/>
          </a:xfrm>
        </p:grpSpPr>
        <p:pic>
          <p:nvPicPr>
            <p:cNvPr id="14" name="Graphic 13" descr="Scroll outline">
              <a:extLst>
                <a:ext uri="{FF2B5EF4-FFF2-40B4-BE49-F238E27FC236}">
                  <a16:creationId xmlns:a16="http://schemas.microsoft.com/office/drawing/2014/main" id="{A17C8A88-0B7C-8E03-0288-FC8674AB1ED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085925" y="4730820"/>
              <a:ext cx="477571" cy="477571"/>
            </a:xfrm>
            <a:prstGeom prst="rect">
              <a:avLst/>
            </a:prstGeom>
          </p:spPr>
        </p:pic>
        <p:sp>
          <p:nvSpPr>
            <p:cNvPr id="26" name="TextBox 25">
              <a:extLst>
                <a:ext uri="{FF2B5EF4-FFF2-40B4-BE49-F238E27FC236}">
                  <a16:creationId xmlns:a16="http://schemas.microsoft.com/office/drawing/2014/main" id="{6E698C9E-CE2A-F812-FC17-578F36234EED}"/>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NYTEK23</a:t>
              </a:r>
            </a:p>
          </p:txBody>
        </p:sp>
      </p:grpSp>
      <p:cxnSp>
        <p:nvCxnSpPr>
          <p:cNvPr id="32" name="Straight Arrow Connector 31">
            <a:extLst>
              <a:ext uri="{FF2B5EF4-FFF2-40B4-BE49-F238E27FC236}">
                <a16:creationId xmlns:a16="http://schemas.microsoft.com/office/drawing/2014/main" id="{C3EEB6EB-7C61-A2E7-3713-3CCACAB10934}"/>
              </a:ext>
            </a:extLst>
          </p:cNvPr>
          <p:cNvCxnSpPr>
            <a:cxnSpLocks/>
          </p:cNvCxnSpPr>
          <p:nvPr/>
        </p:nvCxnSpPr>
        <p:spPr>
          <a:xfrm>
            <a:off x="1870025" y="2743834"/>
            <a:ext cx="1759760" cy="1329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258A195C-4FCA-A5F7-7BF4-CF6F5075317E}"/>
              </a:ext>
            </a:extLst>
          </p:cNvPr>
          <p:cNvCxnSpPr>
            <a:cxnSpLocks/>
          </p:cNvCxnSpPr>
          <p:nvPr/>
        </p:nvCxnSpPr>
        <p:spPr>
          <a:xfrm>
            <a:off x="3494040" y="1755258"/>
            <a:ext cx="392037" cy="390532"/>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B0A0D131-CDB1-DFFE-73D7-669496FDE68D}"/>
              </a:ext>
            </a:extLst>
          </p:cNvPr>
          <p:cNvSpPr/>
          <p:nvPr/>
        </p:nvSpPr>
        <p:spPr>
          <a:xfrm>
            <a:off x="6717162" y="2321402"/>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Freeform: Shape 53">
            <a:extLst>
              <a:ext uri="{FF2B5EF4-FFF2-40B4-BE49-F238E27FC236}">
                <a16:creationId xmlns:a16="http://schemas.microsoft.com/office/drawing/2014/main" id="{8F8055BE-028E-85EF-41F0-8BB3B038F818}"/>
              </a:ext>
            </a:extLst>
          </p:cNvPr>
          <p:cNvSpPr/>
          <p:nvPr/>
        </p:nvSpPr>
        <p:spPr>
          <a:xfrm rot="11281437">
            <a:off x="6686218" y="3097795"/>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55DC4DDD-50FF-88A6-EB72-B9C9211A0125}"/>
              </a:ext>
            </a:extLst>
          </p:cNvPr>
          <p:cNvSpPr/>
          <p:nvPr/>
        </p:nvSpPr>
        <p:spPr>
          <a:xfrm>
            <a:off x="3924540" y="2119222"/>
            <a:ext cx="1073290"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600"/>
              </a:spcBef>
            </a:pPr>
            <a:r>
              <a:rPr lang="en-GB" sz="1000"/>
              <a:t>Procedural (formal) Requirements</a:t>
            </a:r>
          </a:p>
        </p:txBody>
      </p:sp>
      <p:cxnSp>
        <p:nvCxnSpPr>
          <p:cNvPr id="72" name="Straight Arrow Connector 71">
            <a:extLst>
              <a:ext uri="{FF2B5EF4-FFF2-40B4-BE49-F238E27FC236}">
                <a16:creationId xmlns:a16="http://schemas.microsoft.com/office/drawing/2014/main" id="{A924881B-17AA-EE4E-0960-8C0B97FF72FF}"/>
              </a:ext>
            </a:extLst>
          </p:cNvPr>
          <p:cNvCxnSpPr/>
          <p:nvPr/>
        </p:nvCxnSpPr>
        <p:spPr>
          <a:xfrm flipV="1">
            <a:off x="1673084" y="2091955"/>
            <a:ext cx="420553" cy="32505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C890964F-EFBA-C9A3-1135-4AE9DCAE7155}"/>
              </a:ext>
            </a:extLst>
          </p:cNvPr>
          <p:cNvSpPr/>
          <p:nvPr/>
        </p:nvSpPr>
        <p:spPr>
          <a:xfrm>
            <a:off x="7725913" y="1729650"/>
            <a:ext cx="1373243" cy="2461615"/>
          </a:xfrm>
          <a:prstGeom prst="rect">
            <a:avLst/>
          </a:prstGeom>
          <a:solidFill>
            <a:srgbClr val="2B6173"/>
          </a:solidFill>
          <a:ln w="9525">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bg1"/>
                </a:solidFill>
              </a:rPr>
              <a:t>Customer Evidence</a:t>
            </a:r>
          </a:p>
        </p:txBody>
      </p:sp>
      <p:sp>
        <p:nvSpPr>
          <p:cNvPr id="81" name="Rectangle 80">
            <a:extLst>
              <a:ext uri="{FF2B5EF4-FFF2-40B4-BE49-F238E27FC236}">
                <a16:creationId xmlns:a16="http://schemas.microsoft.com/office/drawing/2014/main" id="{49355BF8-1C4A-7E37-EB7C-4097A43C97FA}"/>
              </a:ext>
            </a:extLst>
          </p:cNvPr>
          <p:cNvSpPr/>
          <p:nvPr/>
        </p:nvSpPr>
        <p:spPr>
          <a:xfrm>
            <a:off x="7864059" y="2100160"/>
            <a:ext cx="1087116" cy="647271"/>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Procedural Documentation</a:t>
            </a:r>
          </a:p>
        </p:txBody>
      </p:sp>
      <p:sp>
        <p:nvSpPr>
          <p:cNvPr id="82" name="Rectangle 81">
            <a:extLst>
              <a:ext uri="{FF2B5EF4-FFF2-40B4-BE49-F238E27FC236}">
                <a16:creationId xmlns:a16="http://schemas.microsoft.com/office/drawing/2014/main" id="{479FD347-ACDB-C555-F2AB-64CF48DC3E4D}"/>
              </a:ext>
            </a:extLst>
          </p:cNvPr>
          <p:cNvSpPr/>
          <p:nvPr/>
        </p:nvSpPr>
        <p:spPr>
          <a:xfrm>
            <a:off x="7931048" y="3358410"/>
            <a:ext cx="1020128" cy="655645"/>
          </a:xfrm>
          <a:prstGeom prst="rect">
            <a:avLst/>
          </a:prstGeom>
          <a:solidFill>
            <a:srgbClr val="F2E6D5"/>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dirty="0">
                <a:solidFill>
                  <a:schemeClr val="tx1"/>
                </a:solidFill>
              </a:rPr>
              <a:t>Technical Documentation</a:t>
            </a:r>
          </a:p>
        </p:txBody>
      </p:sp>
      <p:cxnSp>
        <p:nvCxnSpPr>
          <p:cNvPr id="83" name="Straight Arrow Connector 82">
            <a:extLst>
              <a:ext uri="{FF2B5EF4-FFF2-40B4-BE49-F238E27FC236}">
                <a16:creationId xmlns:a16="http://schemas.microsoft.com/office/drawing/2014/main" id="{6C087C74-7DDA-E4EB-F6A0-EB68B76D0174}"/>
              </a:ext>
            </a:extLst>
          </p:cNvPr>
          <p:cNvCxnSpPr>
            <a:cxnSpLocks/>
          </p:cNvCxnSpPr>
          <p:nvPr/>
        </p:nvCxnSpPr>
        <p:spPr>
          <a:xfrm flipH="1" flipV="1">
            <a:off x="8944262" y="3692385"/>
            <a:ext cx="627146" cy="168860"/>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8862C9A2-0233-E8B8-5127-CE1DD96FE8B4}"/>
              </a:ext>
            </a:extLst>
          </p:cNvPr>
          <p:cNvCxnSpPr>
            <a:cxnSpLocks/>
          </p:cNvCxnSpPr>
          <p:nvPr/>
        </p:nvCxnSpPr>
        <p:spPr>
          <a:xfrm flipH="1">
            <a:off x="8969187" y="1709972"/>
            <a:ext cx="577586" cy="627459"/>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F43D9796-CD11-1FB1-583B-E7E23D0B3479}"/>
              </a:ext>
            </a:extLst>
          </p:cNvPr>
          <p:cNvGrpSpPr/>
          <p:nvPr/>
        </p:nvGrpSpPr>
        <p:grpSpPr>
          <a:xfrm>
            <a:off x="5961868" y="4781581"/>
            <a:ext cx="792088" cy="593933"/>
            <a:chOff x="9467132" y="1931973"/>
            <a:chExt cx="792088" cy="593933"/>
          </a:xfrm>
        </p:grpSpPr>
        <p:pic>
          <p:nvPicPr>
            <p:cNvPr id="18" name="Graphic 17" descr="Database outline">
              <a:extLst>
                <a:ext uri="{FF2B5EF4-FFF2-40B4-BE49-F238E27FC236}">
                  <a16:creationId xmlns:a16="http://schemas.microsoft.com/office/drawing/2014/main" id="{66401B9C-EE1E-CEC3-E743-5056D959B850}"/>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624391" y="1931973"/>
              <a:ext cx="477571" cy="477571"/>
            </a:xfrm>
            <a:prstGeom prst="rect">
              <a:avLst/>
            </a:prstGeom>
          </p:spPr>
        </p:pic>
        <p:sp>
          <p:nvSpPr>
            <p:cNvPr id="19" name="TextBox 18">
              <a:extLst>
                <a:ext uri="{FF2B5EF4-FFF2-40B4-BE49-F238E27FC236}">
                  <a16:creationId xmlns:a16="http://schemas.microsoft.com/office/drawing/2014/main" id="{6740EB31-1265-4D15-DE8F-9032B18E3EB8}"/>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89" name="Group 88">
            <a:extLst>
              <a:ext uri="{FF2B5EF4-FFF2-40B4-BE49-F238E27FC236}">
                <a16:creationId xmlns:a16="http://schemas.microsoft.com/office/drawing/2014/main" id="{157F33E3-D5E1-F0E4-9DB3-2A34AC454EC8}"/>
              </a:ext>
            </a:extLst>
          </p:cNvPr>
          <p:cNvGrpSpPr/>
          <p:nvPr/>
        </p:nvGrpSpPr>
        <p:grpSpPr>
          <a:xfrm>
            <a:off x="5476088" y="5427441"/>
            <a:ext cx="1732165" cy="450732"/>
            <a:chOff x="3650348" y="5867518"/>
            <a:chExt cx="1732165" cy="450732"/>
          </a:xfrm>
        </p:grpSpPr>
        <p:pic>
          <p:nvPicPr>
            <p:cNvPr id="1026" name="Picture 2">
              <a:extLst>
                <a:ext uri="{FF2B5EF4-FFF2-40B4-BE49-F238E27FC236}">
                  <a16:creationId xmlns:a16="http://schemas.microsoft.com/office/drawing/2014/main" id="{258E7DBD-9F9F-AC0C-F667-06430CF6E89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50348" y="5949223"/>
              <a:ext cx="797273" cy="321900"/>
            </a:xfrm>
            <a:prstGeom prst="rect">
              <a:avLst/>
            </a:prstGeom>
            <a:noFill/>
            <a:effectLst>
              <a:reflection blurRad="6350" stA="50000" endA="300" endPos="55500" dist="50800" dir="5400000" sy="-100000" algn="bl" rotWithShape="0"/>
            </a:effectLst>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540CC45E-B9CC-27D8-4BB8-C66E35E7A32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693158" y="5867518"/>
              <a:ext cx="689355" cy="4507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17" name="Group 2216">
            <a:extLst>
              <a:ext uri="{FF2B5EF4-FFF2-40B4-BE49-F238E27FC236}">
                <a16:creationId xmlns:a16="http://schemas.microsoft.com/office/drawing/2014/main" id="{A97529FE-2888-0987-86A3-8D7C1FA1423D}"/>
              </a:ext>
            </a:extLst>
          </p:cNvPr>
          <p:cNvGrpSpPr/>
          <p:nvPr/>
        </p:nvGrpSpPr>
        <p:grpSpPr>
          <a:xfrm>
            <a:off x="5979472" y="6096143"/>
            <a:ext cx="864718" cy="483417"/>
            <a:chOff x="5979472" y="6096143"/>
            <a:chExt cx="864718" cy="483417"/>
          </a:xfrm>
        </p:grpSpPr>
        <p:pic>
          <p:nvPicPr>
            <p:cNvPr id="2216" name="Picture 2215">
              <a:extLst>
                <a:ext uri="{FF2B5EF4-FFF2-40B4-BE49-F238E27FC236}">
                  <a16:creationId xmlns:a16="http://schemas.microsoft.com/office/drawing/2014/main" id="{4BAD882E-817C-E024-9FDE-7E007F6C5997}"/>
                </a:ext>
              </a:extLst>
            </p:cNvPr>
            <p:cNvPicPr>
              <a:picLocks noChangeAspect="1"/>
            </p:cNvPicPr>
            <p:nvPr/>
          </p:nvPicPr>
          <p:blipFill>
            <a:blip r:embed="rId12"/>
            <a:stretch>
              <a:fillRect/>
            </a:stretch>
          </p:blipFill>
          <p:spPr>
            <a:xfrm>
              <a:off x="6064845" y="6096143"/>
              <a:ext cx="689355" cy="303943"/>
            </a:xfrm>
            <a:prstGeom prst="rect">
              <a:avLst/>
            </a:prstGeom>
          </p:spPr>
        </p:pic>
        <p:grpSp>
          <p:nvGrpSpPr>
            <p:cNvPr id="91" name="Group 90">
              <a:extLst>
                <a:ext uri="{FF2B5EF4-FFF2-40B4-BE49-F238E27FC236}">
                  <a16:creationId xmlns:a16="http://schemas.microsoft.com/office/drawing/2014/main" id="{D40D92E0-9BBF-6559-67E9-5888E94366EE}"/>
                </a:ext>
              </a:extLst>
            </p:cNvPr>
            <p:cNvGrpSpPr/>
            <p:nvPr/>
          </p:nvGrpSpPr>
          <p:grpSpPr>
            <a:xfrm>
              <a:off x="5979472" y="6149630"/>
              <a:ext cx="864718" cy="429930"/>
              <a:chOff x="6347370" y="2015210"/>
              <a:chExt cx="864718" cy="429930"/>
            </a:xfrm>
          </p:grpSpPr>
          <p:grpSp>
            <p:nvGrpSpPr>
              <p:cNvPr id="92" name="Group 91">
                <a:extLst>
                  <a:ext uri="{FF2B5EF4-FFF2-40B4-BE49-F238E27FC236}">
                    <a16:creationId xmlns:a16="http://schemas.microsoft.com/office/drawing/2014/main" id="{DAC87EA5-9203-0BAE-77D3-1BC058B1817C}"/>
                  </a:ext>
                </a:extLst>
              </p:cNvPr>
              <p:cNvGrpSpPr/>
              <p:nvPr/>
            </p:nvGrpSpPr>
            <p:grpSpPr>
              <a:xfrm>
                <a:off x="6584648" y="2015210"/>
                <a:ext cx="364212" cy="196924"/>
                <a:chOff x="4930919" y="984637"/>
                <a:chExt cx="1007357" cy="517279"/>
              </a:xfrm>
            </p:grpSpPr>
            <p:grpSp>
              <p:nvGrpSpPr>
                <p:cNvPr id="94" name="Group 93">
                  <a:extLst>
                    <a:ext uri="{FF2B5EF4-FFF2-40B4-BE49-F238E27FC236}">
                      <a16:creationId xmlns:a16="http://schemas.microsoft.com/office/drawing/2014/main" id="{D6A3E66D-EA20-DE83-44D7-6EF9406383B6}"/>
                    </a:ext>
                  </a:extLst>
                </p:cNvPr>
                <p:cNvGrpSpPr/>
                <p:nvPr/>
              </p:nvGrpSpPr>
              <p:grpSpPr>
                <a:xfrm>
                  <a:off x="4976638" y="984637"/>
                  <a:ext cx="961638" cy="517279"/>
                  <a:chOff x="4913285" y="3828720"/>
                  <a:chExt cx="1099281" cy="605069"/>
                </a:xfrm>
              </p:grpSpPr>
              <p:grpSp>
                <p:nvGrpSpPr>
                  <p:cNvPr id="2049" name="Gruppe 39">
                    <a:extLst>
                      <a:ext uri="{FF2B5EF4-FFF2-40B4-BE49-F238E27FC236}">
                        <a16:creationId xmlns:a16="http://schemas.microsoft.com/office/drawing/2014/main" id="{AAEC2DA0-1C5C-BBCA-8171-C27EFB7997B8}"/>
                      </a:ext>
                    </a:extLst>
                  </p:cNvPr>
                  <p:cNvGrpSpPr/>
                  <p:nvPr/>
                </p:nvGrpSpPr>
                <p:grpSpPr>
                  <a:xfrm>
                    <a:off x="4913285" y="3828720"/>
                    <a:ext cx="555036" cy="200839"/>
                    <a:chOff x="635432" y="2793649"/>
                    <a:chExt cx="5479322" cy="1638582"/>
                  </a:xfrm>
                </p:grpSpPr>
                <p:sp>
                  <p:nvSpPr>
                    <p:cNvPr id="1032" name="Ellipse 40">
                      <a:extLst>
                        <a:ext uri="{FF2B5EF4-FFF2-40B4-BE49-F238E27FC236}">
                          <a16:creationId xmlns:a16="http://schemas.microsoft.com/office/drawing/2014/main" id="{ED7214B4-B8CE-9910-D6A3-8AA624AF6FBE}"/>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1033" name="Ellipse 41">
                      <a:extLst>
                        <a:ext uri="{FF2B5EF4-FFF2-40B4-BE49-F238E27FC236}">
                          <a16:creationId xmlns:a16="http://schemas.microsoft.com/office/drawing/2014/main" id="{95C8F7BE-03FE-56BD-4A4A-470F6098B695}"/>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1034" name="Rett linje 42">
                      <a:extLst>
                        <a:ext uri="{FF2B5EF4-FFF2-40B4-BE49-F238E27FC236}">
                          <a16:creationId xmlns:a16="http://schemas.microsoft.com/office/drawing/2014/main" id="{AAFB5ADE-3BA8-CD80-81AF-F63B6C9A53AB}"/>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5" name="Rett linje 43">
                      <a:extLst>
                        <a:ext uri="{FF2B5EF4-FFF2-40B4-BE49-F238E27FC236}">
                          <a16:creationId xmlns:a16="http://schemas.microsoft.com/office/drawing/2014/main" id="{08787BAD-3E55-1D22-87E3-7A098AD30A53}"/>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6" name="Rett linje 44">
                      <a:extLst>
                        <a:ext uri="{FF2B5EF4-FFF2-40B4-BE49-F238E27FC236}">
                          <a16:creationId xmlns:a16="http://schemas.microsoft.com/office/drawing/2014/main" id="{946F81C3-7D73-C12F-A7B0-A31102CC655C}"/>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7" name="Rett linje 45">
                      <a:extLst>
                        <a:ext uri="{FF2B5EF4-FFF2-40B4-BE49-F238E27FC236}">
                          <a16:creationId xmlns:a16="http://schemas.microsoft.com/office/drawing/2014/main" id="{D9EE2CFC-D766-4486-C8C8-EB5998C3B086}"/>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8" name="Rett linje 46">
                      <a:extLst>
                        <a:ext uri="{FF2B5EF4-FFF2-40B4-BE49-F238E27FC236}">
                          <a16:creationId xmlns:a16="http://schemas.microsoft.com/office/drawing/2014/main" id="{5F294ED0-B053-E5D4-EFA0-FE3590A1C8CB}"/>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9" name="Rett linje 47">
                      <a:extLst>
                        <a:ext uri="{FF2B5EF4-FFF2-40B4-BE49-F238E27FC236}">
                          <a16:creationId xmlns:a16="http://schemas.microsoft.com/office/drawing/2014/main" id="{13910079-6557-9295-5569-CE3F11E60D13}"/>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0" name="Rett linje 48">
                      <a:extLst>
                        <a:ext uri="{FF2B5EF4-FFF2-40B4-BE49-F238E27FC236}">
                          <a16:creationId xmlns:a16="http://schemas.microsoft.com/office/drawing/2014/main" id="{D72EAE3E-E632-D836-0F9C-6CEB71D2D863}"/>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1" name="Rett linje 49">
                      <a:extLst>
                        <a:ext uri="{FF2B5EF4-FFF2-40B4-BE49-F238E27FC236}">
                          <a16:creationId xmlns:a16="http://schemas.microsoft.com/office/drawing/2014/main" id="{D719E7BC-5F2C-F0E2-188B-9A3083C6990F}"/>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2" name="Rett linje 50">
                      <a:extLst>
                        <a:ext uri="{FF2B5EF4-FFF2-40B4-BE49-F238E27FC236}">
                          <a16:creationId xmlns:a16="http://schemas.microsoft.com/office/drawing/2014/main" id="{9C2AC599-8D45-A871-8243-B022F24925CD}"/>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3" name="Rett linje 51">
                      <a:extLst>
                        <a:ext uri="{FF2B5EF4-FFF2-40B4-BE49-F238E27FC236}">
                          <a16:creationId xmlns:a16="http://schemas.microsoft.com/office/drawing/2014/main" id="{5EF2C380-B766-10EE-2A6D-B0F2E6D34369}"/>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4" name="Rett linje 52">
                      <a:extLst>
                        <a:ext uri="{FF2B5EF4-FFF2-40B4-BE49-F238E27FC236}">
                          <a16:creationId xmlns:a16="http://schemas.microsoft.com/office/drawing/2014/main" id="{3E6A0F9F-C3ED-B7B3-23D6-54F02A0A66A7}"/>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5" name="Rett linje 53">
                      <a:extLst>
                        <a:ext uri="{FF2B5EF4-FFF2-40B4-BE49-F238E27FC236}">
                          <a16:creationId xmlns:a16="http://schemas.microsoft.com/office/drawing/2014/main" id="{F31AAA15-839A-66B4-5D81-C94CDCE28350}"/>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6" name="Rett linje 54">
                      <a:extLst>
                        <a:ext uri="{FF2B5EF4-FFF2-40B4-BE49-F238E27FC236}">
                          <a16:creationId xmlns:a16="http://schemas.microsoft.com/office/drawing/2014/main" id="{04F888FD-D9A0-F5FB-70D6-A0A8BE764BA7}"/>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7" name="Rett linje 55">
                      <a:extLst>
                        <a:ext uri="{FF2B5EF4-FFF2-40B4-BE49-F238E27FC236}">
                          <a16:creationId xmlns:a16="http://schemas.microsoft.com/office/drawing/2014/main" id="{57893689-9581-F800-D036-256F2AD8BDC3}"/>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8" name="Rett linje 56">
                      <a:extLst>
                        <a:ext uri="{FF2B5EF4-FFF2-40B4-BE49-F238E27FC236}">
                          <a16:creationId xmlns:a16="http://schemas.microsoft.com/office/drawing/2014/main" id="{BF59E2B6-E045-CB73-9094-5A3FE9FD0EDB}"/>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9" name="Rett linje 57">
                      <a:extLst>
                        <a:ext uri="{FF2B5EF4-FFF2-40B4-BE49-F238E27FC236}">
                          <a16:creationId xmlns:a16="http://schemas.microsoft.com/office/drawing/2014/main" id="{01471614-2BB5-ABFE-2876-B0E69EBC7C9F}"/>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0" name="Rett linje 58">
                      <a:extLst>
                        <a:ext uri="{FF2B5EF4-FFF2-40B4-BE49-F238E27FC236}">
                          <a16:creationId xmlns:a16="http://schemas.microsoft.com/office/drawing/2014/main" id="{B6A2454F-A012-B44F-B407-62CA8471D5E1}"/>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1" name="Rett linje 59">
                      <a:extLst>
                        <a:ext uri="{FF2B5EF4-FFF2-40B4-BE49-F238E27FC236}">
                          <a16:creationId xmlns:a16="http://schemas.microsoft.com/office/drawing/2014/main" id="{84E37220-891A-A917-1C3B-AE8ED89BD6B3}"/>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2" name="Rett linje 60">
                      <a:extLst>
                        <a:ext uri="{FF2B5EF4-FFF2-40B4-BE49-F238E27FC236}">
                          <a16:creationId xmlns:a16="http://schemas.microsoft.com/office/drawing/2014/main" id="{8A9810A3-E95D-FFFB-B749-6E29D0678E2E}"/>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3" name="Rett linje 61">
                      <a:extLst>
                        <a:ext uri="{FF2B5EF4-FFF2-40B4-BE49-F238E27FC236}">
                          <a16:creationId xmlns:a16="http://schemas.microsoft.com/office/drawing/2014/main" id="{EB3B1F7F-9447-5B77-0A6F-AD77B07C3A2B}"/>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4" name="Rett linje 62">
                      <a:extLst>
                        <a:ext uri="{FF2B5EF4-FFF2-40B4-BE49-F238E27FC236}">
                          <a16:creationId xmlns:a16="http://schemas.microsoft.com/office/drawing/2014/main" id="{B1C0E85D-0BAE-5008-1542-1F2E3235867C}"/>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5" name="Rett linje 63">
                      <a:extLst>
                        <a:ext uri="{FF2B5EF4-FFF2-40B4-BE49-F238E27FC236}">
                          <a16:creationId xmlns:a16="http://schemas.microsoft.com/office/drawing/2014/main" id="{8B07572B-4B23-85EA-A872-300F95EB964C}"/>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0" name="Rett linje 64">
                      <a:extLst>
                        <a:ext uri="{FF2B5EF4-FFF2-40B4-BE49-F238E27FC236}">
                          <a16:creationId xmlns:a16="http://schemas.microsoft.com/office/drawing/2014/main" id="{EF31F97E-FFFF-1BE9-6908-71419FAEF3C3}"/>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1" name="Rett linje 65">
                      <a:extLst>
                        <a:ext uri="{FF2B5EF4-FFF2-40B4-BE49-F238E27FC236}">
                          <a16:creationId xmlns:a16="http://schemas.microsoft.com/office/drawing/2014/main" id="{67414A30-EE42-3470-00DE-256821625B9D}"/>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2" name="Rett linje 66">
                      <a:extLst>
                        <a:ext uri="{FF2B5EF4-FFF2-40B4-BE49-F238E27FC236}">
                          <a16:creationId xmlns:a16="http://schemas.microsoft.com/office/drawing/2014/main" id="{539A1B06-B546-B30F-576F-0DFC071B7568}"/>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3" name="Rett linje 67">
                      <a:extLst>
                        <a:ext uri="{FF2B5EF4-FFF2-40B4-BE49-F238E27FC236}">
                          <a16:creationId xmlns:a16="http://schemas.microsoft.com/office/drawing/2014/main" id="{70FFAD35-FA60-A5FB-2F6F-BFCB9C51BFE3}"/>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4" name="Rett linje 68">
                      <a:extLst>
                        <a:ext uri="{FF2B5EF4-FFF2-40B4-BE49-F238E27FC236}">
                          <a16:creationId xmlns:a16="http://schemas.microsoft.com/office/drawing/2014/main" id="{D614CC36-0F3F-8EBB-5634-26D92AA56730}"/>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5" name="Rett linje 69">
                      <a:extLst>
                        <a:ext uri="{FF2B5EF4-FFF2-40B4-BE49-F238E27FC236}">
                          <a16:creationId xmlns:a16="http://schemas.microsoft.com/office/drawing/2014/main" id="{67634098-9350-7B60-EC7B-E82085494207}"/>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6" name="Rett linje 70">
                      <a:extLst>
                        <a:ext uri="{FF2B5EF4-FFF2-40B4-BE49-F238E27FC236}">
                          <a16:creationId xmlns:a16="http://schemas.microsoft.com/office/drawing/2014/main" id="{4B17BBFE-5FCF-C21A-368E-63977A8A5498}"/>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7" name="Rett linje 71">
                      <a:extLst>
                        <a:ext uri="{FF2B5EF4-FFF2-40B4-BE49-F238E27FC236}">
                          <a16:creationId xmlns:a16="http://schemas.microsoft.com/office/drawing/2014/main" id="{FB3CBF4E-66C9-13BA-EA8C-2FE43E14A710}"/>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8" name="Rett linje 72">
                      <a:extLst>
                        <a:ext uri="{FF2B5EF4-FFF2-40B4-BE49-F238E27FC236}">
                          <a16:creationId xmlns:a16="http://schemas.microsoft.com/office/drawing/2014/main" id="{14FDF6AF-E1D0-C718-C6CB-35A30BEF73C7}"/>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9" name="Rett linje 73">
                      <a:extLst>
                        <a:ext uri="{FF2B5EF4-FFF2-40B4-BE49-F238E27FC236}">
                          <a16:creationId xmlns:a16="http://schemas.microsoft.com/office/drawing/2014/main" id="{1CF99802-5057-95F7-5859-5C73975DDB90}"/>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90" name="Rett linje 74">
                      <a:extLst>
                        <a:ext uri="{FF2B5EF4-FFF2-40B4-BE49-F238E27FC236}">
                          <a16:creationId xmlns:a16="http://schemas.microsoft.com/office/drawing/2014/main" id="{33343D39-F080-B283-066F-03E9F04D0479}"/>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nvGrpSpPr>
                  <p:cNvPr id="2051" name="Gruppe 75">
                    <a:extLst>
                      <a:ext uri="{FF2B5EF4-FFF2-40B4-BE49-F238E27FC236}">
                        <a16:creationId xmlns:a16="http://schemas.microsoft.com/office/drawing/2014/main" id="{E597273E-73DF-D063-5E1D-DDB81707304B}"/>
                      </a:ext>
                    </a:extLst>
                  </p:cNvPr>
                  <p:cNvGrpSpPr/>
                  <p:nvPr/>
                </p:nvGrpSpPr>
                <p:grpSpPr>
                  <a:xfrm>
                    <a:off x="4994568" y="4065428"/>
                    <a:ext cx="1017998" cy="368361"/>
                    <a:chOff x="635432" y="2793649"/>
                    <a:chExt cx="5479322" cy="1638582"/>
                  </a:xfrm>
                </p:grpSpPr>
                <p:sp>
                  <p:nvSpPr>
                    <p:cNvPr id="2052" name="Ellipse 76">
                      <a:extLst>
                        <a:ext uri="{FF2B5EF4-FFF2-40B4-BE49-F238E27FC236}">
                          <a16:creationId xmlns:a16="http://schemas.microsoft.com/office/drawing/2014/main" id="{31CBA2B5-963F-8660-3A2C-6A6502B2CE23}"/>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53" name="Ellipse 77">
                      <a:extLst>
                        <a:ext uri="{FF2B5EF4-FFF2-40B4-BE49-F238E27FC236}">
                          <a16:creationId xmlns:a16="http://schemas.microsoft.com/office/drawing/2014/main" id="{5F71D6F3-0A06-E3A1-9BEB-2ACCF0073D83}"/>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2054" name="Rett linje 78">
                      <a:extLst>
                        <a:ext uri="{FF2B5EF4-FFF2-40B4-BE49-F238E27FC236}">
                          <a16:creationId xmlns:a16="http://schemas.microsoft.com/office/drawing/2014/main" id="{6618911B-A22D-75EB-A2BA-C6FE6B16B6E5}"/>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5" name="Rett linje 79">
                      <a:extLst>
                        <a:ext uri="{FF2B5EF4-FFF2-40B4-BE49-F238E27FC236}">
                          <a16:creationId xmlns:a16="http://schemas.microsoft.com/office/drawing/2014/main" id="{03D24ECA-7015-33FD-8512-E7D33FD7F311}"/>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6" name="Rett linje 80">
                      <a:extLst>
                        <a:ext uri="{FF2B5EF4-FFF2-40B4-BE49-F238E27FC236}">
                          <a16:creationId xmlns:a16="http://schemas.microsoft.com/office/drawing/2014/main" id="{18AA17AE-A0B2-0A11-FBE7-183DD3CD0EB4}"/>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7" name="Rett linje 81">
                      <a:extLst>
                        <a:ext uri="{FF2B5EF4-FFF2-40B4-BE49-F238E27FC236}">
                          <a16:creationId xmlns:a16="http://schemas.microsoft.com/office/drawing/2014/main" id="{1153B27F-79D0-034C-215A-EE08DE0A8C6F}"/>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8" name="Rett linje 82">
                      <a:extLst>
                        <a:ext uri="{FF2B5EF4-FFF2-40B4-BE49-F238E27FC236}">
                          <a16:creationId xmlns:a16="http://schemas.microsoft.com/office/drawing/2014/main" id="{E8CCDE0C-1DB9-24C3-5FA8-2C150643C10C}"/>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9" name="Rett linje 83">
                      <a:extLst>
                        <a:ext uri="{FF2B5EF4-FFF2-40B4-BE49-F238E27FC236}">
                          <a16:creationId xmlns:a16="http://schemas.microsoft.com/office/drawing/2014/main" id="{19F2CD44-D5E4-4413-9A41-96548F068304}"/>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0" name="Rett linje 84">
                      <a:extLst>
                        <a:ext uri="{FF2B5EF4-FFF2-40B4-BE49-F238E27FC236}">
                          <a16:creationId xmlns:a16="http://schemas.microsoft.com/office/drawing/2014/main" id="{0E482F13-6C34-AD15-6B38-F4044FC8C75D}"/>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1" name="Rett linje 85">
                      <a:extLst>
                        <a:ext uri="{FF2B5EF4-FFF2-40B4-BE49-F238E27FC236}">
                          <a16:creationId xmlns:a16="http://schemas.microsoft.com/office/drawing/2014/main" id="{465D4883-FD7E-4E89-E1AE-C5C36CED5DF0}"/>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2" name="Rett linje 86">
                      <a:extLst>
                        <a:ext uri="{FF2B5EF4-FFF2-40B4-BE49-F238E27FC236}">
                          <a16:creationId xmlns:a16="http://schemas.microsoft.com/office/drawing/2014/main" id="{FA74FF5C-A1D7-A534-129C-0CED28F10370}"/>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3" name="Rett linje 87">
                      <a:extLst>
                        <a:ext uri="{FF2B5EF4-FFF2-40B4-BE49-F238E27FC236}">
                          <a16:creationId xmlns:a16="http://schemas.microsoft.com/office/drawing/2014/main" id="{CAB65457-F157-5A68-4534-D3523E3DED51}"/>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4" name="Rett linje 88">
                      <a:extLst>
                        <a:ext uri="{FF2B5EF4-FFF2-40B4-BE49-F238E27FC236}">
                          <a16:creationId xmlns:a16="http://schemas.microsoft.com/office/drawing/2014/main" id="{FA2038CF-2CF5-DAF3-2715-FD1B7DED9AB8}"/>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5" name="Rett linje 89">
                      <a:extLst>
                        <a:ext uri="{FF2B5EF4-FFF2-40B4-BE49-F238E27FC236}">
                          <a16:creationId xmlns:a16="http://schemas.microsoft.com/office/drawing/2014/main" id="{730E6C4D-9758-99C6-FA43-6FC61B9418D2}"/>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6" name="Rett linje 90">
                      <a:extLst>
                        <a:ext uri="{FF2B5EF4-FFF2-40B4-BE49-F238E27FC236}">
                          <a16:creationId xmlns:a16="http://schemas.microsoft.com/office/drawing/2014/main" id="{94D61C4D-C931-967B-4489-CACEF0F4504E}"/>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7" name="Rett linje 91">
                      <a:extLst>
                        <a:ext uri="{FF2B5EF4-FFF2-40B4-BE49-F238E27FC236}">
                          <a16:creationId xmlns:a16="http://schemas.microsoft.com/office/drawing/2014/main" id="{9BDAB556-E0AF-F4F5-81A4-977D5F09E4C7}"/>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8" name="Rett linje 92">
                      <a:extLst>
                        <a:ext uri="{FF2B5EF4-FFF2-40B4-BE49-F238E27FC236}">
                          <a16:creationId xmlns:a16="http://schemas.microsoft.com/office/drawing/2014/main" id="{BE8F4E70-BA8A-DB82-9446-81907482F386}"/>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9" name="Rett linje 93">
                      <a:extLst>
                        <a:ext uri="{FF2B5EF4-FFF2-40B4-BE49-F238E27FC236}">
                          <a16:creationId xmlns:a16="http://schemas.microsoft.com/office/drawing/2014/main" id="{32118896-EA38-BF13-5DB4-9E01C5999B27}"/>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0" name="Rett linje 94">
                      <a:extLst>
                        <a:ext uri="{FF2B5EF4-FFF2-40B4-BE49-F238E27FC236}">
                          <a16:creationId xmlns:a16="http://schemas.microsoft.com/office/drawing/2014/main" id="{688E3BAA-D042-07F7-699C-0ADD1787D78A}"/>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1" name="Rett linje 95">
                      <a:extLst>
                        <a:ext uri="{FF2B5EF4-FFF2-40B4-BE49-F238E27FC236}">
                          <a16:creationId xmlns:a16="http://schemas.microsoft.com/office/drawing/2014/main" id="{75E72001-C320-8EE7-209A-36AE3682BFAA}"/>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2" name="Rett linje 96">
                      <a:extLst>
                        <a:ext uri="{FF2B5EF4-FFF2-40B4-BE49-F238E27FC236}">
                          <a16:creationId xmlns:a16="http://schemas.microsoft.com/office/drawing/2014/main" id="{58B91237-5827-5408-B2C6-4368257EB85D}"/>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3" name="Rett linje 97">
                      <a:extLst>
                        <a:ext uri="{FF2B5EF4-FFF2-40B4-BE49-F238E27FC236}">
                          <a16:creationId xmlns:a16="http://schemas.microsoft.com/office/drawing/2014/main" id="{277AEDF8-82CB-DD20-5B72-0B363213AC19}"/>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4" name="Rett linje 98">
                      <a:extLst>
                        <a:ext uri="{FF2B5EF4-FFF2-40B4-BE49-F238E27FC236}">
                          <a16:creationId xmlns:a16="http://schemas.microsoft.com/office/drawing/2014/main" id="{C424B489-D1FA-3DEC-BE81-36FF7E9C3D08}"/>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5" name="Rett linje 99">
                      <a:extLst>
                        <a:ext uri="{FF2B5EF4-FFF2-40B4-BE49-F238E27FC236}">
                          <a16:creationId xmlns:a16="http://schemas.microsoft.com/office/drawing/2014/main" id="{D40F135B-9AFE-D6D0-6174-46F62192D207}"/>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6" name="Rett linje 100">
                      <a:extLst>
                        <a:ext uri="{FF2B5EF4-FFF2-40B4-BE49-F238E27FC236}">
                          <a16:creationId xmlns:a16="http://schemas.microsoft.com/office/drawing/2014/main" id="{F413150C-03D4-E254-0E04-DFC9BFD0E0D5}"/>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7" name="Rett linje 101">
                      <a:extLst>
                        <a:ext uri="{FF2B5EF4-FFF2-40B4-BE49-F238E27FC236}">
                          <a16:creationId xmlns:a16="http://schemas.microsoft.com/office/drawing/2014/main" id="{286AB04E-C470-0F49-3D19-988559F89F1E}"/>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8" name="Rett linje 102">
                      <a:extLst>
                        <a:ext uri="{FF2B5EF4-FFF2-40B4-BE49-F238E27FC236}">
                          <a16:creationId xmlns:a16="http://schemas.microsoft.com/office/drawing/2014/main" id="{D4556416-84CB-B730-66D8-0649B7B65F53}"/>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9" name="Rett linje 103">
                      <a:extLst>
                        <a:ext uri="{FF2B5EF4-FFF2-40B4-BE49-F238E27FC236}">
                          <a16:creationId xmlns:a16="http://schemas.microsoft.com/office/drawing/2014/main" id="{9C61B466-DC1B-A6C4-F158-71D233E673C5}"/>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4" name="Rett linje 104">
                      <a:extLst>
                        <a:ext uri="{FF2B5EF4-FFF2-40B4-BE49-F238E27FC236}">
                          <a16:creationId xmlns:a16="http://schemas.microsoft.com/office/drawing/2014/main" id="{13E82F37-B153-AC93-C8EE-CF47D6CD0F6C}"/>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5" name="Rett linje 105">
                      <a:extLst>
                        <a:ext uri="{FF2B5EF4-FFF2-40B4-BE49-F238E27FC236}">
                          <a16:creationId xmlns:a16="http://schemas.microsoft.com/office/drawing/2014/main" id="{6B1004B7-6B0D-875C-1DBB-630DE74E461E}"/>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7" name="Rett linje 106">
                      <a:extLst>
                        <a:ext uri="{FF2B5EF4-FFF2-40B4-BE49-F238E27FC236}">
                          <a16:creationId xmlns:a16="http://schemas.microsoft.com/office/drawing/2014/main" id="{CE2EA6ED-5BE5-33DE-2E7C-D8D4C1E924CA}"/>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8" name="Rett linje 107">
                      <a:extLst>
                        <a:ext uri="{FF2B5EF4-FFF2-40B4-BE49-F238E27FC236}">
                          <a16:creationId xmlns:a16="http://schemas.microsoft.com/office/drawing/2014/main" id="{E79D1A0A-87FA-558A-EA36-917FDD6F9BCA}"/>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9" name="Rett linje 108">
                      <a:extLst>
                        <a:ext uri="{FF2B5EF4-FFF2-40B4-BE49-F238E27FC236}">
                          <a16:creationId xmlns:a16="http://schemas.microsoft.com/office/drawing/2014/main" id="{30711666-17F5-19CD-012D-AF3F4A3CADE2}"/>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0" name="Rett linje 109">
                      <a:extLst>
                        <a:ext uri="{FF2B5EF4-FFF2-40B4-BE49-F238E27FC236}">
                          <a16:creationId xmlns:a16="http://schemas.microsoft.com/office/drawing/2014/main" id="{BEE9CEE7-BCB7-DD76-C289-E981BBF914DF}"/>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1" name="Rett linje 110">
                      <a:extLst>
                        <a:ext uri="{FF2B5EF4-FFF2-40B4-BE49-F238E27FC236}">
                          <a16:creationId xmlns:a16="http://schemas.microsoft.com/office/drawing/2014/main" id="{61BB3D58-7097-AFBE-815E-7FDCE0D00D01}"/>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sp>
              <p:nvSpPr>
                <p:cNvPr id="95" name="Oval 94">
                  <a:extLst>
                    <a:ext uri="{FF2B5EF4-FFF2-40B4-BE49-F238E27FC236}">
                      <a16:creationId xmlns:a16="http://schemas.microsoft.com/office/drawing/2014/main" id="{8B50C7F1-6187-307A-0EEB-AC2D95FBF19E}"/>
                    </a:ext>
                  </a:extLst>
                </p:cNvPr>
                <p:cNvSpPr/>
                <p:nvPr/>
              </p:nvSpPr>
              <p:spPr>
                <a:xfrm>
                  <a:off x="5598579" y="1046867"/>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48" name="Oval 2047">
                  <a:extLst>
                    <a:ext uri="{FF2B5EF4-FFF2-40B4-BE49-F238E27FC236}">
                      <a16:creationId xmlns:a16="http://schemas.microsoft.com/office/drawing/2014/main" id="{B2102486-7617-9781-6482-03685A14C020}"/>
                    </a:ext>
                  </a:extLst>
                </p:cNvPr>
                <p:cNvSpPr/>
                <p:nvPr/>
              </p:nvSpPr>
              <p:spPr>
                <a:xfrm>
                  <a:off x="4930919" y="1261754"/>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grpSp>
          <p:sp>
            <p:nvSpPr>
              <p:cNvPr id="93" name="TextBox 92">
                <a:extLst>
                  <a:ext uri="{FF2B5EF4-FFF2-40B4-BE49-F238E27FC236}">
                    <a16:creationId xmlns:a16="http://schemas.microsoft.com/office/drawing/2014/main" id="{BEF50C7B-6C76-4230-C23A-6F35C9540A46}"/>
                  </a:ext>
                </a:extLst>
              </p:cNvPr>
              <p:cNvSpPr txBox="1"/>
              <p:nvPr/>
            </p:nvSpPr>
            <p:spPr>
              <a:xfrm>
                <a:off x="6347370" y="2322029"/>
                <a:ext cx="864718" cy="123111"/>
              </a:xfrm>
              <a:prstGeom prst="rect">
                <a:avLst/>
              </a:prstGeom>
              <a:noFill/>
            </p:spPr>
            <p:txBody>
              <a:bodyPr wrap="square" lIns="0" tIns="0" rIns="0" bIns="0" rtlCol="0">
                <a:spAutoFit/>
              </a:bodyPr>
              <a:lstStyle/>
              <a:p>
                <a:pPr algn="ctr">
                  <a:lnSpc>
                    <a:spcPct val="100000"/>
                  </a:lnSpc>
                  <a:spcBef>
                    <a:spcPts val="600"/>
                  </a:spcBef>
                </a:pPr>
                <a:r>
                  <a:rPr lang="en-GB" sz="800">
                    <a:solidFill>
                      <a:srgbClr val="0F204B"/>
                    </a:solidFill>
                    <a:latin typeface="+mj-lt"/>
                  </a:rPr>
                  <a:t>Aquaculture Site</a:t>
                </a:r>
              </a:p>
            </p:txBody>
          </p:sp>
        </p:grpSp>
      </p:grpSp>
      <p:grpSp>
        <p:nvGrpSpPr>
          <p:cNvPr id="2091" name="Group 2090">
            <a:extLst>
              <a:ext uri="{FF2B5EF4-FFF2-40B4-BE49-F238E27FC236}">
                <a16:creationId xmlns:a16="http://schemas.microsoft.com/office/drawing/2014/main" id="{34777FCC-92BB-A109-60E7-49228E86AF0B}"/>
              </a:ext>
            </a:extLst>
          </p:cNvPr>
          <p:cNvGrpSpPr/>
          <p:nvPr/>
        </p:nvGrpSpPr>
        <p:grpSpPr>
          <a:xfrm>
            <a:off x="6998534" y="2647766"/>
            <a:ext cx="350562" cy="349883"/>
            <a:chOff x="2905491" y="3801479"/>
            <a:chExt cx="581120" cy="601744"/>
          </a:xfrm>
        </p:grpSpPr>
        <p:sp>
          <p:nvSpPr>
            <p:cNvPr id="2092" name="Oval 2091">
              <a:extLst>
                <a:ext uri="{FF2B5EF4-FFF2-40B4-BE49-F238E27FC236}">
                  <a16:creationId xmlns:a16="http://schemas.microsoft.com/office/drawing/2014/main" id="{631BBB72-859A-1D11-D5EB-A88326FC7034}"/>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3" name="Oval 2092">
              <a:extLst>
                <a:ext uri="{FF2B5EF4-FFF2-40B4-BE49-F238E27FC236}">
                  <a16:creationId xmlns:a16="http://schemas.microsoft.com/office/drawing/2014/main" id="{5AD2E741-D60B-3353-1CF4-D79232D32535}"/>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4" name="Oval 2093">
              <a:extLst>
                <a:ext uri="{FF2B5EF4-FFF2-40B4-BE49-F238E27FC236}">
                  <a16:creationId xmlns:a16="http://schemas.microsoft.com/office/drawing/2014/main" id="{898F10A8-76F6-DC8C-2E8B-F34730FE4A8C}"/>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5" name="Oval 2094">
              <a:extLst>
                <a:ext uri="{FF2B5EF4-FFF2-40B4-BE49-F238E27FC236}">
                  <a16:creationId xmlns:a16="http://schemas.microsoft.com/office/drawing/2014/main" id="{6D8C3166-2CA3-EEC5-5831-B51ECEB442A8}"/>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6" name="Oval 2095">
              <a:extLst>
                <a:ext uri="{FF2B5EF4-FFF2-40B4-BE49-F238E27FC236}">
                  <a16:creationId xmlns:a16="http://schemas.microsoft.com/office/drawing/2014/main" id="{174E2FB3-2C38-7CF8-085F-95C31B7B914B}"/>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7" name="Oval 2096">
              <a:extLst>
                <a:ext uri="{FF2B5EF4-FFF2-40B4-BE49-F238E27FC236}">
                  <a16:creationId xmlns:a16="http://schemas.microsoft.com/office/drawing/2014/main" id="{2329BDDD-3D2C-FE25-A5A3-9C4F39984FAE}"/>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8" name="Oval 2097">
              <a:extLst>
                <a:ext uri="{FF2B5EF4-FFF2-40B4-BE49-F238E27FC236}">
                  <a16:creationId xmlns:a16="http://schemas.microsoft.com/office/drawing/2014/main" id="{B124686C-3069-8294-12C7-B2724CC08DD2}"/>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2099" name="Straight Connector 2098">
              <a:extLst>
                <a:ext uri="{FF2B5EF4-FFF2-40B4-BE49-F238E27FC236}">
                  <a16:creationId xmlns:a16="http://schemas.microsoft.com/office/drawing/2014/main" id="{7069A911-A475-126D-50E9-C9F07AAE128C}"/>
                </a:ext>
              </a:extLst>
            </p:cNvPr>
            <p:cNvCxnSpPr>
              <a:cxnSpLocks/>
              <a:stCxn id="2095" idx="7"/>
              <a:endCxn id="2092"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F23C40D1-337D-BD62-07A6-428946FC3CAA}"/>
                </a:ext>
              </a:extLst>
            </p:cNvPr>
            <p:cNvCxnSpPr>
              <a:cxnSpLocks/>
              <a:stCxn id="2093" idx="3"/>
              <a:endCxn id="2092"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ECB4928A-2976-292E-A073-6A86917CB18D}"/>
                </a:ext>
              </a:extLst>
            </p:cNvPr>
            <p:cNvCxnSpPr>
              <a:cxnSpLocks/>
              <a:stCxn id="2098" idx="6"/>
              <a:endCxn id="2093"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7339B060-5D09-F305-35B0-B3FCF45E598F}"/>
                </a:ext>
              </a:extLst>
            </p:cNvPr>
            <p:cNvCxnSpPr>
              <a:cxnSpLocks/>
              <a:stCxn id="2093"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98875020-3B52-708A-1BB5-85A0FA3AA12B}"/>
                </a:ext>
              </a:extLst>
            </p:cNvPr>
            <p:cNvCxnSpPr>
              <a:cxnSpLocks/>
              <a:stCxn id="2096" idx="0"/>
              <a:endCxn id="2097"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A61AB773-50D5-0930-4C84-A596AF759EF1}"/>
                </a:ext>
              </a:extLst>
            </p:cNvPr>
            <p:cNvCxnSpPr>
              <a:cxnSpLocks/>
              <a:stCxn id="2095" idx="1"/>
              <a:endCxn id="2096"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cxnSp>
        <p:nvCxnSpPr>
          <p:cNvPr id="2105" name="Straight Arrow Connector 2104">
            <a:extLst>
              <a:ext uri="{FF2B5EF4-FFF2-40B4-BE49-F238E27FC236}">
                <a16:creationId xmlns:a16="http://schemas.microsoft.com/office/drawing/2014/main" id="{CD5FD781-CDB7-0245-F9C4-3916813D128B}"/>
              </a:ext>
            </a:extLst>
          </p:cNvPr>
          <p:cNvCxnSpPr>
            <a:cxnSpLocks/>
          </p:cNvCxnSpPr>
          <p:nvPr/>
        </p:nvCxnSpPr>
        <p:spPr>
          <a:xfrm flipH="1" flipV="1">
            <a:off x="6342703" y="3036367"/>
            <a:ext cx="0" cy="56200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07" name="Group 2106">
            <a:extLst>
              <a:ext uri="{FF2B5EF4-FFF2-40B4-BE49-F238E27FC236}">
                <a16:creationId xmlns:a16="http://schemas.microsoft.com/office/drawing/2014/main" id="{AA9FF0F0-716B-6D6D-0EED-062881BD7CA2}"/>
              </a:ext>
            </a:extLst>
          </p:cNvPr>
          <p:cNvGrpSpPr/>
          <p:nvPr/>
        </p:nvGrpSpPr>
        <p:grpSpPr>
          <a:xfrm>
            <a:off x="9484479" y="1353370"/>
            <a:ext cx="792088" cy="870932"/>
            <a:chOff x="1928666" y="4730820"/>
            <a:chExt cx="792088" cy="870932"/>
          </a:xfrm>
        </p:grpSpPr>
        <p:pic>
          <p:nvPicPr>
            <p:cNvPr id="2108" name="Graphic 2107" descr="Laptop outline">
              <a:extLst>
                <a:ext uri="{FF2B5EF4-FFF2-40B4-BE49-F238E27FC236}">
                  <a16:creationId xmlns:a16="http://schemas.microsoft.com/office/drawing/2014/main" id="{74061D7F-1686-D592-279E-988CF36316A2}"/>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2085925" y="4730820"/>
              <a:ext cx="477571" cy="477571"/>
            </a:xfrm>
            <a:prstGeom prst="rect">
              <a:avLst/>
            </a:prstGeom>
          </p:spPr>
        </p:pic>
        <p:sp>
          <p:nvSpPr>
            <p:cNvPr id="2109" name="TextBox 2108">
              <a:extLst>
                <a:ext uri="{FF2B5EF4-FFF2-40B4-BE49-F238E27FC236}">
                  <a16:creationId xmlns:a16="http://schemas.microsoft.com/office/drawing/2014/main" id="{617337C6-EC65-337A-5FE2-C55BBC3DE061}"/>
                </a:ext>
              </a:extLst>
            </p:cNvPr>
            <p:cNvSpPr txBox="1"/>
            <p:nvPr/>
          </p:nvSpPr>
          <p:spPr>
            <a:xfrm>
              <a:off x="1928666" y="5186254"/>
              <a:ext cx="792088" cy="415498"/>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Smarter Compliance Front-end</a:t>
              </a:r>
            </a:p>
          </p:txBody>
        </p:sp>
      </p:grpSp>
      <p:cxnSp>
        <p:nvCxnSpPr>
          <p:cNvPr id="2110" name="Straight Arrow Connector 2109">
            <a:extLst>
              <a:ext uri="{FF2B5EF4-FFF2-40B4-BE49-F238E27FC236}">
                <a16:creationId xmlns:a16="http://schemas.microsoft.com/office/drawing/2014/main" id="{C687D0F4-FA2D-599D-FF9A-84B833A557FB}"/>
              </a:ext>
            </a:extLst>
          </p:cNvPr>
          <p:cNvCxnSpPr>
            <a:cxnSpLocks/>
          </p:cNvCxnSpPr>
          <p:nvPr/>
        </p:nvCxnSpPr>
        <p:spPr>
          <a:xfrm flipH="1">
            <a:off x="10276567" y="1683070"/>
            <a:ext cx="857977"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16" name="Group 2115">
            <a:extLst>
              <a:ext uri="{FF2B5EF4-FFF2-40B4-BE49-F238E27FC236}">
                <a16:creationId xmlns:a16="http://schemas.microsoft.com/office/drawing/2014/main" id="{BB8FABF4-ACD2-6998-9D34-FA84DE7D812B}"/>
              </a:ext>
            </a:extLst>
          </p:cNvPr>
          <p:cNvGrpSpPr/>
          <p:nvPr/>
        </p:nvGrpSpPr>
        <p:grpSpPr>
          <a:xfrm>
            <a:off x="5948485" y="3699194"/>
            <a:ext cx="792088" cy="593933"/>
            <a:chOff x="1928666" y="4730820"/>
            <a:chExt cx="792088" cy="593933"/>
          </a:xfrm>
        </p:grpSpPr>
        <p:pic>
          <p:nvPicPr>
            <p:cNvPr id="2117" name="Graphic 2116" descr="Connected outline">
              <a:extLst>
                <a:ext uri="{FF2B5EF4-FFF2-40B4-BE49-F238E27FC236}">
                  <a16:creationId xmlns:a16="http://schemas.microsoft.com/office/drawing/2014/main" id="{F0E6225E-DDC9-F90C-0DB0-D142C27ACF3F}"/>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2085925" y="4730820"/>
              <a:ext cx="477571" cy="477571"/>
            </a:xfrm>
            <a:prstGeom prst="rect">
              <a:avLst/>
            </a:prstGeom>
          </p:spPr>
        </p:pic>
        <p:sp>
          <p:nvSpPr>
            <p:cNvPr id="2118" name="TextBox 2117">
              <a:extLst>
                <a:ext uri="{FF2B5EF4-FFF2-40B4-BE49-F238E27FC236}">
                  <a16:creationId xmlns:a16="http://schemas.microsoft.com/office/drawing/2014/main" id="{59284D59-12CA-E50F-612A-C7CC39C884D3}"/>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cxnSp>
        <p:nvCxnSpPr>
          <p:cNvPr id="2119" name="Straight Arrow Connector 2118">
            <a:extLst>
              <a:ext uri="{FF2B5EF4-FFF2-40B4-BE49-F238E27FC236}">
                <a16:creationId xmlns:a16="http://schemas.microsoft.com/office/drawing/2014/main" id="{DCA00173-9462-B6C2-D72F-9F8B93BBBAFC}"/>
              </a:ext>
            </a:extLst>
          </p:cNvPr>
          <p:cNvCxnSpPr>
            <a:cxnSpLocks/>
          </p:cNvCxnSpPr>
          <p:nvPr/>
        </p:nvCxnSpPr>
        <p:spPr>
          <a:xfrm flipV="1">
            <a:off x="6351562" y="4251055"/>
            <a:ext cx="0" cy="530526"/>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128" name="Rectangle: Rounded Corners 2127">
            <a:extLst>
              <a:ext uri="{FF2B5EF4-FFF2-40B4-BE49-F238E27FC236}">
                <a16:creationId xmlns:a16="http://schemas.microsoft.com/office/drawing/2014/main" id="{778B050D-6906-1E7A-0377-D7AB5CA8FDF0}"/>
              </a:ext>
            </a:extLst>
          </p:cNvPr>
          <p:cNvSpPr/>
          <p:nvPr/>
        </p:nvSpPr>
        <p:spPr>
          <a:xfrm>
            <a:off x="3637219" y="1213665"/>
            <a:ext cx="5625582" cy="3215014"/>
          </a:xfrm>
          <a:prstGeom prst="roundRect">
            <a:avLst>
              <a:gd name="adj" fmla="val 3917"/>
            </a:avLst>
          </a:prstGeom>
          <a:noFill/>
          <a:ln w="9525">
            <a:solidFill>
              <a:srgbClr val="0F204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1400">
                <a:solidFill>
                  <a:srgbClr val="0F204B"/>
                </a:solidFill>
              </a:rPr>
              <a:t>Compliance Asset Model </a:t>
            </a:r>
          </a:p>
        </p:txBody>
      </p:sp>
      <p:sp>
        <p:nvSpPr>
          <p:cNvPr id="2129" name="TextBox 2128">
            <a:extLst>
              <a:ext uri="{FF2B5EF4-FFF2-40B4-BE49-F238E27FC236}">
                <a16:creationId xmlns:a16="http://schemas.microsoft.com/office/drawing/2014/main" id="{BA5C07FA-D8BE-AFE6-D0B6-4DD9242DA5BC}"/>
              </a:ext>
            </a:extLst>
          </p:cNvPr>
          <p:cNvSpPr txBox="1"/>
          <p:nvPr/>
        </p:nvSpPr>
        <p:spPr>
          <a:xfrm>
            <a:off x="3045782" y="2508119"/>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A</a:t>
            </a:r>
          </a:p>
        </p:txBody>
      </p:sp>
      <p:sp>
        <p:nvSpPr>
          <p:cNvPr id="2130" name="TextBox 2129">
            <a:extLst>
              <a:ext uri="{FF2B5EF4-FFF2-40B4-BE49-F238E27FC236}">
                <a16:creationId xmlns:a16="http://schemas.microsoft.com/office/drawing/2014/main" id="{0ED12474-7977-8BBB-5835-5C2015F91E1B}"/>
              </a:ext>
            </a:extLst>
          </p:cNvPr>
          <p:cNvSpPr txBox="1"/>
          <p:nvPr/>
        </p:nvSpPr>
        <p:spPr>
          <a:xfrm>
            <a:off x="6271795" y="456709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B</a:t>
            </a:r>
          </a:p>
        </p:txBody>
      </p:sp>
      <p:sp>
        <p:nvSpPr>
          <p:cNvPr id="2132" name="TextBox 2131">
            <a:extLst>
              <a:ext uri="{FF2B5EF4-FFF2-40B4-BE49-F238E27FC236}">
                <a16:creationId xmlns:a16="http://schemas.microsoft.com/office/drawing/2014/main" id="{5EF83E73-5332-98D9-C547-A368C2C8C6C2}"/>
              </a:ext>
            </a:extLst>
          </p:cNvPr>
          <p:cNvSpPr txBox="1"/>
          <p:nvPr/>
        </p:nvSpPr>
        <p:spPr>
          <a:xfrm>
            <a:off x="9240259" y="328733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a:t>
            </a:r>
          </a:p>
        </p:txBody>
      </p:sp>
      <p:sp>
        <p:nvSpPr>
          <p:cNvPr id="2133" name="TextBox 2132">
            <a:extLst>
              <a:ext uri="{FF2B5EF4-FFF2-40B4-BE49-F238E27FC236}">
                <a16:creationId xmlns:a16="http://schemas.microsoft.com/office/drawing/2014/main" id="{054A76A1-D164-85FD-2918-5B94E6211002}"/>
              </a:ext>
            </a:extLst>
          </p:cNvPr>
          <p:cNvSpPr txBox="1"/>
          <p:nvPr/>
        </p:nvSpPr>
        <p:spPr>
          <a:xfrm>
            <a:off x="9212328" y="1596120"/>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a:t>
            </a:r>
          </a:p>
        </p:txBody>
      </p:sp>
      <p:sp>
        <p:nvSpPr>
          <p:cNvPr id="2134" name="TextBox 2133">
            <a:extLst>
              <a:ext uri="{FF2B5EF4-FFF2-40B4-BE49-F238E27FC236}">
                <a16:creationId xmlns:a16="http://schemas.microsoft.com/office/drawing/2014/main" id="{2AB807A0-FBE3-B70C-A210-F1A319BBF6D8}"/>
              </a:ext>
            </a:extLst>
          </p:cNvPr>
          <p:cNvSpPr txBox="1"/>
          <p:nvPr/>
        </p:nvSpPr>
        <p:spPr>
          <a:xfrm>
            <a:off x="6986020" y="3058945"/>
            <a:ext cx="356597" cy="13849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cs typeface="Arial"/>
              </a:rPr>
              <a:t>F</a:t>
            </a:r>
          </a:p>
        </p:txBody>
      </p:sp>
      <p:grpSp>
        <p:nvGrpSpPr>
          <p:cNvPr id="2" name="Group 1">
            <a:extLst>
              <a:ext uri="{FF2B5EF4-FFF2-40B4-BE49-F238E27FC236}">
                <a16:creationId xmlns:a16="http://schemas.microsoft.com/office/drawing/2014/main" id="{802D381B-53EA-515B-C8D4-7086943785F5}"/>
              </a:ext>
            </a:extLst>
          </p:cNvPr>
          <p:cNvGrpSpPr/>
          <p:nvPr/>
        </p:nvGrpSpPr>
        <p:grpSpPr>
          <a:xfrm>
            <a:off x="7621864" y="5237002"/>
            <a:ext cx="792088" cy="732433"/>
            <a:chOff x="7702986" y="4421064"/>
            <a:chExt cx="792088" cy="732433"/>
          </a:xfrm>
        </p:grpSpPr>
        <p:pic>
          <p:nvPicPr>
            <p:cNvPr id="5" name="Graphic 4" descr="Robot Hand outline">
              <a:extLst>
                <a:ext uri="{FF2B5EF4-FFF2-40B4-BE49-F238E27FC236}">
                  <a16:creationId xmlns:a16="http://schemas.microsoft.com/office/drawing/2014/main" id="{B45E1A0F-BC1D-0AD3-A028-04C9DE05A4DD}"/>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7860245" y="4421064"/>
              <a:ext cx="477571" cy="477571"/>
            </a:xfrm>
            <a:prstGeom prst="rect">
              <a:avLst/>
            </a:prstGeom>
          </p:spPr>
        </p:pic>
        <p:sp>
          <p:nvSpPr>
            <p:cNvPr id="8" name="TextBox 7">
              <a:extLst>
                <a:ext uri="{FF2B5EF4-FFF2-40B4-BE49-F238E27FC236}">
                  <a16:creationId xmlns:a16="http://schemas.microsoft.com/office/drawing/2014/main" id="{8084DA1D-4FC6-4957-C4E8-526C07054D74}"/>
                </a:ext>
              </a:extLst>
            </p:cNvPr>
            <p:cNvSpPr txBox="1"/>
            <p:nvPr/>
          </p:nvSpPr>
          <p:spPr>
            <a:xfrm>
              <a:off x="7702986" y="4876498"/>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Deployment report</a:t>
              </a:r>
            </a:p>
          </p:txBody>
        </p:sp>
      </p:grpSp>
      <p:cxnSp>
        <p:nvCxnSpPr>
          <p:cNvPr id="9" name="Straight Arrow Connector 8">
            <a:extLst>
              <a:ext uri="{FF2B5EF4-FFF2-40B4-BE49-F238E27FC236}">
                <a16:creationId xmlns:a16="http://schemas.microsoft.com/office/drawing/2014/main" id="{8F8D10D0-2F02-8949-35DF-B4E37C6F385D}"/>
              </a:ext>
            </a:extLst>
          </p:cNvPr>
          <p:cNvCxnSpPr>
            <a:cxnSpLocks/>
          </p:cNvCxnSpPr>
          <p:nvPr/>
        </p:nvCxnSpPr>
        <p:spPr>
          <a:xfrm flipH="1" flipV="1">
            <a:off x="6670651" y="4218809"/>
            <a:ext cx="1177236" cy="974799"/>
          </a:xfrm>
          <a:prstGeom prst="straightConnector1">
            <a:avLst/>
          </a:prstGeom>
          <a:ln>
            <a:solidFill>
              <a:srgbClr val="0F204B"/>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8E295465-7B92-831A-61A1-6C2C932E5633}"/>
              </a:ext>
            </a:extLst>
          </p:cNvPr>
          <p:cNvSpPr txBox="1"/>
          <p:nvPr/>
        </p:nvSpPr>
        <p:spPr>
          <a:xfrm>
            <a:off x="7443121" y="6024680"/>
            <a:ext cx="1149574" cy="215444"/>
          </a:xfrm>
          <a:prstGeom prst="rect">
            <a:avLst/>
          </a:prstGeom>
          <a:noFill/>
        </p:spPr>
        <p:txBody>
          <a:bodyPr wrap="square" lIns="0" tIns="0" rIns="0" bIns="0" rtlCol="0" anchor="t">
            <a:spAutoFit/>
          </a:bodyPr>
          <a:lstStyle/>
          <a:p>
            <a:pPr algn="ctr">
              <a:lnSpc>
                <a:spcPct val="100000"/>
              </a:lnSpc>
              <a:spcBef>
                <a:spcPts val="600"/>
              </a:spcBef>
            </a:pPr>
            <a:r>
              <a:rPr lang="en-GB" sz="700">
                <a:solidFill>
                  <a:schemeClr val="accent1"/>
                </a:solidFill>
              </a:rPr>
              <a:t>Alternative/complimentary to the log systems</a:t>
            </a:r>
          </a:p>
        </p:txBody>
      </p:sp>
      <p:pic>
        <p:nvPicPr>
          <p:cNvPr id="12" name="Graphic 11" descr="List outline">
            <a:extLst>
              <a:ext uri="{FF2B5EF4-FFF2-40B4-BE49-F238E27FC236}">
                <a16:creationId xmlns:a16="http://schemas.microsoft.com/office/drawing/2014/main" id="{8A35BAE1-35AD-977B-CC37-0F90739035C5}"/>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945219" y="1385777"/>
            <a:ext cx="564412" cy="555552"/>
          </a:xfrm>
          <a:prstGeom prst="rect">
            <a:avLst/>
          </a:prstGeom>
        </p:spPr>
      </p:pic>
      <p:sp>
        <p:nvSpPr>
          <p:cNvPr id="30" name="TextBox 29">
            <a:extLst>
              <a:ext uri="{FF2B5EF4-FFF2-40B4-BE49-F238E27FC236}">
                <a16:creationId xmlns:a16="http://schemas.microsoft.com/office/drawing/2014/main" id="{DC2A5D67-26D5-EA63-FA8C-C17D2729D6CA}"/>
              </a:ext>
            </a:extLst>
          </p:cNvPr>
          <p:cNvSpPr txBox="1"/>
          <p:nvPr/>
        </p:nvSpPr>
        <p:spPr>
          <a:xfrm>
            <a:off x="2830827" y="1929581"/>
            <a:ext cx="792088" cy="41549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Source (informal) requirements</a:t>
            </a:r>
            <a:endParaRPr lang="en-GB" sz="900">
              <a:solidFill>
                <a:schemeClr val="accent1"/>
              </a:solidFill>
              <a:cs typeface="Arial"/>
            </a:endParaRPr>
          </a:p>
        </p:txBody>
      </p:sp>
      <p:cxnSp>
        <p:nvCxnSpPr>
          <p:cNvPr id="31" name="Straight Arrow Connector 30">
            <a:extLst>
              <a:ext uri="{FF2B5EF4-FFF2-40B4-BE49-F238E27FC236}">
                <a16:creationId xmlns:a16="http://schemas.microsoft.com/office/drawing/2014/main" id="{354809AA-9D10-5A63-66C4-78144622B8F4}"/>
              </a:ext>
            </a:extLst>
          </p:cNvPr>
          <p:cNvCxnSpPr>
            <a:cxnSpLocks/>
          </p:cNvCxnSpPr>
          <p:nvPr/>
        </p:nvCxnSpPr>
        <p:spPr>
          <a:xfrm flipV="1">
            <a:off x="2630014" y="1679943"/>
            <a:ext cx="340809" cy="218726"/>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4" name="Graphic 33" descr="User with solid fill">
            <a:extLst>
              <a:ext uri="{FF2B5EF4-FFF2-40B4-BE49-F238E27FC236}">
                <a16:creationId xmlns:a16="http://schemas.microsoft.com/office/drawing/2014/main" id="{336F3703-6D80-EF8E-3D5E-4C43CA3A8293}"/>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flipH="1">
            <a:off x="2592573" y="1562986"/>
            <a:ext cx="246320" cy="245435"/>
          </a:xfrm>
          <a:prstGeom prst="rect">
            <a:avLst/>
          </a:prstGeom>
        </p:spPr>
      </p:pic>
      <p:sp>
        <p:nvSpPr>
          <p:cNvPr id="27" name="TextBox 26">
            <a:extLst>
              <a:ext uri="{FF2B5EF4-FFF2-40B4-BE49-F238E27FC236}">
                <a16:creationId xmlns:a16="http://schemas.microsoft.com/office/drawing/2014/main" id="{32D543CC-B491-CD9B-80F5-1F23F4647C75}"/>
              </a:ext>
            </a:extLst>
          </p:cNvPr>
          <p:cNvSpPr txBox="1"/>
          <p:nvPr/>
        </p:nvSpPr>
        <p:spPr>
          <a:xfrm>
            <a:off x="2531814" y="1428010"/>
            <a:ext cx="35803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SME</a:t>
            </a:r>
          </a:p>
        </p:txBody>
      </p:sp>
      <p:sp>
        <p:nvSpPr>
          <p:cNvPr id="28" name="Freeform: Shape 27">
            <a:extLst>
              <a:ext uri="{FF2B5EF4-FFF2-40B4-BE49-F238E27FC236}">
                <a16:creationId xmlns:a16="http://schemas.microsoft.com/office/drawing/2014/main" id="{0C3CB6F9-4BAD-F035-5FAD-B0A76BC2C078}"/>
              </a:ext>
            </a:extLst>
          </p:cNvPr>
          <p:cNvSpPr/>
          <p:nvPr/>
        </p:nvSpPr>
        <p:spPr>
          <a:xfrm flipV="1">
            <a:off x="2216101" y="2378616"/>
            <a:ext cx="1683195" cy="147319"/>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prstDash val="solid"/>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oup 28">
            <a:extLst>
              <a:ext uri="{FF2B5EF4-FFF2-40B4-BE49-F238E27FC236}">
                <a16:creationId xmlns:a16="http://schemas.microsoft.com/office/drawing/2014/main" id="{00B83F13-95CD-2A60-BB14-3182EBD09EF0}"/>
              </a:ext>
            </a:extLst>
          </p:cNvPr>
          <p:cNvGrpSpPr/>
          <p:nvPr/>
        </p:nvGrpSpPr>
        <p:grpSpPr>
          <a:xfrm>
            <a:off x="10350041" y="3593290"/>
            <a:ext cx="792088" cy="593933"/>
            <a:chOff x="7702986" y="4421064"/>
            <a:chExt cx="792088" cy="593933"/>
          </a:xfrm>
        </p:grpSpPr>
        <p:pic>
          <p:nvPicPr>
            <p:cNvPr id="33" name="Graphic 32" descr="Contract outline">
              <a:extLst>
                <a:ext uri="{FF2B5EF4-FFF2-40B4-BE49-F238E27FC236}">
                  <a16:creationId xmlns:a16="http://schemas.microsoft.com/office/drawing/2014/main" id="{1A1778CA-F5F4-3660-E62A-CEFCDB95E37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36" name="TextBox 35">
              <a:extLst>
                <a:ext uri="{FF2B5EF4-FFF2-40B4-BE49-F238E27FC236}">
                  <a16:creationId xmlns:a16="http://schemas.microsoft.com/office/drawing/2014/main" id="{C7939EB7-678F-C923-5BC7-06DE37DC5887}"/>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Service cards</a:t>
              </a:r>
              <a:endParaRPr lang="en-GB" sz="900">
                <a:solidFill>
                  <a:schemeClr val="accent1"/>
                </a:solidFill>
                <a:cs typeface="Arial"/>
              </a:endParaRPr>
            </a:p>
          </p:txBody>
        </p:sp>
      </p:grpSp>
      <p:pic>
        <p:nvPicPr>
          <p:cNvPr id="38" name="Graphic 37" descr="Document outline">
            <a:extLst>
              <a:ext uri="{FF2B5EF4-FFF2-40B4-BE49-F238E27FC236}">
                <a16:creationId xmlns:a16="http://schemas.microsoft.com/office/drawing/2014/main" id="{F447A56E-069D-8CEE-FA26-0007DE57D7A1}"/>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1288309" y="3593987"/>
            <a:ext cx="477571" cy="477571"/>
          </a:xfrm>
          <a:prstGeom prst="rect">
            <a:avLst/>
          </a:prstGeom>
        </p:spPr>
      </p:pic>
      <p:sp>
        <p:nvSpPr>
          <p:cNvPr id="43" name="TextBox 42">
            <a:extLst>
              <a:ext uri="{FF2B5EF4-FFF2-40B4-BE49-F238E27FC236}">
                <a16:creationId xmlns:a16="http://schemas.microsoft.com/office/drawing/2014/main" id="{C1F58A0B-443C-5969-AE15-48764BCAD82A}"/>
              </a:ext>
            </a:extLst>
          </p:cNvPr>
          <p:cNvSpPr txBox="1"/>
          <p:nvPr/>
        </p:nvSpPr>
        <p:spPr>
          <a:xfrm>
            <a:off x="11138935" y="4048724"/>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User manuals</a:t>
            </a:r>
          </a:p>
        </p:txBody>
      </p:sp>
      <p:sp>
        <p:nvSpPr>
          <p:cNvPr id="15" name="Rectangle 14">
            <a:extLst>
              <a:ext uri="{FF2B5EF4-FFF2-40B4-BE49-F238E27FC236}">
                <a16:creationId xmlns:a16="http://schemas.microsoft.com/office/drawing/2014/main" id="{B7AE8367-7C1C-26FC-A4CD-0F370AD373EB}"/>
              </a:ext>
            </a:extLst>
          </p:cNvPr>
          <p:cNvSpPr/>
          <p:nvPr/>
        </p:nvSpPr>
        <p:spPr>
          <a:xfrm>
            <a:off x="5675133" y="2597375"/>
            <a:ext cx="974522" cy="390413"/>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accent1"/>
                </a:solidFill>
              </a:rPr>
              <a:t>Asset specific Requirements</a:t>
            </a:r>
          </a:p>
        </p:txBody>
      </p:sp>
      <p:cxnSp>
        <p:nvCxnSpPr>
          <p:cNvPr id="37" name="Straight Arrow Connector 36">
            <a:extLst>
              <a:ext uri="{FF2B5EF4-FFF2-40B4-BE49-F238E27FC236}">
                <a16:creationId xmlns:a16="http://schemas.microsoft.com/office/drawing/2014/main" id="{2920EF0F-F493-81B0-5CED-E892EE0EE2B4}"/>
              </a:ext>
            </a:extLst>
          </p:cNvPr>
          <p:cNvCxnSpPr>
            <a:cxnSpLocks/>
          </p:cNvCxnSpPr>
          <p:nvPr/>
        </p:nvCxnSpPr>
        <p:spPr>
          <a:xfrm>
            <a:off x="5199702" y="2792065"/>
            <a:ext cx="478463" cy="5069"/>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36E75289-07B9-8694-4FD8-31B2DBDC8E61}"/>
              </a:ext>
            </a:extLst>
          </p:cNvPr>
          <p:cNvSpPr txBox="1"/>
          <p:nvPr/>
        </p:nvSpPr>
        <p:spPr>
          <a:xfrm>
            <a:off x="6519878" y="1978421"/>
            <a:ext cx="1110345" cy="3161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pPr>
            <a:r>
              <a:rPr lang="en-US" sz="1000">
                <a:solidFill>
                  <a:schemeClr val="accent1"/>
                </a:solidFill>
                <a:cs typeface="Arial"/>
              </a:rPr>
              <a:t>Automated compliance check</a:t>
            </a:r>
            <a:endParaRPr lang="en-US" sz="1000" err="1">
              <a:solidFill>
                <a:schemeClr val="accent1"/>
              </a:solidFill>
            </a:endParaRPr>
          </a:p>
        </p:txBody>
      </p:sp>
      <p:sp>
        <p:nvSpPr>
          <p:cNvPr id="51" name="Rectangle 50">
            <a:extLst>
              <a:ext uri="{FF2B5EF4-FFF2-40B4-BE49-F238E27FC236}">
                <a16:creationId xmlns:a16="http://schemas.microsoft.com/office/drawing/2014/main" id="{1A5BE647-E7D4-6551-BFF4-DE6BE9DA1F2D}"/>
              </a:ext>
            </a:extLst>
          </p:cNvPr>
          <p:cNvSpPr/>
          <p:nvPr/>
        </p:nvSpPr>
        <p:spPr>
          <a:xfrm>
            <a:off x="3916166" y="2830980"/>
            <a:ext cx="1081663" cy="387689"/>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600"/>
              </a:spcBef>
            </a:pPr>
            <a:r>
              <a:rPr lang="en-GB" sz="1000"/>
              <a:t>DocumentationRequirements</a:t>
            </a:r>
          </a:p>
        </p:txBody>
      </p:sp>
    </p:spTree>
    <p:extLst>
      <p:ext uri="{BB962C8B-B14F-4D97-AF65-F5344CB8AC3E}">
        <p14:creationId xmlns:p14="http://schemas.microsoft.com/office/powerpoint/2010/main" val="27842906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9DA5C-2FF0-A4E5-CBFD-86E4C77C3ADC}"/>
            </a:ext>
          </a:extLst>
        </p:cNvPr>
        <p:cNvGrpSpPr/>
        <p:nvPr/>
      </p:nvGrpSpPr>
      <p:grpSpPr>
        <a:xfrm>
          <a:off x="0" y="0"/>
          <a:ext cx="0" cy="0"/>
          <a:chOff x="0" y="0"/>
          <a:chExt cx="0" cy="0"/>
        </a:xfrm>
      </p:grpSpPr>
      <p:sp>
        <p:nvSpPr>
          <p:cNvPr id="57" name="Rectangle 56">
            <a:extLst>
              <a:ext uri="{FF2B5EF4-FFF2-40B4-BE49-F238E27FC236}">
                <a16:creationId xmlns:a16="http://schemas.microsoft.com/office/drawing/2014/main" id="{788D73D9-E5D3-8416-CAD0-61A5F689A685}"/>
              </a:ext>
            </a:extLst>
          </p:cNvPr>
          <p:cNvSpPr/>
          <p:nvPr/>
        </p:nvSpPr>
        <p:spPr>
          <a:xfrm>
            <a:off x="4299266" y="1263421"/>
            <a:ext cx="6448212" cy="5474106"/>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GB" sz="2000" err="1"/>
          </a:p>
        </p:txBody>
      </p:sp>
      <p:sp>
        <p:nvSpPr>
          <p:cNvPr id="17" name="Rectangle 16">
            <a:extLst>
              <a:ext uri="{FF2B5EF4-FFF2-40B4-BE49-F238E27FC236}">
                <a16:creationId xmlns:a16="http://schemas.microsoft.com/office/drawing/2014/main" id="{5709D4B8-E7E4-604D-508A-A71F877F77FB}"/>
              </a:ext>
            </a:extLst>
          </p:cNvPr>
          <p:cNvSpPr/>
          <p:nvPr/>
        </p:nvSpPr>
        <p:spPr>
          <a:xfrm>
            <a:off x="505748" y="999704"/>
            <a:ext cx="2706348" cy="133103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GB" sz="2000" err="1"/>
          </a:p>
        </p:txBody>
      </p:sp>
      <p:sp>
        <p:nvSpPr>
          <p:cNvPr id="2" name="Title 1">
            <a:extLst>
              <a:ext uri="{FF2B5EF4-FFF2-40B4-BE49-F238E27FC236}">
                <a16:creationId xmlns:a16="http://schemas.microsoft.com/office/drawing/2014/main" id="{DE226075-CDCF-5994-96BD-19002D24A920}"/>
              </a:ext>
            </a:extLst>
          </p:cNvPr>
          <p:cNvSpPr>
            <a:spLocks noGrp="1"/>
          </p:cNvSpPr>
          <p:nvPr>
            <p:ph type="title"/>
          </p:nvPr>
        </p:nvSpPr>
        <p:spPr>
          <a:xfrm>
            <a:off x="413854" y="242467"/>
            <a:ext cx="8093165" cy="427242"/>
          </a:xfrm>
        </p:spPr>
        <p:txBody>
          <a:bodyPr/>
          <a:lstStyle/>
          <a:p>
            <a:r>
              <a:rPr lang="en-US" dirty="0">
                <a:cs typeface="Arial"/>
              </a:rPr>
              <a:t>Current system architecture</a:t>
            </a:r>
            <a:endParaRPr lang="en-US" dirty="0"/>
          </a:p>
        </p:txBody>
      </p:sp>
      <p:sp>
        <p:nvSpPr>
          <p:cNvPr id="4" name="Slide Number Placeholder 3">
            <a:extLst>
              <a:ext uri="{FF2B5EF4-FFF2-40B4-BE49-F238E27FC236}">
                <a16:creationId xmlns:a16="http://schemas.microsoft.com/office/drawing/2014/main" id="{4C473236-E3D1-D037-76C8-136506E52564}"/>
              </a:ext>
            </a:extLst>
          </p:cNvPr>
          <p:cNvSpPr>
            <a:spLocks noGrp="1"/>
          </p:cNvSpPr>
          <p:nvPr>
            <p:ph type="sldNum" sz="quarter" idx="12"/>
          </p:nvPr>
        </p:nvSpPr>
        <p:spPr/>
        <p:txBody>
          <a:bodyPr/>
          <a:lstStyle/>
          <a:p>
            <a:fld id="{5BA07366-CB75-4AA8-9E5B-928B849F427C}" type="slidenum">
              <a:rPr lang="en-GB" smtClean="0"/>
              <a:t>4</a:t>
            </a:fld>
            <a:endParaRPr lang="en-GB"/>
          </a:p>
        </p:txBody>
      </p:sp>
      <p:pic>
        <p:nvPicPr>
          <p:cNvPr id="11" name="Graphic 10" descr="Database outline">
            <a:extLst>
              <a:ext uri="{FF2B5EF4-FFF2-40B4-BE49-F238E27FC236}">
                <a16:creationId xmlns:a16="http://schemas.microsoft.com/office/drawing/2014/main" id="{FE9BDCF3-307D-0079-FBC5-16580D7CBF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3008" y="962715"/>
            <a:ext cx="779549" cy="779549"/>
          </a:xfrm>
          <a:prstGeom prst="rect">
            <a:avLst/>
          </a:prstGeom>
        </p:spPr>
      </p:pic>
      <p:sp>
        <p:nvSpPr>
          <p:cNvPr id="12" name="TextBox 11">
            <a:extLst>
              <a:ext uri="{FF2B5EF4-FFF2-40B4-BE49-F238E27FC236}">
                <a16:creationId xmlns:a16="http://schemas.microsoft.com/office/drawing/2014/main" id="{37035BBA-2A2B-CA25-7EF8-00E4F6936BA3}"/>
              </a:ext>
            </a:extLst>
          </p:cNvPr>
          <p:cNvSpPr txBox="1"/>
          <p:nvPr/>
        </p:nvSpPr>
        <p:spPr>
          <a:xfrm>
            <a:off x="454187" y="1728311"/>
            <a:ext cx="1311308" cy="384721"/>
          </a:xfrm>
          <a:prstGeom prst="rect">
            <a:avLst/>
          </a:prstGeom>
          <a:noFill/>
        </p:spPr>
        <p:txBody>
          <a:bodyPr wrap="square" lIns="0" tIns="0" rIns="0" bIns="0" rtlCol="0">
            <a:spAutoFit/>
          </a:bodyPr>
          <a:lstStyle/>
          <a:p>
            <a:pPr algn="ctr">
              <a:lnSpc>
                <a:spcPct val="100000"/>
              </a:lnSpc>
              <a:spcBef>
                <a:spcPts val="600"/>
              </a:spcBef>
            </a:pPr>
            <a:r>
              <a:rPr lang="en-US" sz="900" err="1"/>
              <a:t>Havbruksloggen</a:t>
            </a:r>
            <a:br>
              <a:rPr lang="en-US" sz="900"/>
            </a:br>
            <a:r>
              <a:rPr lang="en-US" sz="800"/>
              <a:t>Source of site model and documents</a:t>
            </a:r>
          </a:p>
        </p:txBody>
      </p:sp>
      <p:sp>
        <p:nvSpPr>
          <p:cNvPr id="13" name="TextBox 12">
            <a:extLst>
              <a:ext uri="{FF2B5EF4-FFF2-40B4-BE49-F238E27FC236}">
                <a16:creationId xmlns:a16="http://schemas.microsoft.com/office/drawing/2014/main" id="{E4FE49EA-CC2B-CEAA-77B4-8B1A19AEEC9F}"/>
              </a:ext>
            </a:extLst>
          </p:cNvPr>
          <p:cNvSpPr txBox="1"/>
          <p:nvPr/>
        </p:nvSpPr>
        <p:spPr>
          <a:xfrm>
            <a:off x="1981571" y="1726441"/>
            <a:ext cx="1161544" cy="384721"/>
          </a:xfrm>
          <a:prstGeom prst="rect">
            <a:avLst/>
          </a:prstGeom>
          <a:noFill/>
        </p:spPr>
        <p:txBody>
          <a:bodyPr wrap="square" lIns="0" tIns="0" rIns="0" bIns="0" rtlCol="0">
            <a:spAutoFit/>
          </a:bodyPr>
          <a:lstStyle/>
          <a:p>
            <a:pPr algn="ctr">
              <a:lnSpc>
                <a:spcPct val="100000"/>
              </a:lnSpc>
              <a:spcBef>
                <a:spcPts val="600"/>
              </a:spcBef>
            </a:pPr>
            <a:r>
              <a:rPr lang="en-US" sz="900" err="1"/>
              <a:t>Selstadloggen</a:t>
            </a:r>
            <a:br>
              <a:rPr lang="en-US" sz="900"/>
            </a:br>
            <a:r>
              <a:rPr lang="en-US" sz="800"/>
              <a:t>Source of site model and documents</a:t>
            </a:r>
          </a:p>
        </p:txBody>
      </p:sp>
      <p:pic>
        <p:nvPicPr>
          <p:cNvPr id="15" name="Graphic 14" descr="Database outline">
            <a:extLst>
              <a:ext uri="{FF2B5EF4-FFF2-40B4-BE49-F238E27FC236}">
                <a16:creationId xmlns:a16="http://schemas.microsoft.com/office/drawing/2014/main" id="{56DEFF30-E424-7F43-6087-8EC9DEAE83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310939" y="962714"/>
            <a:ext cx="779549" cy="779549"/>
          </a:xfrm>
          <a:prstGeom prst="rect">
            <a:avLst/>
          </a:prstGeom>
        </p:spPr>
      </p:pic>
      <p:sp>
        <p:nvSpPr>
          <p:cNvPr id="18" name="TextBox 17">
            <a:extLst>
              <a:ext uri="{FF2B5EF4-FFF2-40B4-BE49-F238E27FC236}">
                <a16:creationId xmlns:a16="http://schemas.microsoft.com/office/drawing/2014/main" id="{595900AC-DC67-573A-92E0-1A5D756048C5}"/>
              </a:ext>
            </a:extLst>
          </p:cNvPr>
          <p:cNvSpPr txBox="1"/>
          <p:nvPr/>
        </p:nvSpPr>
        <p:spPr>
          <a:xfrm>
            <a:off x="1659320" y="2124717"/>
            <a:ext cx="1508159" cy="169277"/>
          </a:xfrm>
          <a:prstGeom prst="rect">
            <a:avLst/>
          </a:prstGeom>
          <a:noFill/>
        </p:spPr>
        <p:txBody>
          <a:bodyPr wrap="square" lIns="0" tIns="0" rIns="0" bIns="0" rtlCol="0">
            <a:spAutoFit/>
          </a:bodyPr>
          <a:lstStyle/>
          <a:p>
            <a:pPr algn="l">
              <a:lnSpc>
                <a:spcPct val="100000"/>
              </a:lnSpc>
              <a:spcBef>
                <a:spcPts val="600"/>
              </a:spcBef>
            </a:pPr>
            <a:r>
              <a:rPr lang="en-GB" sz="1100">
                <a:solidFill>
                  <a:schemeClr val="accent1"/>
                </a:solidFill>
              </a:rPr>
              <a:t>Customer Log systems</a:t>
            </a:r>
          </a:p>
        </p:txBody>
      </p:sp>
      <p:cxnSp>
        <p:nvCxnSpPr>
          <p:cNvPr id="20" name="Straight Arrow Connector 19">
            <a:extLst>
              <a:ext uri="{FF2B5EF4-FFF2-40B4-BE49-F238E27FC236}">
                <a16:creationId xmlns:a16="http://schemas.microsoft.com/office/drawing/2014/main" id="{C4D6EAFB-6A9A-7476-1DB5-9D90B199C9A8}"/>
              </a:ext>
            </a:extLst>
          </p:cNvPr>
          <p:cNvCxnSpPr>
            <a:cxnSpLocks/>
          </p:cNvCxnSpPr>
          <p:nvPr/>
        </p:nvCxnSpPr>
        <p:spPr>
          <a:xfrm flipH="1">
            <a:off x="1223388" y="2372734"/>
            <a:ext cx="8574" cy="5961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 name="Cylinder 21">
            <a:extLst>
              <a:ext uri="{FF2B5EF4-FFF2-40B4-BE49-F238E27FC236}">
                <a16:creationId xmlns:a16="http://schemas.microsoft.com/office/drawing/2014/main" id="{157CCD25-09B8-4802-4376-C4F679AAF3FC}"/>
              </a:ext>
            </a:extLst>
          </p:cNvPr>
          <p:cNvSpPr/>
          <p:nvPr/>
        </p:nvSpPr>
        <p:spPr>
          <a:xfrm>
            <a:off x="505803" y="3832250"/>
            <a:ext cx="1533476" cy="2897516"/>
          </a:xfrm>
          <a:prstGeom prst="can">
            <a:avLst>
              <a:gd name="adj" fmla="val 33557"/>
            </a:avLst>
          </a:prstGeom>
          <a:ln/>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GB" sz="2000" err="1"/>
          </a:p>
        </p:txBody>
      </p:sp>
      <p:sp>
        <p:nvSpPr>
          <p:cNvPr id="23" name="Rectangle 22">
            <a:extLst>
              <a:ext uri="{FF2B5EF4-FFF2-40B4-BE49-F238E27FC236}">
                <a16:creationId xmlns:a16="http://schemas.microsoft.com/office/drawing/2014/main" id="{00608D72-DBFD-11C1-D3FF-201C8BF1B76D}"/>
              </a:ext>
            </a:extLst>
          </p:cNvPr>
          <p:cNvSpPr/>
          <p:nvPr/>
        </p:nvSpPr>
        <p:spPr>
          <a:xfrm>
            <a:off x="781399" y="4763844"/>
            <a:ext cx="1011226" cy="444545"/>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t>Site model</a:t>
            </a:r>
            <a:br>
              <a:rPr lang="en-GB" sz="2000"/>
            </a:br>
            <a:r>
              <a:rPr lang="en-GB" sz="700"/>
              <a:t>(in .</a:t>
            </a:r>
            <a:r>
              <a:rPr lang="en-GB" sz="700" err="1"/>
              <a:t>ttl</a:t>
            </a:r>
            <a:r>
              <a:rPr lang="en-GB" sz="700"/>
              <a:t> format – current and historical)</a:t>
            </a:r>
            <a:endParaRPr lang="en-GB" sz="800"/>
          </a:p>
        </p:txBody>
      </p:sp>
      <p:sp>
        <p:nvSpPr>
          <p:cNvPr id="24" name="Rectangle 23">
            <a:extLst>
              <a:ext uri="{FF2B5EF4-FFF2-40B4-BE49-F238E27FC236}">
                <a16:creationId xmlns:a16="http://schemas.microsoft.com/office/drawing/2014/main" id="{D6450935-2FB5-3977-7847-7183F39A1BB8}"/>
              </a:ext>
            </a:extLst>
          </p:cNvPr>
          <p:cNvSpPr/>
          <p:nvPr/>
        </p:nvSpPr>
        <p:spPr>
          <a:xfrm>
            <a:off x="786107" y="5279084"/>
            <a:ext cx="1011226" cy="430887"/>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t>Documents </a:t>
            </a:r>
            <a:br>
              <a:rPr lang="en-GB" sz="1050"/>
            </a:br>
            <a:r>
              <a:rPr lang="en-GB" sz="700"/>
              <a:t>(design documents, user manuals, etc)</a:t>
            </a:r>
            <a:endParaRPr lang="en-GB" sz="800"/>
          </a:p>
        </p:txBody>
      </p:sp>
      <p:sp>
        <p:nvSpPr>
          <p:cNvPr id="25" name="Rectangle 24">
            <a:extLst>
              <a:ext uri="{FF2B5EF4-FFF2-40B4-BE49-F238E27FC236}">
                <a16:creationId xmlns:a16="http://schemas.microsoft.com/office/drawing/2014/main" id="{25F13D4B-14F7-639B-03F7-F59ED7DD2EBD}"/>
              </a:ext>
            </a:extLst>
          </p:cNvPr>
          <p:cNvSpPr/>
          <p:nvPr/>
        </p:nvSpPr>
        <p:spPr>
          <a:xfrm>
            <a:off x="774492" y="6250120"/>
            <a:ext cx="1011226" cy="366419"/>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800"/>
              <a:t>Action-lists and metadata</a:t>
            </a:r>
            <a:br>
              <a:rPr lang="en-GB" sz="1000"/>
            </a:br>
            <a:r>
              <a:rPr lang="en-GB" sz="700"/>
              <a:t>(Excel and JSON)</a:t>
            </a:r>
            <a:endParaRPr lang="en-GB" sz="800"/>
          </a:p>
        </p:txBody>
      </p:sp>
      <p:cxnSp>
        <p:nvCxnSpPr>
          <p:cNvPr id="27" name="Straight Arrow Connector 26">
            <a:extLst>
              <a:ext uri="{FF2B5EF4-FFF2-40B4-BE49-F238E27FC236}">
                <a16:creationId xmlns:a16="http://schemas.microsoft.com/office/drawing/2014/main" id="{000B3909-58B6-798F-CD0C-5388EF20BE88}"/>
              </a:ext>
            </a:extLst>
          </p:cNvPr>
          <p:cNvCxnSpPr>
            <a:cxnSpLocks/>
          </p:cNvCxnSpPr>
          <p:nvPr/>
        </p:nvCxnSpPr>
        <p:spPr>
          <a:xfrm flipH="1">
            <a:off x="1238819" y="3547778"/>
            <a:ext cx="1157" cy="26410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8E88504-E989-09CB-145B-8DE3257B22EB}"/>
              </a:ext>
            </a:extLst>
          </p:cNvPr>
          <p:cNvSpPr txBox="1"/>
          <p:nvPr/>
        </p:nvSpPr>
        <p:spPr>
          <a:xfrm>
            <a:off x="1325499" y="2510479"/>
            <a:ext cx="1455260" cy="215444"/>
          </a:xfrm>
          <a:prstGeom prst="rect">
            <a:avLst/>
          </a:prstGeom>
          <a:noFill/>
        </p:spPr>
        <p:txBody>
          <a:bodyPr wrap="square" lIns="0" tIns="0" rIns="0" bIns="0" rtlCol="0" anchor="t">
            <a:spAutoFit/>
          </a:bodyPr>
          <a:lstStyle/>
          <a:p>
            <a:pPr>
              <a:spcBef>
                <a:spcPts val="600"/>
              </a:spcBef>
            </a:pPr>
            <a:r>
              <a:rPr lang="en-GB" sz="700">
                <a:solidFill>
                  <a:schemeClr val="accent1"/>
                </a:solidFill>
              </a:rPr>
              <a:t>Downloads documents and backend JSON object (data blueprint)</a:t>
            </a:r>
          </a:p>
        </p:txBody>
      </p:sp>
      <p:sp>
        <p:nvSpPr>
          <p:cNvPr id="31" name="TextBox 30">
            <a:extLst>
              <a:ext uri="{FF2B5EF4-FFF2-40B4-BE49-F238E27FC236}">
                <a16:creationId xmlns:a16="http://schemas.microsoft.com/office/drawing/2014/main" id="{83434415-52C0-A953-1CDB-3A51375EC351}"/>
              </a:ext>
            </a:extLst>
          </p:cNvPr>
          <p:cNvSpPr txBox="1"/>
          <p:nvPr/>
        </p:nvSpPr>
        <p:spPr>
          <a:xfrm>
            <a:off x="599171" y="3832250"/>
            <a:ext cx="1347402" cy="484748"/>
          </a:xfrm>
          <a:prstGeom prst="rect">
            <a:avLst/>
          </a:prstGeom>
          <a:noFill/>
        </p:spPr>
        <p:txBody>
          <a:bodyPr wrap="square" lIns="0" tIns="0" rIns="0" bIns="0" rtlCol="0">
            <a:spAutoFit/>
          </a:bodyPr>
          <a:lstStyle/>
          <a:p>
            <a:pPr algn="ctr">
              <a:lnSpc>
                <a:spcPct val="100000"/>
              </a:lnSpc>
              <a:spcBef>
                <a:spcPts val="600"/>
              </a:spcBef>
            </a:pPr>
            <a:r>
              <a:rPr lang="en-GB" sz="1050">
                <a:solidFill>
                  <a:schemeClr val="accent1"/>
                </a:solidFill>
              </a:rPr>
              <a:t>Veracity Data Workbench (file/object storage)</a:t>
            </a:r>
          </a:p>
        </p:txBody>
      </p:sp>
      <p:sp>
        <p:nvSpPr>
          <p:cNvPr id="36" name="Rectangle 35">
            <a:extLst>
              <a:ext uri="{FF2B5EF4-FFF2-40B4-BE49-F238E27FC236}">
                <a16:creationId xmlns:a16="http://schemas.microsoft.com/office/drawing/2014/main" id="{6495DAEC-78AA-29E2-9132-4F18E5F5544C}"/>
              </a:ext>
            </a:extLst>
          </p:cNvPr>
          <p:cNvSpPr/>
          <p:nvPr/>
        </p:nvSpPr>
        <p:spPr>
          <a:xfrm>
            <a:off x="4560453" y="2348524"/>
            <a:ext cx="1318706" cy="763057"/>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Data Ingestion Pipeline</a:t>
            </a:r>
            <a:br>
              <a:rPr lang="en-GB" sz="2000"/>
            </a:br>
            <a:r>
              <a:rPr lang="en-GB" sz="800"/>
              <a:t>(Python – converts log system exports to site model (.</a:t>
            </a:r>
            <a:r>
              <a:rPr lang="en-GB" sz="800" err="1"/>
              <a:t>ttl</a:t>
            </a:r>
            <a:r>
              <a:rPr lang="en-GB" sz="800"/>
              <a:t>), updates Oracle Graph DB)</a:t>
            </a:r>
          </a:p>
        </p:txBody>
      </p:sp>
      <p:sp>
        <p:nvSpPr>
          <p:cNvPr id="37" name="Rectangle 36">
            <a:extLst>
              <a:ext uri="{FF2B5EF4-FFF2-40B4-BE49-F238E27FC236}">
                <a16:creationId xmlns:a16="http://schemas.microsoft.com/office/drawing/2014/main" id="{F9524575-8F43-52BF-7786-D01C3A1FD857}"/>
              </a:ext>
            </a:extLst>
          </p:cNvPr>
          <p:cNvSpPr/>
          <p:nvPr/>
        </p:nvSpPr>
        <p:spPr>
          <a:xfrm>
            <a:off x="772332" y="4405787"/>
            <a:ext cx="1029360" cy="292354"/>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800"/>
              <a:t>Backend JSON object</a:t>
            </a:r>
          </a:p>
        </p:txBody>
      </p:sp>
      <p:sp>
        <p:nvSpPr>
          <p:cNvPr id="38" name="Rectangle 37">
            <a:extLst>
              <a:ext uri="{FF2B5EF4-FFF2-40B4-BE49-F238E27FC236}">
                <a16:creationId xmlns:a16="http://schemas.microsoft.com/office/drawing/2014/main" id="{334AB093-FAB7-CAEF-68CA-BE26C6554D02}"/>
              </a:ext>
            </a:extLst>
          </p:cNvPr>
          <p:cNvSpPr/>
          <p:nvPr/>
        </p:nvSpPr>
        <p:spPr>
          <a:xfrm>
            <a:off x="6329111" y="2129311"/>
            <a:ext cx="1318706" cy="763057"/>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Excel workbook</a:t>
            </a:r>
            <a:br>
              <a:rPr lang="en-GB" sz="2000"/>
            </a:br>
            <a:r>
              <a:rPr lang="en-GB" sz="800"/>
              <a:t>(Structure and data schema for action-lists)</a:t>
            </a:r>
          </a:p>
        </p:txBody>
      </p:sp>
      <p:sp>
        <p:nvSpPr>
          <p:cNvPr id="39" name="Rectangle 38">
            <a:extLst>
              <a:ext uri="{FF2B5EF4-FFF2-40B4-BE49-F238E27FC236}">
                <a16:creationId xmlns:a16="http://schemas.microsoft.com/office/drawing/2014/main" id="{C0A7DD75-350B-E625-4B24-22B73262D8ED}"/>
              </a:ext>
            </a:extLst>
          </p:cNvPr>
          <p:cNvSpPr/>
          <p:nvPr/>
        </p:nvSpPr>
        <p:spPr>
          <a:xfrm>
            <a:off x="7886241" y="2129310"/>
            <a:ext cx="1318706" cy="763057"/>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Quality checks</a:t>
            </a:r>
            <a:br>
              <a:rPr lang="en-GB" sz="2000"/>
            </a:br>
            <a:r>
              <a:rPr lang="en-GB" sz="800"/>
              <a:t>(Python - Data quality and validation checks. Converts to JSON)</a:t>
            </a:r>
          </a:p>
        </p:txBody>
      </p:sp>
      <p:cxnSp>
        <p:nvCxnSpPr>
          <p:cNvPr id="41" name="Straight Arrow Connector 40">
            <a:extLst>
              <a:ext uri="{FF2B5EF4-FFF2-40B4-BE49-F238E27FC236}">
                <a16:creationId xmlns:a16="http://schemas.microsoft.com/office/drawing/2014/main" id="{F4DFD7C7-BA02-9EA0-DDCF-24A48F6DBB85}"/>
              </a:ext>
            </a:extLst>
          </p:cNvPr>
          <p:cNvCxnSpPr>
            <a:cxnSpLocks/>
            <a:endCxn id="38" idx="0"/>
          </p:cNvCxnSpPr>
          <p:nvPr/>
        </p:nvCxnSpPr>
        <p:spPr>
          <a:xfrm>
            <a:off x="6988464" y="1139687"/>
            <a:ext cx="0" cy="98962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8895B48-FAA3-08B1-EB37-C736E47DF825}"/>
              </a:ext>
            </a:extLst>
          </p:cNvPr>
          <p:cNvCxnSpPr>
            <a:stCxn id="38" idx="3"/>
            <a:endCxn id="39" idx="1"/>
          </p:cNvCxnSpPr>
          <p:nvPr/>
        </p:nvCxnSpPr>
        <p:spPr>
          <a:xfrm flipV="1">
            <a:off x="7647817" y="2510839"/>
            <a:ext cx="238424" cy="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19AA075B-C532-C92A-F211-34247D97D65B}"/>
              </a:ext>
            </a:extLst>
          </p:cNvPr>
          <p:cNvCxnSpPr>
            <a:cxnSpLocks/>
            <a:stCxn id="8" idx="3"/>
            <a:endCxn id="36" idx="0"/>
          </p:cNvCxnSpPr>
          <p:nvPr/>
        </p:nvCxnSpPr>
        <p:spPr>
          <a:xfrm flipH="1">
            <a:off x="5219806" y="2029025"/>
            <a:ext cx="22134" cy="31949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AAFBDC97-E298-8ED3-F546-BDEEA6526218}"/>
              </a:ext>
            </a:extLst>
          </p:cNvPr>
          <p:cNvGrpSpPr/>
          <p:nvPr/>
        </p:nvGrpSpPr>
        <p:grpSpPr>
          <a:xfrm>
            <a:off x="6697514" y="625168"/>
            <a:ext cx="581900" cy="659251"/>
            <a:chOff x="6697514" y="693237"/>
            <a:chExt cx="581900" cy="659251"/>
          </a:xfrm>
        </p:grpSpPr>
        <p:pic>
          <p:nvPicPr>
            <p:cNvPr id="7" name="Graphic 6" descr="User with solid fill">
              <a:extLst>
                <a:ext uri="{FF2B5EF4-FFF2-40B4-BE49-F238E27FC236}">
                  <a16:creationId xmlns:a16="http://schemas.microsoft.com/office/drawing/2014/main" id="{09667A94-73A3-ED70-B5CC-CBB31F0BCA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97514" y="770588"/>
              <a:ext cx="581900" cy="581900"/>
            </a:xfrm>
            <a:prstGeom prst="rect">
              <a:avLst/>
            </a:prstGeom>
          </p:spPr>
        </p:pic>
        <p:sp>
          <p:nvSpPr>
            <p:cNvPr id="60" name="TextBox 59">
              <a:extLst>
                <a:ext uri="{FF2B5EF4-FFF2-40B4-BE49-F238E27FC236}">
                  <a16:creationId xmlns:a16="http://schemas.microsoft.com/office/drawing/2014/main" id="{19234BBB-0522-9197-50E1-04D1C7A6BBE5}"/>
                </a:ext>
              </a:extLst>
            </p:cNvPr>
            <p:cNvSpPr txBox="1"/>
            <p:nvPr/>
          </p:nvSpPr>
          <p:spPr>
            <a:xfrm>
              <a:off x="6859804" y="693237"/>
              <a:ext cx="257320" cy="138499"/>
            </a:xfrm>
            <a:prstGeom prst="rect">
              <a:avLst/>
            </a:prstGeom>
            <a:noFill/>
          </p:spPr>
          <p:txBody>
            <a:bodyPr wrap="square" lIns="0" tIns="0" rIns="0" bIns="0" rtlCol="0">
              <a:spAutoFit/>
            </a:bodyPr>
            <a:lstStyle/>
            <a:p>
              <a:pPr algn="l">
                <a:lnSpc>
                  <a:spcPct val="100000"/>
                </a:lnSpc>
                <a:spcBef>
                  <a:spcPts val="600"/>
                </a:spcBef>
              </a:pPr>
              <a:r>
                <a:rPr lang="en-GB" sz="900">
                  <a:solidFill>
                    <a:schemeClr val="accent1"/>
                  </a:solidFill>
                </a:rPr>
                <a:t>SME</a:t>
              </a:r>
            </a:p>
          </p:txBody>
        </p:sp>
      </p:grpSp>
      <p:sp>
        <p:nvSpPr>
          <p:cNvPr id="61" name="TextBox 60">
            <a:extLst>
              <a:ext uri="{FF2B5EF4-FFF2-40B4-BE49-F238E27FC236}">
                <a16:creationId xmlns:a16="http://schemas.microsoft.com/office/drawing/2014/main" id="{DE2EFD0D-28F3-1E13-8C1C-448A2AF79D21}"/>
              </a:ext>
            </a:extLst>
          </p:cNvPr>
          <p:cNvSpPr txBox="1"/>
          <p:nvPr/>
        </p:nvSpPr>
        <p:spPr>
          <a:xfrm>
            <a:off x="7026760" y="1522317"/>
            <a:ext cx="1159337" cy="246221"/>
          </a:xfrm>
          <a:prstGeom prst="rect">
            <a:avLst/>
          </a:prstGeom>
          <a:noFill/>
        </p:spPr>
        <p:txBody>
          <a:bodyPr wrap="square" lIns="0" tIns="0" rIns="0" bIns="0" rtlCol="0">
            <a:spAutoFit/>
          </a:bodyPr>
          <a:lstStyle/>
          <a:p>
            <a:pPr algn="l">
              <a:lnSpc>
                <a:spcPct val="100000"/>
              </a:lnSpc>
              <a:spcBef>
                <a:spcPts val="600"/>
              </a:spcBef>
            </a:pPr>
            <a:r>
              <a:rPr lang="en-GB" sz="800">
                <a:solidFill>
                  <a:schemeClr val="accent1"/>
                </a:solidFill>
              </a:rPr>
              <a:t>Reads user manuals and creates action-lists</a:t>
            </a:r>
          </a:p>
        </p:txBody>
      </p:sp>
      <p:cxnSp>
        <p:nvCxnSpPr>
          <p:cNvPr id="65" name="Connector: Elbow 64">
            <a:extLst>
              <a:ext uri="{FF2B5EF4-FFF2-40B4-BE49-F238E27FC236}">
                <a16:creationId xmlns:a16="http://schemas.microsoft.com/office/drawing/2014/main" id="{0456459C-F7AB-873E-7128-FFB3A005F28F}"/>
              </a:ext>
            </a:extLst>
          </p:cNvPr>
          <p:cNvCxnSpPr>
            <a:cxnSpLocks/>
          </p:cNvCxnSpPr>
          <p:nvPr/>
        </p:nvCxnSpPr>
        <p:spPr>
          <a:xfrm flipV="1">
            <a:off x="1891028" y="962714"/>
            <a:ext cx="4894085" cy="2941560"/>
          </a:xfrm>
          <a:prstGeom prst="bentConnector3">
            <a:avLst>
              <a:gd name="adj1" fmla="val 29285"/>
            </a:avLst>
          </a:prstGeom>
          <a:ln>
            <a:tailEnd type="triangle"/>
          </a:ln>
        </p:spPr>
        <p:style>
          <a:lnRef idx="1">
            <a:schemeClr val="dk1"/>
          </a:lnRef>
          <a:fillRef idx="0">
            <a:schemeClr val="dk1"/>
          </a:fillRef>
          <a:effectRef idx="0">
            <a:schemeClr val="dk1"/>
          </a:effectRef>
          <a:fontRef idx="minor">
            <a:schemeClr val="tx1"/>
          </a:fontRef>
        </p:style>
      </p:cxnSp>
      <p:sp>
        <p:nvSpPr>
          <p:cNvPr id="67" name="Rectangle 66">
            <a:extLst>
              <a:ext uri="{FF2B5EF4-FFF2-40B4-BE49-F238E27FC236}">
                <a16:creationId xmlns:a16="http://schemas.microsoft.com/office/drawing/2014/main" id="{0570B0F1-0077-BD58-78A7-BA6D81A15193}"/>
              </a:ext>
            </a:extLst>
          </p:cNvPr>
          <p:cNvSpPr/>
          <p:nvPr/>
        </p:nvSpPr>
        <p:spPr>
          <a:xfrm>
            <a:off x="7533830" y="4181458"/>
            <a:ext cx="995286" cy="431219"/>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Backend</a:t>
            </a:r>
            <a:br>
              <a:rPr lang="en-GB" sz="2000"/>
            </a:br>
            <a:r>
              <a:rPr lang="en-GB" sz="800"/>
              <a:t>(API to update &amp; query graph DB)</a:t>
            </a:r>
          </a:p>
        </p:txBody>
      </p:sp>
      <p:grpSp>
        <p:nvGrpSpPr>
          <p:cNvPr id="74" name="Group 73">
            <a:extLst>
              <a:ext uri="{FF2B5EF4-FFF2-40B4-BE49-F238E27FC236}">
                <a16:creationId xmlns:a16="http://schemas.microsoft.com/office/drawing/2014/main" id="{B5DBFA6F-A134-A311-8AC5-E27BC33F7EBD}"/>
              </a:ext>
            </a:extLst>
          </p:cNvPr>
          <p:cNvGrpSpPr/>
          <p:nvPr/>
        </p:nvGrpSpPr>
        <p:grpSpPr>
          <a:xfrm>
            <a:off x="9449251" y="5623445"/>
            <a:ext cx="1094937" cy="791662"/>
            <a:chOff x="8724923" y="4394549"/>
            <a:chExt cx="1159337" cy="904367"/>
          </a:xfrm>
        </p:grpSpPr>
        <p:pic>
          <p:nvPicPr>
            <p:cNvPr id="70" name="Graphic 69" descr="Database with solid fill">
              <a:extLst>
                <a:ext uri="{FF2B5EF4-FFF2-40B4-BE49-F238E27FC236}">
                  <a16:creationId xmlns:a16="http://schemas.microsoft.com/office/drawing/2014/main" id="{34084CCF-53BB-E562-51FB-13E91354680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994890" y="4394549"/>
              <a:ext cx="593134" cy="593134"/>
            </a:xfrm>
            <a:prstGeom prst="rect">
              <a:avLst/>
            </a:prstGeom>
          </p:spPr>
        </p:pic>
        <p:sp>
          <p:nvSpPr>
            <p:cNvPr id="71" name="TextBox 70">
              <a:extLst>
                <a:ext uri="{FF2B5EF4-FFF2-40B4-BE49-F238E27FC236}">
                  <a16:creationId xmlns:a16="http://schemas.microsoft.com/office/drawing/2014/main" id="{B4FC0680-89E5-28EB-3142-63E8EDB2B0B4}"/>
                </a:ext>
              </a:extLst>
            </p:cNvPr>
            <p:cNvSpPr txBox="1"/>
            <p:nvPr/>
          </p:nvSpPr>
          <p:spPr>
            <a:xfrm>
              <a:off x="8724923" y="4982482"/>
              <a:ext cx="1159337" cy="316434"/>
            </a:xfrm>
            <a:prstGeom prst="rect">
              <a:avLst/>
            </a:prstGeom>
            <a:noFill/>
          </p:spPr>
          <p:txBody>
            <a:bodyPr wrap="square" lIns="0" tIns="0" rIns="0" bIns="0" rtlCol="0">
              <a:spAutoFit/>
            </a:bodyPr>
            <a:lstStyle/>
            <a:p>
              <a:pPr algn="ctr">
                <a:lnSpc>
                  <a:spcPct val="100000"/>
                </a:lnSpc>
                <a:spcBef>
                  <a:spcPts val="600"/>
                </a:spcBef>
              </a:pPr>
              <a:r>
                <a:rPr lang="en-GB" sz="1000">
                  <a:solidFill>
                    <a:schemeClr val="accent1"/>
                  </a:solidFill>
                </a:rPr>
                <a:t>Oracle Graph DB</a:t>
              </a:r>
              <a:br>
                <a:rPr lang="en-GB" sz="800">
                  <a:solidFill>
                    <a:schemeClr val="accent1"/>
                  </a:solidFill>
                </a:rPr>
              </a:br>
              <a:r>
                <a:rPr lang="en-GB" sz="800">
                  <a:solidFill>
                    <a:schemeClr val="accent1"/>
                  </a:solidFill>
                </a:rPr>
                <a:t>(Site model, actions,..)</a:t>
              </a:r>
            </a:p>
          </p:txBody>
        </p:sp>
      </p:grpSp>
      <p:grpSp>
        <p:nvGrpSpPr>
          <p:cNvPr id="75" name="Group 74">
            <a:extLst>
              <a:ext uri="{FF2B5EF4-FFF2-40B4-BE49-F238E27FC236}">
                <a16:creationId xmlns:a16="http://schemas.microsoft.com/office/drawing/2014/main" id="{A9B16913-EB16-3101-9848-A52B6C1C41B7}"/>
              </a:ext>
            </a:extLst>
          </p:cNvPr>
          <p:cNvGrpSpPr/>
          <p:nvPr/>
        </p:nvGrpSpPr>
        <p:grpSpPr>
          <a:xfrm>
            <a:off x="7515764" y="5653858"/>
            <a:ext cx="1821890" cy="862694"/>
            <a:chOff x="6431691" y="5460705"/>
            <a:chExt cx="2031545" cy="1025433"/>
          </a:xfrm>
        </p:grpSpPr>
        <p:pic>
          <p:nvPicPr>
            <p:cNvPr id="72" name="Graphic 71" descr="Database with solid fill">
              <a:extLst>
                <a:ext uri="{FF2B5EF4-FFF2-40B4-BE49-F238E27FC236}">
                  <a16:creationId xmlns:a16="http://schemas.microsoft.com/office/drawing/2014/main" id="{9491BDE9-7F07-23BB-E810-217297A7B5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50897" y="5460705"/>
              <a:ext cx="593134" cy="593134"/>
            </a:xfrm>
            <a:prstGeom prst="rect">
              <a:avLst/>
            </a:prstGeom>
          </p:spPr>
        </p:pic>
        <p:sp>
          <p:nvSpPr>
            <p:cNvPr id="73" name="TextBox 72">
              <a:extLst>
                <a:ext uri="{FF2B5EF4-FFF2-40B4-BE49-F238E27FC236}">
                  <a16:creationId xmlns:a16="http://schemas.microsoft.com/office/drawing/2014/main" id="{34C75A3B-C2F0-B1F3-9CB8-1FA9567DC7FF}"/>
                </a:ext>
              </a:extLst>
            </p:cNvPr>
            <p:cNvSpPr txBox="1"/>
            <p:nvPr/>
          </p:nvSpPr>
          <p:spPr>
            <a:xfrm>
              <a:off x="6431691" y="6053839"/>
              <a:ext cx="2031545" cy="432299"/>
            </a:xfrm>
            <a:prstGeom prst="rect">
              <a:avLst/>
            </a:prstGeom>
            <a:noFill/>
          </p:spPr>
          <p:txBody>
            <a:bodyPr wrap="square" lIns="0" tIns="0" rIns="0" bIns="0" rtlCol="0">
              <a:spAutoFit/>
            </a:bodyPr>
            <a:lstStyle/>
            <a:p>
              <a:pPr algn="ctr">
                <a:lnSpc>
                  <a:spcPct val="100000"/>
                </a:lnSpc>
                <a:spcBef>
                  <a:spcPts val="600"/>
                </a:spcBef>
              </a:pPr>
              <a:r>
                <a:rPr lang="en-GB" sz="1000">
                  <a:solidFill>
                    <a:schemeClr val="accent1"/>
                  </a:solidFill>
                </a:rPr>
                <a:t>Oracle Relational DB</a:t>
              </a:r>
              <a:br>
                <a:rPr lang="en-GB" sz="800">
                  <a:solidFill>
                    <a:schemeClr val="accent1"/>
                  </a:solidFill>
                </a:rPr>
              </a:br>
              <a:r>
                <a:rPr lang="en-GB" sz="800">
                  <a:solidFill>
                    <a:schemeClr val="accent1"/>
                  </a:solidFill>
                </a:rPr>
                <a:t>(Site model, Actions, Users, Site &amp; Org management)</a:t>
              </a:r>
            </a:p>
          </p:txBody>
        </p:sp>
      </p:grpSp>
      <p:sp>
        <p:nvSpPr>
          <p:cNvPr id="76" name="Rectangle 75">
            <a:extLst>
              <a:ext uri="{FF2B5EF4-FFF2-40B4-BE49-F238E27FC236}">
                <a16:creationId xmlns:a16="http://schemas.microsoft.com/office/drawing/2014/main" id="{E916F2C3-8331-33E4-C81D-B0D9414F7E50}"/>
              </a:ext>
            </a:extLst>
          </p:cNvPr>
          <p:cNvSpPr/>
          <p:nvPr/>
        </p:nvSpPr>
        <p:spPr>
          <a:xfrm>
            <a:off x="8626915" y="4196235"/>
            <a:ext cx="1949834" cy="459898"/>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Frontend</a:t>
            </a:r>
            <a:br>
              <a:rPr lang="en-GB" sz="2000"/>
            </a:br>
            <a:r>
              <a:rPr lang="en-GB" sz="800"/>
              <a:t>(Oracle APEX, task/site/user management)</a:t>
            </a:r>
          </a:p>
        </p:txBody>
      </p:sp>
      <p:grpSp>
        <p:nvGrpSpPr>
          <p:cNvPr id="96" name="Group 95">
            <a:extLst>
              <a:ext uri="{FF2B5EF4-FFF2-40B4-BE49-F238E27FC236}">
                <a16:creationId xmlns:a16="http://schemas.microsoft.com/office/drawing/2014/main" id="{6C0BE8CC-5419-E4AA-5CC0-A97FAAB5C6AC}"/>
              </a:ext>
            </a:extLst>
          </p:cNvPr>
          <p:cNvGrpSpPr/>
          <p:nvPr/>
        </p:nvGrpSpPr>
        <p:grpSpPr>
          <a:xfrm>
            <a:off x="11358969" y="5648885"/>
            <a:ext cx="638940" cy="659553"/>
            <a:chOff x="10918340" y="5058474"/>
            <a:chExt cx="793058" cy="860027"/>
          </a:xfrm>
        </p:grpSpPr>
        <p:pic>
          <p:nvPicPr>
            <p:cNvPr id="77" name="Graphic 76" descr="User with solid fill">
              <a:extLst>
                <a:ext uri="{FF2B5EF4-FFF2-40B4-BE49-F238E27FC236}">
                  <a16:creationId xmlns:a16="http://schemas.microsoft.com/office/drawing/2014/main" id="{99CE8F29-85FD-CC60-6F3D-9007CC18A63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23919" y="5058474"/>
              <a:ext cx="581900" cy="581900"/>
            </a:xfrm>
            <a:prstGeom prst="rect">
              <a:avLst/>
            </a:prstGeom>
          </p:spPr>
        </p:pic>
        <p:sp>
          <p:nvSpPr>
            <p:cNvPr id="78" name="TextBox 77">
              <a:extLst>
                <a:ext uri="{FF2B5EF4-FFF2-40B4-BE49-F238E27FC236}">
                  <a16:creationId xmlns:a16="http://schemas.microsoft.com/office/drawing/2014/main" id="{4D6552EC-8CFC-36DA-06E7-4FAAAF3A38BD}"/>
                </a:ext>
              </a:extLst>
            </p:cNvPr>
            <p:cNvSpPr txBox="1"/>
            <p:nvPr/>
          </p:nvSpPr>
          <p:spPr>
            <a:xfrm>
              <a:off x="10918340" y="5597440"/>
              <a:ext cx="793058" cy="321061"/>
            </a:xfrm>
            <a:prstGeom prst="rect">
              <a:avLst/>
            </a:prstGeom>
            <a:noFill/>
          </p:spPr>
          <p:txBody>
            <a:bodyPr wrap="square" lIns="0" tIns="0" rIns="0" bIns="0" rtlCol="0">
              <a:spAutoFit/>
            </a:bodyPr>
            <a:lstStyle/>
            <a:p>
              <a:pPr algn="ctr">
                <a:lnSpc>
                  <a:spcPct val="100000"/>
                </a:lnSpc>
                <a:spcBef>
                  <a:spcPts val="600"/>
                </a:spcBef>
              </a:pPr>
              <a:r>
                <a:rPr lang="en-GB" sz="800">
                  <a:solidFill>
                    <a:schemeClr val="accent1"/>
                  </a:solidFill>
                </a:rPr>
                <a:t>Site Admin/ </a:t>
              </a:r>
              <a:r>
                <a:rPr lang="en-GB" sz="800" err="1">
                  <a:solidFill>
                    <a:schemeClr val="accent1"/>
                  </a:solidFill>
                </a:rPr>
                <a:t>Røkter</a:t>
              </a:r>
              <a:endParaRPr lang="en-GB" sz="800">
                <a:solidFill>
                  <a:schemeClr val="accent1"/>
                </a:solidFill>
              </a:endParaRPr>
            </a:p>
          </p:txBody>
        </p:sp>
      </p:grpSp>
      <p:sp>
        <p:nvSpPr>
          <p:cNvPr id="80" name="TextBox 79">
            <a:extLst>
              <a:ext uri="{FF2B5EF4-FFF2-40B4-BE49-F238E27FC236}">
                <a16:creationId xmlns:a16="http://schemas.microsoft.com/office/drawing/2014/main" id="{AE607162-D5C7-EC68-402B-E949DAEE5B93}"/>
              </a:ext>
            </a:extLst>
          </p:cNvPr>
          <p:cNvSpPr txBox="1"/>
          <p:nvPr/>
        </p:nvSpPr>
        <p:spPr>
          <a:xfrm>
            <a:off x="8160748" y="6546668"/>
            <a:ext cx="2508700" cy="169277"/>
          </a:xfrm>
          <a:prstGeom prst="rect">
            <a:avLst/>
          </a:prstGeom>
          <a:noFill/>
        </p:spPr>
        <p:txBody>
          <a:bodyPr wrap="none" lIns="0" tIns="0" rIns="0" bIns="0" rtlCol="0">
            <a:spAutoFit/>
          </a:bodyPr>
          <a:lstStyle/>
          <a:p>
            <a:pPr algn="l">
              <a:lnSpc>
                <a:spcPct val="100000"/>
              </a:lnSpc>
              <a:spcBef>
                <a:spcPts val="600"/>
              </a:spcBef>
            </a:pPr>
            <a:r>
              <a:rPr lang="en-GB" sz="1100">
                <a:solidFill>
                  <a:schemeClr val="accent1"/>
                </a:solidFill>
              </a:rPr>
              <a:t>Oracle: Smarter Compliance Application</a:t>
            </a:r>
          </a:p>
        </p:txBody>
      </p:sp>
      <p:sp>
        <p:nvSpPr>
          <p:cNvPr id="84" name="TextBox 83">
            <a:extLst>
              <a:ext uri="{FF2B5EF4-FFF2-40B4-BE49-F238E27FC236}">
                <a16:creationId xmlns:a16="http://schemas.microsoft.com/office/drawing/2014/main" id="{CF31D6DD-7F5D-A8CF-A86C-19DB58EA16D8}"/>
              </a:ext>
            </a:extLst>
          </p:cNvPr>
          <p:cNvSpPr txBox="1"/>
          <p:nvPr/>
        </p:nvSpPr>
        <p:spPr>
          <a:xfrm>
            <a:off x="6136523" y="6415107"/>
            <a:ext cx="1256228" cy="184666"/>
          </a:xfrm>
          <a:prstGeom prst="rect">
            <a:avLst/>
          </a:prstGeom>
          <a:noFill/>
        </p:spPr>
        <p:txBody>
          <a:bodyPr wrap="square" lIns="0" tIns="0" rIns="0" bIns="0" rtlCol="0">
            <a:spAutoFit/>
          </a:bodyPr>
          <a:lstStyle/>
          <a:p>
            <a:pPr algn="l">
              <a:lnSpc>
                <a:spcPct val="100000"/>
              </a:lnSpc>
              <a:spcBef>
                <a:spcPts val="600"/>
              </a:spcBef>
            </a:pPr>
            <a:r>
              <a:rPr lang="en-GB" sz="600">
                <a:solidFill>
                  <a:schemeClr val="accent1"/>
                </a:solidFill>
              </a:rPr>
              <a:t>Imports site model and action-list data via scheduled job</a:t>
            </a:r>
          </a:p>
        </p:txBody>
      </p:sp>
      <p:grpSp>
        <p:nvGrpSpPr>
          <p:cNvPr id="90" name="Group 89">
            <a:extLst>
              <a:ext uri="{FF2B5EF4-FFF2-40B4-BE49-F238E27FC236}">
                <a16:creationId xmlns:a16="http://schemas.microsoft.com/office/drawing/2014/main" id="{456FEAC8-71AC-973F-FF1A-3B2EB06CC663}"/>
              </a:ext>
            </a:extLst>
          </p:cNvPr>
          <p:cNvGrpSpPr/>
          <p:nvPr/>
        </p:nvGrpSpPr>
        <p:grpSpPr>
          <a:xfrm>
            <a:off x="880180" y="2954566"/>
            <a:ext cx="779140" cy="616207"/>
            <a:chOff x="1425510" y="3431594"/>
            <a:chExt cx="1071395" cy="730765"/>
          </a:xfrm>
        </p:grpSpPr>
        <p:pic>
          <p:nvPicPr>
            <p:cNvPr id="6" name="Graphic 5" descr="Programmer female with solid fill">
              <a:extLst>
                <a:ext uri="{FF2B5EF4-FFF2-40B4-BE49-F238E27FC236}">
                  <a16:creationId xmlns:a16="http://schemas.microsoft.com/office/drawing/2014/main" id="{FFB115F9-C153-D0DF-3071-8040D8589BE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99048" y="3431594"/>
              <a:ext cx="581899" cy="581899"/>
            </a:xfrm>
            <a:prstGeom prst="rect">
              <a:avLst/>
            </a:prstGeom>
          </p:spPr>
        </p:pic>
        <p:sp>
          <p:nvSpPr>
            <p:cNvPr id="87" name="TextBox 86">
              <a:extLst>
                <a:ext uri="{FF2B5EF4-FFF2-40B4-BE49-F238E27FC236}">
                  <a16:creationId xmlns:a16="http://schemas.microsoft.com/office/drawing/2014/main" id="{B83FCC22-6C22-BA41-71AE-16D8617727CF}"/>
                </a:ext>
              </a:extLst>
            </p:cNvPr>
            <p:cNvSpPr txBox="1"/>
            <p:nvPr/>
          </p:nvSpPr>
          <p:spPr>
            <a:xfrm>
              <a:off x="1425510" y="4016361"/>
              <a:ext cx="1071395" cy="145998"/>
            </a:xfrm>
            <a:prstGeom prst="rect">
              <a:avLst/>
            </a:prstGeom>
            <a:noFill/>
          </p:spPr>
          <p:txBody>
            <a:bodyPr wrap="square" lIns="0" tIns="0" rIns="0" bIns="0" rtlCol="0">
              <a:spAutoFit/>
            </a:bodyPr>
            <a:lstStyle/>
            <a:p>
              <a:pPr algn="l">
                <a:lnSpc>
                  <a:spcPct val="100000"/>
                </a:lnSpc>
                <a:spcBef>
                  <a:spcPts val="600"/>
                </a:spcBef>
              </a:pPr>
              <a:r>
                <a:rPr lang="en-GB" sz="800">
                  <a:solidFill>
                    <a:schemeClr val="accent1"/>
                  </a:solidFill>
                </a:rPr>
                <a:t>Data scientist</a:t>
              </a:r>
            </a:p>
          </p:txBody>
        </p:sp>
      </p:grpSp>
      <p:cxnSp>
        <p:nvCxnSpPr>
          <p:cNvPr id="95" name="Straight Arrow Connector 94">
            <a:extLst>
              <a:ext uri="{FF2B5EF4-FFF2-40B4-BE49-F238E27FC236}">
                <a16:creationId xmlns:a16="http://schemas.microsoft.com/office/drawing/2014/main" id="{E590BF5B-6264-13B5-7311-8440D69F73D3}"/>
              </a:ext>
            </a:extLst>
          </p:cNvPr>
          <p:cNvCxnSpPr>
            <a:cxnSpLocks/>
            <a:endCxn id="76" idx="3"/>
          </p:cNvCxnSpPr>
          <p:nvPr/>
        </p:nvCxnSpPr>
        <p:spPr>
          <a:xfrm flipH="1" flipV="1">
            <a:off x="10576749" y="4426184"/>
            <a:ext cx="836175" cy="145506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307E80FC-B004-01DA-D70F-ADAD4FA7A14C}"/>
              </a:ext>
            </a:extLst>
          </p:cNvPr>
          <p:cNvSpPr txBox="1"/>
          <p:nvPr/>
        </p:nvSpPr>
        <p:spPr>
          <a:xfrm>
            <a:off x="11155107" y="5318467"/>
            <a:ext cx="563127" cy="215444"/>
          </a:xfrm>
          <a:prstGeom prst="rect">
            <a:avLst/>
          </a:prstGeom>
          <a:noFill/>
        </p:spPr>
        <p:txBody>
          <a:bodyPr wrap="square" lIns="0" tIns="0" rIns="0" bIns="0" rtlCol="0">
            <a:spAutoFit/>
          </a:bodyPr>
          <a:lstStyle/>
          <a:p>
            <a:pPr algn="ctr">
              <a:lnSpc>
                <a:spcPct val="100000"/>
              </a:lnSpc>
              <a:spcBef>
                <a:spcPts val="600"/>
              </a:spcBef>
            </a:pPr>
            <a:r>
              <a:rPr lang="en-GB" sz="700">
                <a:solidFill>
                  <a:schemeClr val="accent1"/>
                </a:solidFill>
              </a:rPr>
              <a:t>Interacts with site tasks</a:t>
            </a:r>
          </a:p>
        </p:txBody>
      </p:sp>
      <p:grpSp>
        <p:nvGrpSpPr>
          <p:cNvPr id="102" name="Group 101">
            <a:extLst>
              <a:ext uri="{FF2B5EF4-FFF2-40B4-BE49-F238E27FC236}">
                <a16:creationId xmlns:a16="http://schemas.microsoft.com/office/drawing/2014/main" id="{04E4EA7E-2883-FE05-D819-A624F0771B9F}"/>
              </a:ext>
            </a:extLst>
          </p:cNvPr>
          <p:cNvGrpSpPr/>
          <p:nvPr/>
        </p:nvGrpSpPr>
        <p:grpSpPr>
          <a:xfrm>
            <a:off x="11149522" y="1245704"/>
            <a:ext cx="638940" cy="551831"/>
            <a:chOff x="10918340" y="5058474"/>
            <a:chExt cx="793058" cy="719562"/>
          </a:xfrm>
        </p:grpSpPr>
        <p:pic>
          <p:nvPicPr>
            <p:cNvPr id="103" name="Graphic 102" descr="User with solid fill">
              <a:extLst>
                <a:ext uri="{FF2B5EF4-FFF2-40B4-BE49-F238E27FC236}">
                  <a16:creationId xmlns:a16="http://schemas.microsoft.com/office/drawing/2014/main" id="{EAEC753D-BA30-633B-E8D4-C6F6FD7040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23919" y="5058474"/>
              <a:ext cx="581900" cy="581900"/>
            </a:xfrm>
            <a:prstGeom prst="rect">
              <a:avLst/>
            </a:prstGeom>
          </p:spPr>
        </p:pic>
        <p:sp>
          <p:nvSpPr>
            <p:cNvPr id="104" name="TextBox 103">
              <a:extLst>
                <a:ext uri="{FF2B5EF4-FFF2-40B4-BE49-F238E27FC236}">
                  <a16:creationId xmlns:a16="http://schemas.microsoft.com/office/drawing/2014/main" id="{3B69F580-91F0-D941-D369-7F2B722041BE}"/>
                </a:ext>
              </a:extLst>
            </p:cNvPr>
            <p:cNvSpPr txBox="1"/>
            <p:nvPr/>
          </p:nvSpPr>
          <p:spPr>
            <a:xfrm>
              <a:off x="10918340" y="5597440"/>
              <a:ext cx="793058" cy="180596"/>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Customer</a:t>
              </a:r>
            </a:p>
          </p:txBody>
        </p:sp>
      </p:grpSp>
      <p:sp>
        <p:nvSpPr>
          <p:cNvPr id="105" name="Rectangle 104">
            <a:extLst>
              <a:ext uri="{FF2B5EF4-FFF2-40B4-BE49-F238E27FC236}">
                <a16:creationId xmlns:a16="http://schemas.microsoft.com/office/drawing/2014/main" id="{EA967614-406E-8573-319F-D422ED08AF81}"/>
              </a:ext>
            </a:extLst>
          </p:cNvPr>
          <p:cNvSpPr/>
          <p:nvPr/>
        </p:nvSpPr>
        <p:spPr>
          <a:xfrm>
            <a:off x="10898288" y="2313282"/>
            <a:ext cx="1098130" cy="874113"/>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Veracity Marketplace</a:t>
            </a:r>
            <a:br>
              <a:rPr lang="en-GB" sz="2000"/>
            </a:br>
            <a:r>
              <a:rPr lang="en-GB" sz="800"/>
              <a:t>(payment processing and organization access administration)</a:t>
            </a:r>
          </a:p>
        </p:txBody>
      </p:sp>
      <p:cxnSp>
        <p:nvCxnSpPr>
          <p:cNvPr id="109" name="Straight Arrow Connector 108">
            <a:extLst>
              <a:ext uri="{FF2B5EF4-FFF2-40B4-BE49-F238E27FC236}">
                <a16:creationId xmlns:a16="http://schemas.microsoft.com/office/drawing/2014/main" id="{66E1E1C1-797C-0A4E-8FDE-B9D7FE74C618}"/>
              </a:ext>
            </a:extLst>
          </p:cNvPr>
          <p:cNvCxnSpPr>
            <a:cxnSpLocks/>
            <a:endCxn id="105" idx="0"/>
          </p:cNvCxnSpPr>
          <p:nvPr/>
        </p:nvCxnSpPr>
        <p:spPr>
          <a:xfrm flipH="1">
            <a:off x="11447353" y="1809690"/>
            <a:ext cx="8956" cy="50359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5" name="TextBox 134">
            <a:extLst>
              <a:ext uri="{FF2B5EF4-FFF2-40B4-BE49-F238E27FC236}">
                <a16:creationId xmlns:a16="http://schemas.microsoft.com/office/drawing/2014/main" id="{197F72F3-5E67-6D9E-4337-F79279A767B2}"/>
              </a:ext>
            </a:extLst>
          </p:cNvPr>
          <p:cNvSpPr txBox="1"/>
          <p:nvPr/>
        </p:nvSpPr>
        <p:spPr>
          <a:xfrm>
            <a:off x="11486341" y="1966838"/>
            <a:ext cx="378144" cy="184666"/>
          </a:xfrm>
          <a:prstGeom prst="rect">
            <a:avLst/>
          </a:prstGeom>
          <a:noFill/>
        </p:spPr>
        <p:txBody>
          <a:bodyPr wrap="square" lIns="0" tIns="0" rIns="0" bIns="0" rtlCol="0">
            <a:spAutoFit/>
          </a:bodyPr>
          <a:lstStyle/>
          <a:p>
            <a:pPr algn="ctr">
              <a:lnSpc>
                <a:spcPct val="100000"/>
              </a:lnSpc>
              <a:spcBef>
                <a:spcPts val="600"/>
              </a:spcBef>
            </a:pPr>
            <a:r>
              <a:rPr lang="en-GB" sz="600">
                <a:solidFill>
                  <a:schemeClr val="accent1"/>
                </a:solidFill>
              </a:rPr>
              <a:t>Buys the product</a:t>
            </a:r>
          </a:p>
        </p:txBody>
      </p:sp>
      <p:cxnSp>
        <p:nvCxnSpPr>
          <p:cNvPr id="3" name="Straight Arrow Connector 2">
            <a:extLst>
              <a:ext uri="{FF2B5EF4-FFF2-40B4-BE49-F238E27FC236}">
                <a16:creationId xmlns:a16="http://schemas.microsoft.com/office/drawing/2014/main" id="{8AEE2495-92DD-382F-FA5B-142D26AA26FF}"/>
              </a:ext>
            </a:extLst>
          </p:cNvPr>
          <p:cNvCxnSpPr>
            <a:cxnSpLocks/>
            <a:endCxn id="76" idx="2"/>
          </p:cNvCxnSpPr>
          <p:nvPr/>
        </p:nvCxnSpPr>
        <p:spPr>
          <a:xfrm flipV="1">
            <a:off x="8606548" y="4656133"/>
            <a:ext cx="995284" cy="127084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8" name="Cylinder 7">
            <a:extLst>
              <a:ext uri="{FF2B5EF4-FFF2-40B4-BE49-F238E27FC236}">
                <a16:creationId xmlns:a16="http://schemas.microsoft.com/office/drawing/2014/main" id="{4143A7EF-C0FC-E118-25E4-1CD553E84BC6}"/>
              </a:ext>
            </a:extLst>
          </p:cNvPr>
          <p:cNvSpPr/>
          <p:nvPr/>
        </p:nvSpPr>
        <p:spPr>
          <a:xfrm>
            <a:off x="4513639" y="1350510"/>
            <a:ext cx="1456601" cy="678515"/>
          </a:xfrm>
          <a:prstGeom prst="can">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br>
              <a:rPr lang="en-GB" sz="1000"/>
            </a:br>
            <a:br>
              <a:rPr lang="en-GB" sz="1000"/>
            </a:br>
            <a:r>
              <a:rPr lang="en-GB" sz="1000"/>
              <a:t>Ontology modules</a:t>
            </a:r>
            <a:br>
              <a:rPr lang="en-GB" sz="2800"/>
            </a:br>
            <a:r>
              <a:rPr lang="en-GB" sz="800"/>
              <a:t>(Core, upper, common-data, activity)</a:t>
            </a:r>
          </a:p>
          <a:p>
            <a:pPr algn="ctr">
              <a:lnSpc>
                <a:spcPct val="100000"/>
              </a:lnSpc>
              <a:spcBef>
                <a:spcPts val="600"/>
              </a:spcBef>
            </a:pPr>
            <a:endParaRPr lang="en-US" sz="1000"/>
          </a:p>
        </p:txBody>
      </p:sp>
      <p:pic>
        <p:nvPicPr>
          <p:cNvPr id="9" name="Graphic 8" descr="Programmer male with solid fill">
            <a:extLst>
              <a:ext uri="{FF2B5EF4-FFF2-40B4-BE49-F238E27FC236}">
                <a16:creationId xmlns:a16="http://schemas.microsoft.com/office/drawing/2014/main" id="{5C36C0A5-F147-FDB7-25A6-11B52B7FB0E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64371" y="1495680"/>
            <a:ext cx="536098" cy="536098"/>
          </a:xfrm>
          <a:prstGeom prst="rect">
            <a:avLst/>
          </a:prstGeom>
        </p:spPr>
      </p:pic>
      <p:sp>
        <p:nvSpPr>
          <p:cNvPr id="16" name="TextBox 15">
            <a:extLst>
              <a:ext uri="{FF2B5EF4-FFF2-40B4-BE49-F238E27FC236}">
                <a16:creationId xmlns:a16="http://schemas.microsoft.com/office/drawing/2014/main" id="{1347CDCB-D32C-7D4C-CC64-78EBCB2AC7BF}"/>
              </a:ext>
            </a:extLst>
          </p:cNvPr>
          <p:cNvSpPr txBox="1"/>
          <p:nvPr/>
        </p:nvSpPr>
        <p:spPr>
          <a:xfrm>
            <a:off x="3802180" y="2042238"/>
            <a:ext cx="519047" cy="123111"/>
          </a:xfrm>
          <a:prstGeom prst="rect">
            <a:avLst/>
          </a:prstGeom>
          <a:noFill/>
        </p:spPr>
        <p:txBody>
          <a:bodyPr wrap="square" lIns="0" tIns="0" rIns="0" bIns="0" rtlCol="0">
            <a:spAutoFit/>
          </a:bodyPr>
          <a:lstStyle/>
          <a:p>
            <a:pPr algn="l">
              <a:lnSpc>
                <a:spcPct val="100000"/>
              </a:lnSpc>
              <a:spcBef>
                <a:spcPts val="600"/>
              </a:spcBef>
            </a:pPr>
            <a:r>
              <a:rPr lang="en-GB" sz="800" err="1">
                <a:solidFill>
                  <a:schemeClr val="accent1"/>
                </a:solidFill>
              </a:rPr>
              <a:t>Ontologist</a:t>
            </a:r>
            <a:endParaRPr lang="en-GB" sz="800">
              <a:solidFill>
                <a:schemeClr val="accent1"/>
              </a:solidFill>
            </a:endParaRPr>
          </a:p>
        </p:txBody>
      </p:sp>
      <p:cxnSp>
        <p:nvCxnSpPr>
          <p:cNvPr id="21" name="Straight Arrow Connector 20">
            <a:extLst>
              <a:ext uri="{FF2B5EF4-FFF2-40B4-BE49-F238E27FC236}">
                <a16:creationId xmlns:a16="http://schemas.microsoft.com/office/drawing/2014/main" id="{8FBDD342-0939-8DFD-303A-2CB4D3123C97}"/>
              </a:ext>
            </a:extLst>
          </p:cNvPr>
          <p:cNvCxnSpPr>
            <a:cxnSpLocks/>
          </p:cNvCxnSpPr>
          <p:nvPr/>
        </p:nvCxnSpPr>
        <p:spPr>
          <a:xfrm>
            <a:off x="4166201" y="1791973"/>
            <a:ext cx="347438"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918E2F83-1BCE-F433-97F3-350962B77315}"/>
              </a:ext>
            </a:extLst>
          </p:cNvPr>
          <p:cNvCxnSpPr>
            <a:cxnSpLocks/>
            <a:stCxn id="37" idx="3"/>
            <a:endCxn id="36" idx="1"/>
          </p:cNvCxnSpPr>
          <p:nvPr/>
        </p:nvCxnSpPr>
        <p:spPr>
          <a:xfrm flipV="1">
            <a:off x="1801692" y="2730053"/>
            <a:ext cx="2758761" cy="1821911"/>
          </a:xfrm>
          <a:prstGeom prst="bentConnector3">
            <a:avLst>
              <a:gd name="adj1" fmla="val 60569"/>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Connector: Elbow 107">
            <a:extLst>
              <a:ext uri="{FF2B5EF4-FFF2-40B4-BE49-F238E27FC236}">
                <a16:creationId xmlns:a16="http://schemas.microsoft.com/office/drawing/2014/main" id="{AB777F8D-99FD-3A8D-1010-90BEB179A20E}"/>
              </a:ext>
            </a:extLst>
          </p:cNvPr>
          <p:cNvCxnSpPr>
            <a:cxnSpLocks/>
          </p:cNvCxnSpPr>
          <p:nvPr/>
        </p:nvCxnSpPr>
        <p:spPr>
          <a:xfrm rot="10800000" flipV="1">
            <a:off x="1767291" y="2951913"/>
            <a:ext cx="2809137" cy="1934117"/>
          </a:xfrm>
          <a:prstGeom prst="bentConnector3">
            <a:avLst>
              <a:gd name="adj1" fmla="val 33489"/>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D044E25E-FB48-96FE-9622-47306FEC5EA2}"/>
              </a:ext>
            </a:extLst>
          </p:cNvPr>
          <p:cNvSpPr/>
          <p:nvPr/>
        </p:nvSpPr>
        <p:spPr>
          <a:xfrm>
            <a:off x="4560453" y="3538340"/>
            <a:ext cx="1227335" cy="1059559"/>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Document check Pipeline</a:t>
            </a:r>
            <a:br>
              <a:rPr lang="en-GB" sz="2000"/>
            </a:br>
            <a:r>
              <a:rPr lang="en-GB" sz="800"/>
              <a:t>(Python – utilizes site model and external mapping for component-document links, generates reports)</a:t>
            </a:r>
          </a:p>
        </p:txBody>
      </p:sp>
      <p:sp>
        <p:nvSpPr>
          <p:cNvPr id="124" name="Rectangle 123">
            <a:extLst>
              <a:ext uri="{FF2B5EF4-FFF2-40B4-BE49-F238E27FC236}">
                <a16:creationId xmlns:a16="http://schemas.microsoft.com/office/drawing/2014/main" id="{BE61C420-D8BA-91B2-5AE7-001E5CAEA212}"/>
              </a:ext>
            </a:extLst>
          </p:cNvPr>
          <p:cNvSpPr/>
          <p:nvPr/>
        </p:nvSpPr>
        <p:spPr>
          <a:xfrm>
            <a:off x="4652374" y="4841178"/>
            <a:ext cx="1119350" cy="1176325"/>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Document classification Pipeline</a:t>
            </a:r>
            <a:br>
              <a:rPr lang="en-GB" sz="2000"/>
            </a:br>
            <a:r>
              <a:rPr lang="en-GB" sz="800"/>
              <a:t>(Python – classifies documents into relevant folders – folder structure provided by SME)</a:t>
            </a:r>
          </a:p>
        </p:txBody>
      </p:sp>
      <p:cxnSp>
        <p:nvCxnSpPr>
          <p:cNvPr id="144" name="Straight Arrow Connector 143">
            <a:extLst>
              <a:ext uri="{FF2B5EF4-FFF2-40B4-BE49-F238E27FC236}">
                <a16:creationId xmlns:a16="http://schemas.microsoft.com/office/drawing/2014/main" id="{5EF99589-B5B5-869B-2597-A6EB35649134}"/>
              </a:ext>
            </a:extLst>
          </p:cNvPr>
          <p:cNvCxnSpPr>
            <a:stCxn id="36" idx="3"/>
            <a:endCxn id="67" idx="0"/>
          </p:cNvCxnSpPr>
          <p:nvPr/>
        </p:nvCxnSpPr>
        <p:spPr>
          <a:xfrm>
            <a:off x="5879159" y="2730053"/>
            <a:ext cx="2152314" cy="1451405"/>
          </a:xfrm>
          <a:prstGeom prst="straightConnector1">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0914A661-A8EA-8CCE-5C6F-927DE867E9F2}"/>
              </a:ext>
            </a:extLst>
          </p:cNvPr>
          <p:cNvCxnSpPr>
            <a:cxnSpLocks/>
            <a:endCxn id="170" idx="3"/>
          </p:cNvCxnSpPr>
          <p:nvPr/>
        </p:nvCxnSpPr>
        <p:spPr>
          <a:xfrm rot="10800000" flipV="1">
            <a:off x="1867093" y="5682340"/>
            <a:ext cx="2764196" cy="313373"/>
          </a:xfrm>
          <a:prstGeom prst="bentConnector3">
            <a:avLst>
              <a:gd name="adj1" fmla="val 77327"/>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70" name="Rectangle 169">
            <a:extLst>
              <a:ext uri="{FF2B5EF4-FFF2-40B4-BE49-F238E27FC236}">
                <a16:creationId xmlns:a16="http://schemas.microsoft.com/office/drawing/2014/main" id="{D9AB5614-0FCF-C22D-CDC4-5FAAD3780C6C}"/>
              </a:ext>
            </a:extLst>
          </p:cNvPr>
          <p:cNvSpPr/>
          <p:nvPr/>
        </p:nvSpPr>
        <p:spPr>
          <a:xfrm>
            <a:off x="641181" y="5812505"/>
            <a:ext cx="1225912" cy="366418"/>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800"/>
              <a:t>Classified Documents </a:t>
            </a:r>
            <a:br>
              <a:rPr lang="en-GB" sz="1050"/>
            </a:br>
            <a:r>
              <a:rPr lang="en-GB" sz="700"/>
              <a:t>(design documents, user manuals, etc)</a:t>
            </a:r>
            <a:endParaRPr lang="en-GB" sz="800"/>
          </a:p>
        </p:txBody>
      </p:sp>
      <p:cxnSp>
        <p:nvCxnSpPr>
          <p:cNvPr id="174" name="Connector: Elbow 173">
            <a:extLst>
              <a:ext uri="{FF2B5EF4-FFF2-40B4-BE49-F238E27FC236}">
                <a16:creationId xmlns:a16="http://schemas.microsoft.com/office/drawing/2014/main" id="{9681962E-2AFF-4E98-76DC-523D0BC5C1EE}"/>
              </a:ext>
            </a:extLst>
          </p:cNvPr>
          <p:cNvCxnSpPr>
            <a:stCxn id="24" idx="3"/>
            <a:endCxn id="124" idx="1"/>
          </p:cNvCxnSpPr>
          <p:nvPr/>
        </p:nvCxnSpPr>
        <p:spPr>
          <a:xfrm flipV="1">
            <a:off x="1797333" y="5429341"/>
            <a:ext cx="2855041" cy="65187"/>
          </a:xfrm>
          <a:prstGeom prst="bentConnector3">
            <a:avLst>
              <a:gd name="adj1" fmla="val 50000"/>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Connector: Elbow 177">
            <a:extLst>
              <a:ext uri="{FF2B5EF4-FFF2-40B4-BE49-F238E27FC236}">
                <a16:creationId xmlns:a16="http://schemas.microsoft.com/office/drawing/2014/main" id="{D3CFDAA7-9A05-DD72-30CE-A9B14C33401A}"/>
              </a:ext>
            </a:extLst>
          </p:cNvPr>
          <p:cNvCxnSpPr>
            <a:cxnSpLocks/>
            <a:stCxn id="23" idx="3"/>
            <a:endCxn id="122" idx="1"/>
          </p:cNvCxnSpPr>
          <p:nvPr/>
        </p:nvCxnSpPr>
        <p:spPr>
          <a:xfrm flipV="1">
            <a:off x="1792625" y="4068120"/>
            <a:ext cx="2767828" cy="917997"/>
          </a:xfrm>
          <a:prstGeom prst="bentConnector3">
            <a:avLst>
              <a:gd name="adj1" fmla="val 85670"/>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87" name="Connector: Elbow 186">
            <a:extLst>
              <a:ext uri="{FF2B5EF4-FFF2-40B4-BE49-F238E27FC236}">
                <a16:creationId xmlns:a16="http://schemas.microsoft.com/office/drawing/2014/main" id="{22A55166-E14A-9239-C754-8F70C9299E33}"/>
              </a:ext>
            </a:extLst>
          </p:cNvPr>
          <p:cNvCxnSpPr>
            <a:stCxn id="122" idx="3"/>
            <a:endCxn id="76" idx="0"/>
          </p:cNvCxnSpPr>
          <p:nvPr/>
        </p:nvCxnSpPr>
        <p:spPr>
          <a:xfrm>
            <a:off x="5787788" y="4068120"/>
            <a:ext cx="3814044" cy="128115"/>
          </a:xfrm>
          <a:prstGeom prst="bentConnector2">
            <a:avLst/>
          </a:prstGeom>
          <a:ln>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CD092C13-6DDA-FA8A-EFB3-8CE54002AC6E}"/>
              </a:ext>
            </a:extLst>
          </p:cNvPr>
          <p:cNvSpPr txBox="1"/>
          <p:nvPr/>
        </p:nvSpPr>
        <p:spPr>
          <a:xfrm>
            <a:off x="8557539" y="3931586"/>
            <a:ext cx="955390" cy="107722"/>
          </a:xfrm>
          <a:prstGeom prst="rect">
            <a:avLst/>
          </a:prstGeom>
          <a:noFill/>
        </p:spPr>
        <p:txBody>
          <a:bodyPr wrap="none" lIns="0" tIns="0" rIns="0" bIns="0" rtlCol="0">
            <a:spAutoFit/>
          </a:bodyPr>
          <a:lstStyle/>
          <a:p>
            <a:pPr algn="l">
              <a:lnSpc>
                <a:spcPct val="100000"/>
              </a:lnSpc>
              <a:spcBef>
                <a:spcPts val="600"/>
              </a:spcBef>
            </a:pPr>
            <a:r>
              <a:rPr lang="en-GB" sz="700">
                <a:solidFill>
                  <a:schemeClr val="accent1"/>
                </a:solidFill>
              </a:rPr>
              <a:t>Report document status</a:t>
            </a:r>
          </a:p>
        </p:txBody>
      </p:sp>
      <p:cxnSp>
        <p:nvCxnSpPr>
          <p:cNvPr id="198" name="Connector: Curved 197">
            <a:extLst>
              <a:ext uri="{FF2B5EF4-FFF2-40B4-BE49-F238E27FC236}">
                <a16:creationId xmlns:a16="http://schemas.microsoft.com/office/drawing/2014/main" id="{15F9FCC7-8B2D-6677-13B6-80675D52CDA4}"/>
              </a:ext>
            </a:extLst>
          </p:cNvPr>
          <p:cNvCxnSpPr>
            <a:cxnSpLocks/>
            <a:stCxn id="39" idx="2"/>
            <a:endCxn id="25" idx="3"/>
          </p:cNvCxnSpPr>
          <p:nvPr/>
        </p:nvCxnSpPr>
        <p:spPr>
          <a:xfrm rot="5400000">
            <a:off x="3395175" y="1282910"/>
            <a:ext cx="3540963" cy="6759876"/>
          </a:xfrm>
          <a:prstGeom prst="curvedConnector2">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02" name="TextBox 201">
            <a:extLst>
              <a:ext uri="{FF2B5EF4-FFF2-40B4-BE49-F238E27FC236}">
                <a16:creationId xmlns:a16="http://schemas.microsoft.com/office/drawing/2014/main" id="{CFB6EC9A-FA59-10C8-B2EF-20A286FE965F}"/>
              </a:ext>
            </a:extLst>
          </p:cNvPr>
          <p:cNvSpPr txBox="1"/>
          <p:nvPr/>
        </p:nvSpPr>
        <p:spPr>
          <a:xfrm>
            <a:off x="3323686" y="5298395"/>
            <a:ext cx="971420" cy="107722"/>
          </a:xfrm>
          <a:prstGeom prst="rect">
            <a:avLst/>
          </a:prstGeom>
          <a:noFill/>
        </p:spPr>
        <p:txBody>
          <a:bodyPr wrap="none" lIns="0" tIns="0" rIns="0" bIns="0" rtlCol="0">
            <a:spAutoFit/>
          </a:bodyPr>
          <a:lstStyle/>
          <a:p>
            <a:pPr algn="l">
              <a:lnSpc>
                <a:spcPct val="100000"/>
              </a:lnSpc>
              <a:spcBef>
                <a:spcPts val="600"/>
              </a:spcBef>
            </a:pPr>
            <a:r>
              <a:rPr lang="en-GB" sz="700">
                <a:solidFill>
                  <a:schemeClr val="accent1"/>
                </a:solidFill>
              </a:rPr>
              <a:t>Unclassified documents </a:t>
            </a:r>
          </a:p>
        </p:txBody>
      </p:sp>
      <p:sp>
        <p:nvSpPr>
          <p:cNvPr id="203" name="TextBox 202">
            <a:extLst>
              <a:ext uri="{FF2B5EF4-FFF2-40B4-BE49-F238E27FC236}">
                <a16:creationId xmlns:a16="http://schemas.microsoft.com/office/drawing/2014/main" id="{374D5304-5381-F3F5-AE59-A6C1B091F845}"/>
              </a:ext>
            </a:extLst>
          </p:cNvPr>
          <p:cNvSpPr txBox="1"/>
          <p:nvPr/>
        </p:nvSpPr>
        <p:spPr>
          <a:xfrm>
            <a:off x="3123242" y="5722308"/>
            <a:ext cx="1206640" cy="215444"/>
          </a:xfrm>
          <a:prstGeom prst="rect">
            <a:avLst/>
          </a:prstGeom>
          <a:noFill/>
        </p:spPr>
        <p:txBody>
          <a:bodyPr wrap="square" lIns="0" tIns="0" rIns="0" bIns="0" rtlCol="0">
            <a:spAutoFit/>
          </a:bodyPr>
          <a:lstStyle/>
          <a:p>
            <a:pPr algn="l">
              <a:lnSpc>
                <a:spcPct val="100000"/>
              </a:lnSpc>
              <a:spcBef>
                <a:spcPts val="600"/>
              </a:spcBef>
            </a:pPr>
            <a:r>
              <a:rPr lang="en-GB" sz="700">
                <a:solidFill>
                  <a:schemeClr val="accent1"/>
                </a:solidFill>
              </a:rPr>
              <a:t>Sorts documents in relevant folders (PDF parsing + LLM) </a:t>
            </a:r>
          </a:p>
        </p:txBody>
      </p:sp>
      <p:sp>
        <p:nvSpPr>
          <p:cNvPr id="230" name="TextBox 229">
            <a:extLst>
              <a:ext uri="{FF2B5EF4-FFF2-40B4-BE49-F238E27FC236}">
                <a16:creationId xmlns:a16="http://schemas.microsoft.com/office/drawing/2014/main" id="{47FD3E2F-A581-AD4A-ED8D-5289ADFE4CD8}"/>
              </a:ext>
            </a:extLst>
          </p:cNvPr>
          <p:cNvSpPr txBox="1"/>
          <p:nvPr/>
        </p:nvSpPr>
        <p:spPr>
          <a:xfrm>
            <a:off x="3541082" y="2526691"/>
            <a:ext cx="712280" cy="215444"/>
          </a:xfrm>
          <a:prstGeom prst="rect">
            <a:avLst/>
          </a:prstGeom>
          <a:noFill/>
        </p:spPr>
        <p:txBody>
          <a:bodyPr wrap="square" lIns="0" tIns="0" rIns="0" bIns="0" rtlCol="0">
            <a:spAutoFit/>
          </a:bodyPr>
          <a:lstStyle/>
          <a:p>
            <a:pPr algn="l">
              <a:lnSpc>
                <a:spcPct val="100000"/>
              </a:lnSpc>
              <a:spcBef>
                <a:spcPts val="600"/>
              </a:spcBef>
            </a:pPr>
            <a:r>
              <a:rPr lang="en-GB" sz="700">
                <a:solidFill>
                  <a:schemeClr val="accent1"/>
                </a:solidFill>
              </a:rPr>
              <a:t>For </a:t>
            </a:r>
            <a:r>
              <a:rPr lang="en-GB" sz="700" err="1">
                <a:solidFill>
                  <a:schemeClr val="accent1"/>
                </a:solidFill>
              </a:rPr>
              <a:t>selstadloggen</a:t>
            </a:r>
            <a:r>
              <a:rPr lang="en-GB" sz="700">
                <a:solidFill>
                  <a:schemeClr val="accent1"/>
                </a:solidFill>
              </a:rPr>
              <a:t> data</a:t>
            </a:r>
          </a:p>
        </p:txBody>
      </p:sp>
      <p:sp>
        <p:nvSpPr>
          <p:cNvPr id="231" name="TextBox 230">
            <a:extLst>
              <a:ext uri="{FF2B5EF4-FFF2-40B4-BE49-F238E27FC236}">
                <a16:creationId xmlns:a16="http://schemas.microsoft.com/office/drawing/2014/main" id="{7167D5EB-0E27-F536-B853-F2700388BF1F}"/>
              </a:ext>
            </a:extLst>
          </p:cNvPr>
          <p:cNvSpPr txBox="1"/>
          <p:nvPr/>
        </p:nvSpPr>
        <p:spPr>
          <a:xfrm>
            <a:off x="4631289" y="3211650"/>
            <a:ext cx="964145" cy="215444"/>
          </a:xfrm>
          <a:prstGeom prst="rect">
            <a:avLst/>
          </a:prstGeom>
          <a:noFill/>
        </p:spPr>
        <p:txBody>
          <a:bodyPr wrap="square" lIns="0" tIns="0" rIns="0" bIns="0" rtlCol="0">
            <a:spAutoFit/>
          </a:bodyPr>
          <a:lstStyle/>
          <a:p>
            <a:pPr algn="l">
              <a:lnSpc>
                <a:spcPct val="100000"/>
              </a:lnSpc>
              <a:spcBef>
                <a:spcPts val="600"/>
              </a:spcBef>
            </a:pPr>
            <a:r>
              <a:rPr lang="en-GB" sz="700">
                <a:solidFill>
                  <a:schemeClr val="accent1"/>
                </a:solidFill>
              </a:rPr>
              <a:t>For </a:t>
            </a:r>
            <a:r>
              <a:rPr lang="en-GB" sz="700" err="1">
                <a:solidFill>
                  <a:schemeClr val="accent1"/>
                </a:solidFill>
              </a:rPr>
              <a:t>Havbruksloggen</a:t>
            </a:r>
            <a:r>
              <a:rPr lang="en-GB" sz="700">
                <a:solidFill>
                  <a:schemeClr val="accent1"/>
                </a:solidFill>
              </a:rPr>
              <a:t> data</a:t>
            </a:r>
          </a:p>
        </p:txBody>
      </p:sp>
      <p:sp>
        <p:nvSpPr>
          <p:cNvPr id="238" name="TextBox 237">
            <a:extLst>
              <a:ext uri="{FF2B5EF4-FFF2-40B4-BE49-F238E27FC236}">
                <a16:creationId xmlns:a16="http://schemas.microsoft.com/office/drawing/2014/main" id="{674A85CA-8F92-8C8D-CE97-EF1E57036EA9}"/>
              </a:ext>
            </a:extLst>
          </p:cNvPr>
          <p:cNvSpPr txBox="1"/>
          <p:nvPr/>
        </p:nvSpPr>
        <p:spPr>
          <a:xfrm>
            <a:off x="2285184" y="4556653"/>
            <a:ext cx="1320878" cy="323165"/>
          </a:xfrm>
          <a:prstGeom prst="rect">
            <a:avLst/>
          </a:prstGeom>
          <a:noFill/>
        </p:spPr>
        <p:txBody>
          <a:bodyPr wrap="square" lIns="0" tIns="0" rIns="0" bIns="0" rtlCol="0">
            <a:spAutoFit/>
          </a:bodyPr>
          <a:lstStyle/>
          <a:p>
            <a:pPr algn="l">
              <a:lnSpc>
                <a:spcPct val="100000"/>
              </a:lnSpc>
              <a:spcBef>
                <a:spcPts val="600"/>
              </a:spcBef>
            </a:pPr>
            <a:r>
              <a:rPr lang="en-GB" sz="700">
                <a:solidFill>
                  <a:schemeClr val="accent1"/>
                </a:solidFill>
              </a:rPr>
              <a:t>Site model with component-component links and component-document links</a:t>
            </a:r>
          </a:p>
        </p:txBody>
      </p:sp>
      <p:cxnSp>
        <p:nvCxnSpPr>
          <p:cNvPr id="255" name="Connector: Curved 254">
            <a:extLst>
              <a:ext uri="{FF2B5EF4-FFF2-40B4-BE49-F238E27FC236}">
                <a16:creationId xmlns:a16="http://schemas.microsoft.com/office/drawing/2014/main" id="{4A7844E3-86D1-826A-CF8B-3243D2615F04}"/>
              </a:ext>
            </a:extLst>
          </p:cNvPr>
          <p:cNvCxnSpPr>
            <a:cxnSpLocks/>
          </p:cNvCxnSpPr>
          <p:nvPr/>
        </p:nvCxnSpPr>
        <p:spPr>
          <a:xfrm flipV="1">
            <a:off x="1805653" y="3118858"/>
            <a:ext cx="3054212" cy="2287589"/>
          </a:xfrm>
          <a:prstGeom prst="curvedConnector3">
            <a:avLst>
              <a:gd name="adj1" fmla="val 74298"/>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FBA5DF63-DA6D-CAAA-4781-CF1DE23C2C57}"/>
              </a:ext>
            </a:extLst>
          </p:cNvPr>
          <p:cNvCxnSpPr>
            <a:cxnSpLocks/>
            <a:endCxn id="73" idx="1"/>
          </p:cNvCxnSpPr>
          <p:nvPr/>
        </p:nvCxnSpPr>
        <p:spPr>
          <a:xfrm flipV="1">
            <a:off x="1811669" y="6334706"/>
            <a:ext cx="5704095" cy="164163"/>
          </a:xfrm>
          <a:prstGeom prst="bentConnector3">
            <a:avLst>
              <a:gd name="adj1" fmla="val 75489"/>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29" name="Rectangle 228">
            <a:extLst>
              <a:ext uri="{FF2B5EF4-FFF2-40B4-BE49-F238E27FC236}">
                <a16:creationId xmlns:a16="http://schemas.microsoft.com/office/drawing/2014/main" id="{BFC4AE27-D351-3E08-20E6-0615C9C17CB8}"/>
              </a:ext>
            </a:extLst>
          </p:cNvPr>
          <p:cNvSpPr/>
          <p:nvPr/>
        </p:nvSpPr>
        <p:spPr>
          <a:xfrm>
            <a:off x="7444179" y="3581804"/>
            <a:ext cx="3255230" cy="3147962"/>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GB" sz="2000" err="1"/>
          </a:p>
        </p:txBody>
      </p:sp>
      <p:sp>
        <p:nvSpPr>
          <p:cNvPr id="250" name="TextBox 249">
            <a:extLst>
              <a:ext uri="{FF2B5EF4-FFF2-40B4-BE49-F238E27FC236}">
                <a16:creationId xmlns:a16="http://schemas.microsoft.com/office/drawing/2014/main" id="{F3D4E6E7-9DF6-B3C4-7434-21E9AF1097AB}"/>
              </a:ext>
            </a:extLst>
          </p:cNvPr>
          <p:cNvSpPr txBox="1"/>
          <p:nvPr/>
        </p:nvSpPr>
        <p:spPr>
          <a:xfrm>
            <a:off x="8690539" y="3615679"/>
            <a:ext cx="1031080" cy="215444"/>
          </a:xfrm>
          <a:prstGeom prst="rect">
            <a:avLst/>
          </a:prstGeom>
          <a:noFill/>
        </p:spPr>
        <p:txBody>
          <a:bodyPr wrap="square" lIns="0" tIns="0" rIns="0" bIns="0" rtlCol="0">
            <a:spAutoFit/>
          </a:bodyPr>
          <a:lstStyle/>
          <a:p>
            <a:pPr algn="l">
              <a:lnSpc>
                <a:spcPct val="100000"/>
              </a:lnSpc>
              <a:spcBef>
                <a:spcPts val="600"/>
              </a:spcBef>
            </a:pPr>
            <a:r>
              <a:rPr lang="en-GB" sz="1400">
                <a:solidFill>
                  <a:schemeClr val="accent1"/>
                </a:solidFill>
              </a:rPr>
              <a:t>Oracle ATP</a:t>
            </a:r>
          </a:p>
        </p:txBody>
      </p:sp>
      <p:cxnSp>
        <p:nvCxnSpPr>
          <p:cNvPr id="45" name="Connector: Elbow 44">
            <a:extLst>
              <a:ext uri="{FF2B5EF4-FFF2-40B4-BE49-F238E27FC236}">
                <a16:creationId xmlns:a16="http://schemas.microsoft.com/office/drawing/2014/main" id="{2143D83B-CAB4-C9E4-BDAB-02B1F0ED182A}"/>
              </a:ext>
            </a:extLst>
          </p:cNvPr>
          <p:cNvCxnSpPr>
            <a:cxnSpLocks/>
          </p:cNvCxnSpPr>
          <p:nvPr/>
        </p:nvCxnSpPr>
        <p:spPr>
          <a:xfrm rot="5400000">
            <a:off x="8412419" y="2677216"/>
            <a:ext cx="3016224" cy="2970724"/>
          </a:xfrm>
          <a:prstGeom prst="bentConnector3">
            <a:avLst>
              <a:gd name="adj1" fmla="val 75044"/>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2" name="TextBox 111">
            <a:extLst>
              <a:ext uri="{FF2B5EF4-FFF2-40B4-BE49-F238E27FC236}">
                <a16:creationId xmlns:a16="http://schemas.microsoft.com/office/drawing/2014/main" id="{372F5074-A000-D62C-DAE8-DF11E4C7474B}"/>
              </a:ext>
            </a:extLst>
          </p:cNvPr>
          <p:cNvSpPr txBox="1"/>
          <p:nvPr/>
        </p:nvSpPr>
        <p:spPr>
          <a:xfrm>
            <a:off x="11452902" y="3695504"/>
            <a:ext cx="612910" cy="184666"/>
          </a:xfrm>
          <a:prstGeom prst="rect">
            <a:avLst/>
          </a:prstGeom>
          <a:noFill/>
        </p:spPr>
        <p:txBody>
          <a:bodyPr wrap="square" lIns="0" tIns="0" rIns="0" bIns="0" rtlCol="0">
            <a:spAutoFit/>
          </a:bodyPr>
          <a:lstStyle/>
          <a:p>
            <a:pPr algn="l">
              <a:lnSpc>
                <a:spcPct val="100000"/>
              </a:lnSpc>
              <a:spcBef>
                <a:spcPts val="600"/>
              </a:spcBef>
            </a:pPr>
            <a:r>
              <a:rPr lang="en-GB" sz="600">
                <a:solidFill>
                  <a:schemeClr val="accent1"/>
                </a:solidFill>
              </a:rPr>
              <a:t>Sync via scheduled job</a:t>
            </a:r>
          </a:p>
        </p:txBody>
      </p:sp>
      <p:cxnSp>
        <p:nvCxnSpPr>
          <p:cNvPr id="118" name="Straight Arrow Connector 117">
            <a:extLst>
              <a:ext uri="{FF2B5EF4-FFF2-40B4-BE49-F238E27FC236}">
                <a16:creationId xmlns:a16="http://schemas.microsoft.com/office/drawing/2014/main" id="{BB65D4F7-C5D0-B356-2D3F-74043312C0EE}"/>
              </a:ext>
            </a:extLst>
          </p:cNvPr>
          <p:cNvCxnSpPr>
            <a:cxnSpLocks/>
          </p:cNvCxnSpPr>
          <p:nvPr/>
        </p:nvCxnSpPr>
        <p:spPr>
          <a:xfrm>
            <a:off x="8626915" y="5967126"/>
            <a:ext cx="1155146" cy="5945"/>
          </a:xfrm>
          <a:prstGeom prst="straightConnector1">
            <a:avLst/>
          </a:prstGeom>
          <a:ln>
            <a:solidFill>
              <a:schemeClr val="accent1"/>
            </a:solidFill>
            <a:prstDash val="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25" name="Rectangle 224">
            <a:extLst>
              <a:ext uri="{FF2B5EF4-FFF2-40B4-BE49-F238E27FC236}">
                <a16:creationId xmlns:a16="http://schemas.microsoft.com/office/drawing/2014/main" id="{E9DDE251-B91B-A547-EB81-F9CCD5B76321}"/>
              </a:ext>
            </a:extLst>
          </p:cNvPr>
          <p:cNvSpPr/>
          <p:nvPr/>
        </p:nvSpPr>
        <p:spPr>
          <a:xfrm>
            <a:off x="4356921" y="2231750"/>
            <a:ext cx="1715874" cy="4095936"/>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GB" sz="2000" err="1"/>
          </a:p>
        </p:txBody>
      </p:sp>
      <p:sp>
        <p:nvSpPr>
          <p:cNvPr id="235" name="TextBox 234">
            <a:extLst>
              <a:ext uri="{FF2B5EF4-FFF2-40B4-BE49-F238E27FC236}">
                <a16:creationId xmlns:a16="http://schemas.microsoft.com/office/drawing/2014/main" id="{9BB2A896-8A00-C387-FD49-B1C1F5B50835}"/>
              </a:ext>
            </a:extLst>
          </p:cNvPr>
          <p:cNvSpPr txBox="1"/>
          <p:nvPr/>
        </p:nvSpPr>
        <p:spPr>
          <a:xfrm>
            <a:off x="4460436" y="6123805"/>
            <a:ext cx="1736176" cy="169277"/>
          </a:xfrm>
          <a:prstGeom prst="rect">
            <a:avLst/>
          </a:prstGeom>
          <a:noFill/>
        </p:spPr>
        <p:txBody>
          <a:bodyPr wrap="square" lIns="0" tIns="0" rIns="0" bIns="0" rtlCol="0">
            <a:spAutoFit/>
          </a:bodyPr>
          <a:lstStyle/>
          <a:p>
            <a:pPr algn="l">
              <a:lnSpc>
                <a:spcPct val="100000"/>
              </a:lnSpc>
              <a:spcBef>
                <a:spcPts val="600"/>
              </a:spcBef>
            </a:pPr>
            <a:r>
              <a:rPr lang="en-GB" sz="1100">
                <a:solidFill>
                  <a:schemeClr val="accent1"/>
                </a:solidFill>
              </a:rPr>
              <a:t>Azure Container Registry</a:t>
            </a:r>
          </a:p>
        </p:txBody>
      </p:sp>
    </p:spTree>
    <p:extLst>
      <p:ext uri="{BB962C8B-B14F-4D97-AF65-F5344CB8AC3E}">
        <p14:creationId xmlns:p14="http://schemas.microsoft.com/office/powerpoint/2010/main" val="583316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9BCAF-FE00-D56A-FCF0-058C91B1DAA4}"/>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8D733CA0-FD59-DD90-1630-5B32D4BEE678}"/>
              </a:ext>
            </a:extLst>
          </p:cNvPr>
          <p:cNvSpPr txBox="1"/>
          <p:nvPr/>
        </p:nvSpPr>
        <p:spPr>
          <a:xfrm>
            <a:off x="442257" y="1503121"/>
            <a:ext cx="10898488" cy="4801314"/>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procedural (formal) requirements generation. Use ontology-guided LLMs to accurately extract all actions (informal requirements) from user manuals, along with its frequency, document meta data, relevant components, triggers, etc. The informal requirements are converted to procedural (formal) requirements. The requirements are applicable across sites.</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Scalable extraction of requirements from manuals enables us to onboard more locations, and include more user manuals (e.g., extra equipment). Developing this capability will also support us in extracting other kinds of requirements (e.g., fish health or other industry) as well as extracting data from documentation (e.g., product certificates). This also aligns with goals of Maritime and Energy Systems (Requirement Management Reformation Program).</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formulations in the user manuals. [Break it down to atomic tasks]</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 [Alternative sources of user manuals. E.g., web-based manuals from AKVA group]</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[Use ontology as the interface between LLM and the domain]</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[Ontology-guided validation of LLM outputs]</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Translation of source (informal) requirements to procedural (formal) requirements. Dependency on the manufacturers or equipment providers.</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or using our SMEs)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 (</a:t>
            </a:r>
            <a:r>
              <a:rPr lang="en-GB" sz="1200">
                <a:solidFill>
                  <a:schemeClr val="accent1"/>
                </a:solidFill>
                <a:cs typeface="Arial"/>
              </a:rPr>
              <a:t>RMRP program):</a:t>
            </a:r>
            <a:endParaRPr lang="en-GB" sz="1200" dirty="0">
              <a:solidFill>
                <a:schemeClr val="accent1"/>
              </a:solidFill>
              <a:cs typeface="Arial"/>
            </a:endParaRP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09A4ED7B-29D5-2B3A-E01B-16FADD4C1B30}"/>
              </a:ext>
            </a:extLst>
          </p:cNvPr>
          <p:cNvSpPr>
            <a:spLocks noGrp="1"/>
          </p:cNvSpPr>
          <p:nvPr>
            <p:ph type="title"/>
          </p:nvPr>
        </p:nvSpPr>
        <p:spPr>
          <a:xfrm>
            <a:off x="539750" y="345790"/>
            <a:ext cx="7301718" cy="936000"/>
          </a:xfrm>
        </p:spPr>
        <p:txBody>
          <a:bodyPr/>
          <a:lstStyle/>
          <a:p>
            <a:r>
              <a:rPr lang="en-GB" dirty="0"/>
              <a:t>A: User manual to procedural requirements</a:t>
            </a:r>
          </a:p>
        </p:txBody>
      </p:sp>
      <p:sp>
        <p:nvSpPr>
          <p:cNvPr id="6" name="Slide Number Placeholder 5">
            <a:extLst>
              <a:ext uri="{FF2B5EF4-FFF2-40B4-BE49-F238E27FC236}">
                <a16:creationId xmlns:a16="http://schemas.microsoft.com/office/drawing/2014/main" id="{68F2B63E-99FF-D01A-8EBB-E332FFAE2A8E}"/>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5</a:t>
            </a:fld>
            <a:endParaRPr lang="en-GB"/>
          </a:p>
        </p:txBody>
      </p:sp>
    </p:spTree>
    <p:extLst>
      <p:ext uri="{BB962C8B-B14F-4D97-AF65-F5344CB8AC3E}">
        <p14:creationId xmlns:p14="http://schemas.microsoft.com/office/powerpoint/2010/main" val="21997864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8BFA0-BE83-4C8F-F557-9F4434AF41AB}"/>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6129C964-D23A-29FE-DBA6-D95004ECC685}"/>
              </a:ext>
            </a:extLst>
          </p:cNvPr>
          <p:cNvSpPr txBox="1"/>
          <p:nvPr/>
        </p:nvSpPr>
        <p:spPr>
          <a:xfrm>
            <a:off x="442257" y="1503121"/>
            <a:ext cx="10898488" cy="4801314"/>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procedural (formal) requirements generation. Use ontology-guided LLMs to accurately extract all actions (informal requirements) from user manuals, along with its frequency, document meta data, relevant components, triggers, etc. The informal requirements are converted to procedural (formal) requirements.</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Scalable extraction of requirements from manuals enables us to onboard more locations, and include more user manuals (e.g., extra equipment). Developing this capability will also support us in extracting other kinds of requirements (e.g., fish health) as well as extracting data from documentation (e.g., product certificates). This also aligns with goals of Maritime and Energy Systems (Requirement Management Reformation Program).</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formulations in the user manuals. [Break it down to atomic tasks]</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 [Alternative sources of user manuals. E.g., web-based manuals from AKVA group]</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[Use ontology as the interface between LLM and the domain]</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[Ontology-guided validation of LLM outputs]</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Translation of source (informal) requirements to procedural (formal) requirements. Dependency on the manufacturers or equipment providers.</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a:t>
            </a: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A2A72326-1365-7635-4643-DDA03AE8B614}"/>
              </a:ext>
            </a:extLst>
          </p:cNvPr>
          <p:cNvSpPr>
            <a:spLocks noGrp="1"/>
          </p:cNvSpPr>
          <p:nvPr>
            <p:ph type="title"/>
          </p:nvPr>
        </p:nvSpPr>
        <p:spPr>
          <a:xfrm>
            <a:off x="539750" y="345790"/>
            <a:ext cx="7301718" cy="936000"/>
          </a:xfrm>
        </p:spPr>
        <p:txBody>
          <a:bodyPr/>
          <a:lstStyle/>
          <a:p>
            <a:r>
              <a:rPr lang="en-GB"/>
              <a:t>A: User manual to procedural requirements</a:t>
            </a:r>
          </a:p>
        </p:txBody>
      </p:sp>
      <p:sp>
        <p:nvSpPr>
          <p:cNvPr id="6" name="Slide Number Placeholder 5">
            <a:extLst>
              <a:ext uri="{FF2B5EF4-FFF2-40B4-BE49-F238E27FC236}">
                <a16:creationId xmlns:a16="http://schemas.microsoft.com/office/drawing/2014/main" id="{64297A73-B126-2B84-0D84-A777CF4B31E5}"/>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6</a:t>
            </a:fld>
            <a:endParaRPr lang="en-GB"/>
          </a:p>
        </p:txBody>
      </p:sp>
      <p:grpSp>
        <p:nvGrpSpPr>
          <p:cNvPr id="33" name="Group 32">
            <a:extLst>
              <a:ext uri="{FF2B5EF4-FFF2-40B4-BE49-F238E27FC236}">
                <a16:creationId xmlns:a16="http://schemas.microsoft.com/office/drawing/2014/main" id="{EFF5A642-6199-57E6-D1F2-A0227BC88E65}"/>
              </a:ext>
            </a:extLst>
          </p:cNvPr>
          <p:cNvGrpSpPr/>
          <p:nvPr/>
        </p:nvGrpSpPr>
        <p:grpSpPr>
          <a:xfrm>
            <a:off x="7906803" y="258358"/>
            <a:ext cx="3971825" cy="1107851"/>
            <a:chOff x="7906803" y="258358"/>
            <a:chExt cx="3971825" cy="1107851"/>
          </a:xfrm>
        </p:grpSpPr>
        <p:grpSp>
          <p:nvGrpSpPr>
            <p:cNvPr id="183" name="Group 182">
              <a:extLst>
                <a:ext uri="{FF2B5EF4-FFF2-40B4-BE49-F238E27FC236}">
                  <a16:creationId xmlns:a16="http://schemas.microsoft.com/office/drawing/2014/main" id="{3EC0F7EA-8AAE-0151-EFA6-3639925243A4}"/>
                </a:ext>
              </a:extLst>
            </p:cNvPr>
            <p:cNvGrpSpPr/>
            <p:nvPr/>
          </p:nvGrpSpPr>
          <p:grpSpPr>
            <a:xfrm>
              <a:off x="7906803" y="258358"/>
              <a:ext cx="3971825" cy="1107851"/>
              <a:chOff x="539999" y="1601068"/>
              <a:chExt cx="3971825" cy="1107851"/>
            </a:xfrm>
          </p:grpSpPr>
          <p:sp>
            <p:nvSpPr>
              <p:cNvPr id="185" name="Rectangle 184">
                <a:extLst>
                  <a:ext uri="{FF2B5EF4-FFF2-40B4-BE49-F238E27FC236}">
                    <a16:creationId xmlns:a16="http://schemas.microsoft.com/office/drawing/2014/main" id="{20BB34E1-88E3-E412-A7BB-7BEB685E3E3D}"/>
                  </a:ext>
                </a:extLst>
              </p:cNvPr>
              <p:cNvSpPr/>
              <p:nvPr/>
            </p:nvSpPr>
            <p:spPr>
              <a:xfrm>
                <a:off x="539999" y="1601068"/>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F204B"/>
                    </a:solidFill>
                    <a:effectLst/>
                    <a:uLnTx/>
                    <a:uFillTx/>
                    <a:latin typeface="Arial"/>
                    <a:ea typeface="+mn-ea"/>
                    <a:cs typeface="+mn-cs"/>
                  </a:rPr>
                  <a:t>Acquiring the procedural requirements</a:t>
                </a:r>
              </a:p>
            </p:txBody>
          </p:sp>
          <p:cxnSp>
            <p:nvCxnSpPr>
              <p:cNvPr id="186" name="Straight Arrow Connector 185">
                <a:extLst>
                  <a:ext uri="{FF2B5EF4-FFF2-40B4-BE49-F238E27FC236}">
                    <a16:creationId xmlns:a16="http://schemas.microsoft.com/office/drawing/2014/main" id="{E351A0BF-2835-CA0C-AE5E-92D1ECE96965}"/>
                  </a:ext>
                </a:extLst>
              </p:cNvPr>
              <p:cNvCxnSpPr>
                <a:cxnSpLocks/>
              </p:cNvCxnSpPr>
              <p:nvPr/>
            </p:nvCxnSpPr>
            <p:spPr>
              <a:xfrm>
                <a:off x="1841835" y="2152084"/>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pic>
            <p:nvPicPr>
              <p:cNvPr id="188" name="Graphic 187" descr="Search Inventory outline">
                <a:extLst>
                  <a:ext uri="{FF2B5EF4-FFF2-40B4-BE49-F238E27FC236}">
                    <a16:creationId xmlns:a16="http://schemas.microsoft.com/office/drawing/2014/main" id="{29E82FEA-B7C8-5BCE-8CE1-7679C82697E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333315" y="1701305"/>
                <a:ext cx="385192" cy="385192"/>
              </a:xfrm>
              <a:prstGeom prst="rect">
                <a:avLst/>
              </a:prstGeom>
            </p:spPr>
          </p:pic>
        </p:grpSp>
        <p:grpSp>
          <p:nvGrpSpPr>
            <p:cNvPr id="25" name="Group 24">
              <a:extLst>
                <a:ext uri="{FF2B5EF4-FFF2-40B4-BE49-F238E27FC236}">
                  <a16:creationId xmlns:a16="http://schemas.microsoft.com/office/drawing/2014/main" id="{8BD2E268-7D9D-4485-98E7-D25F2A99C0EF}"/>
                </a:ext>
              </a:extLst>
            </p:cNvPr>
            <p:cNvGrpSpPr/>
            <p:nvPr/>
          </p:nvGrpSpPr>
          <p:grpSpPr>
            <a:xfrm>
              <a:off x="8373839" y="399947"/>
              <a:ext cx="574908" cy="794411"/>
              <a:chOff x="4162144" y="3471973"/>
              <a:chExt cx="665542" cy="949480"/>
            </a:xfrm>
          </p:grpSpPr>
          <p:pic>
            <p:nvPicPr>
              <p:cNvPr id="30" name="Graphic 29" descr="List outline">
                <a:extLst>
                  <a:ext uri="{FF2B5EF4-FFF2-40B4-BE49-F238E27FC236}">
                    <a16:creationId xmlns:a16="http://schemas.microsoft.com/office/drawing/2014/main" id="{8912581D-0003-BF89-7F8F-D778A6601D8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4162144" y="3471973"/>
                <a:ext cx="665542" cy="665542"/>
              </a:xfrm>
              <a:prstGeom prst="rect">
                <a:avLst/>
              </a:prstGeom>
            </p:spPr>
          </p:pic>
          <p:sp>
            <p:nvSpPr>
              <p:cNvPr id="35" name="TextBox 34">
                <a:extLst>
                  <a:ext uri="{FF2B5EF4-FFF2-40B4-BE49-F238E27FC236}">
                    <a16:creationId xmlns:a16="http://schemas.microsoft.com/office/drawing/2014/main" id="{47C1B4FC-5D09-2FB2-C379-7CEAD100A839}"/>
                  </a:ext>
                </a:extLst>
              </p:cNvPr>
              <p:cNvSpPr txBox="1"/>
              <p:nvPr/>
            </p:nvSpPr>
            <p:spPr>
              <a:xfrm>
                <a:off x="4262347" y="4090384"/>
                <a:ext cx="489705" cy="33106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User manual</a:t>
                </a:r>
              </a:p>
            </p:txBody>
          </p:sp>
        </p:grpSp>
        <p:pic>
          <p:nvPicPr>
            <p:cNvPr id="160" name="Graphic 159" descr="Checklist outline">
              <a:extLst>
                <a:ext uri="{FF2B5EF4-FFF2-40B4-BE49-F238E27FC236}">
                  <a16:creationId xmlns:a16="http://schemas.microsoft.com/office/drawing/2014/main" id="{4EEBFD45-E8BA-C117-7BD6-92ACD0538EA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920111" y="372116"/>
              <a:ext cx="559701" cy="559701"/>
            </a:xfrm>
            <a:prstGeom prst="rect">
              <a:avLst/>
            </a:prstGeom>
          </p:spPr>
        </p:pic>
        <p:sp>
          <p:nvSpPr>
            <p:cNvPr id="162" name="TextBox 161">
              <a:extLst>
                <a:ext uri="{FF2B5EF4-FFF2-40B4-BE49-F238E27FC236}">
                  <a16:creationId xmlns:a16="http://schemas.microsoft.com/office/drawing/2014/main" id="{1C237B8B-93C8-4B35-2DA9-A5721132B96C}"/>
                </a:ext>
              </a:extLst>
            </p:cNvPr>
            <p:cNvSpPr txBox="1"/>
            <p:nvPr/>
          </p:nvSpPr>
          <p:spPr>
            <a:xfrm>
              <a:off x="10632632" y="880499"/>
              <a:ext cx="113465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Procedural Requirements</a:t>
              </a:r>
            </a:p>
          </p:txBody>
        </p:sp>
      </p:grpSp>
    </p:spTree>
    <p:extLst>
      <p:ext uri="{BB962C8B-B14F-4D97-AF65-F5344CB8AC3E}">
        <p14:creationId xmlns:p14="http://schemas.microsoft.com/office/powerpoint/2010/main" val="162507176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9CC6E-0B25-44FA-6CDE-89B1EC7817F5}"/>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4E466F98-D314-042A-A435-9DD465EF7464}"/>
              </a:ext>
            </a:extLst>
          </p:cNvPr>
          <p:cNvSpPr txBox="1"/>
          <p:nvPr/>
        </p:nvSpPr>
        <p:spPr>
          <a:xfrm>
            <a:off x="540869" y="1449333"/>
            <a:ext cx="11337758" cy="5016758"/>
          </a:xfrm>
          <a:prstGeom prst="rect">
            <a:avLst/>
          </a:prstGeom>
          <a:noFill/>
        </p:spPr>
        <p:txBody>
          <a:bodyPr wrap="square" lIns="0" tIns="0" rIns="0" bIns="0" rtlCol="0" anchor="t">
            <a:spAutoFit/>
          </a:bodyPr>
          <a:lstStyle/>
          <a:p>
            <a:pPr>
              <a:lnSpc>
                <a:spcPct val="100000"/>
              </a:lnSpc>
              <a:spcBef>
                <a:spcPts val="600"/>
              </a:spcBef>
            </a:pPr>
            <a:r>
              <a:rPr lang="en-GB" sz="1400" b="1">
                <a:solidFill>
                  <a:schemeClr val="accent1"/>
                </a:solidFill>
              </a:rPr>
              <a:t>Where are we now? </a:t>
            </a:r>
            <a:endParaRPr lang="en-GB" sz="1400" b="1">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400">
                <a:solidFill>
                  <a:schemeClr val="accent1"/>
                </a:solidFill>
              </a:rPr>
              <a:t>Method and workflow for manually extracting action lists from user manuals, with SME-in-the-loop verification. </a:t>
            </a:r>
            <a:endParaRPr lang="en-GB" sz="14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400">
                <a:solidFill>
                  <a:schemeClr val="accent1"/>
                </a:solidFill>
              </a:rPr>
              <a:t>LLM generates titles along with page number and section retrieval for each action extracted from the user-manual.</a:t>
            </a:r>
            <a:endParaRPr lang="en-GB" sz="1400">
              <a:solidFill>
                <a:schemeClr val="accent1"/>
              </a:solidFill>
              <a:cs typeface="Arial"/>
            </a:endParaRPr>
          </a:p>
          <a:p>
            <a:pPr marL="285750" indent="-285750">
              <a:spcBef>
                <a:spcPts val="600"/>
              </a:spcBef>
              <a:buFont typeface="Arial" panose="020B0604020202020204" pitchFamily="34" charset="0"/>
              <a:buChar char="•"/>
            </a:pPr>
            <a:r>
              <a:rPr lang="en-GB" sz="1400">
                <a:solidFill>
                  <a:schemeClr val="accent1"/>
                </a:solidFill>
              </a:rPr>
              <a:t>Requirement Wizard - Had an introduction and demo of the tool by Christian </a:t>
            </a:r>
            <a:r>
              <a:rPr lang="en-GB" sz="1400" err="1">
                <a:solidFill>
                  <a:schemeClr val="accent1"/>
                </a:solidFill>
              </a:rPr>
              <a:t>Markussan</a:t>
            </a:r>
            <a:r>
              <a:rPr lang="en-GB" sz="1400">
                <a:solidFill>
                  <a:schemeClr val="accent1"/>
                </a:solidFill>
              </a:rPr>
              <a:t> from Requirement Management Project showcasing its capabilities of converting text to reified requirements format (Scope-Condition-Demand).</a:t>
            </a:r>
            <a:endParaRPr lang="en-GB" sz="1400">
              <a:solidFill>
                <a:schemeClr val="accent1"/>
              </a:solidFill>
              <a:cs typeface="Arial"/>
            </a:endParaRPr>
          </a:p>
          <a:p>
            <a:pPr marL="285750" indent="-285750">
              <a:spcBef>
                <a:spcPts val="600"/>
              </a:spcBef>
              <a:buFont typeface="Arial" panose="020B0604020202020204" pitchFamily="34" charset="0"/>
              <a:buChar char="•"/>
            </a:pPr>
            <a:r>
              <a:rPr lang="en-GB" sz="1400">
                <a:solidFill>
                  <a:schemeClr val="accent1"/>
                </a:solidFill>
              </a:rPr>
              <a:t>Discussion on creating a POC for modelling actions and obtain action-component matching through reasoning in the ontology.</a:t>
            </a:r>
            <a:endParaRPr lang="en-GB" sz="1400">
              <a:solidFill>
                <a:schemeClr val="accent1"/>
              </a:solidFill>
              <a:cs typeface="Arial"/>
            </a:endParaRPr>
          </a:p>
          <a:p>
            <a:pPr>
              <a:spcBef>
                <a:spcPts val="600"/>
              </a:spcBef>
            </a:pPr>
            <a:r>
              <a:rPr lang="en-GB" sz="1400" b="1">
                <a:solidFill>
                  <a:schemeClr val="accent1"/>
                </a:solidFill>
                <a:cs typeface="Arial"/>
              </a:rPr>
              <a:t>Learnings: </a:t>
            </a:r>
          </a:p>
          <a:p>
            <a:pPr marL="285750" indent="-285750">
              <a:spcBef>
                <a:spcPts val="600"/>
              </a:spcBef>
              <a:buFont typeface="Arial" panose="020B0604020202020204" pitchFamily="34" charset="0"/>
              <a:buChar char="•"/>
            </a:pPr>
            <a:r>
              <a:rPr lang="en-GB" sz="1400">
                <a:solidFill>
                  <a:srgbClr val="000000"/>
                </a:solidFill>
              </a:rPr>
              <a:t>The core of requirement wizard is basically a well-designed prompt that filters the normative requirements and then breaks them into SCD format. Requirement wizard is currently at integrating with the XML database and the API for testing will probably be available during Q2. However, it works only for English so it was suggested that we design our own prompt for our use-case.</a:t>
            </a:r>
            <a:endParaRPr lang="en-GB" sz="1400">
              <a:solidFill>
                <a:srgbClr val="000000"/>
              </a:solidFill>
              <a:cs typeface="Arial"/>
            </a:endParaRPr>
          </a:p>
          <a:p>
            <a:pPr marL="285750" indent="-285750">
              <a:spcBef>
                <a:spcPts val="600"/>
              </a:spcBef>
              <a:buFont typeface="Arial" panose="020B0604020202020204" pitchFamily="34" charset="0"/>
              <a:buChar char="•"/>
            </a:pPr>
            <a:r>
              <a:rPr lang="en-GB" sz="1400">
                <a:solidFill>
                  <a:schemeClr val="accent1"/>
                </a:solidFill>
                <a:cs typeface="Arial"/>
              </a:rPr>
              <a:t>Translating source (informal) requirements to procedural (formal) requirements using Normative &amp; Informative format requires Manufacturers/Suppliers along with SMEs involved to ensure we do not make own interpretation. </a:t>
            </a:r>
          </a:p>
          <a:p>
            <a:pPr>
              <a:spcBef>
                <a:spcPts val="600"/>
              </a:spcBef>
            </a:pPr>
            <a:r>
              <a:rPr lang="en-GB" sz="1400" b="1">
                <a:solidFill>
                  <a:schemeClr val="accent1"/>
                </a:solidFill>
              </a:rPr>
              <a:t>Addressed by which Milestones? </a:t>
            </a:r>
            <a:endParaRPr lang="en-GB" sz="1400" b="1">
              <a:solidFill>
                <a:schemeClr val="accent1"/>
              </a:solidFill>
              <a:cs typeface="Arial"/>
            </a:endParaRPr>
          </a:p>
          <a:p>
            <a:pPr marL="285750" indent="-285750">
              <a:spcBef>
                <a:spcPts val="600"/>
              </a:spcBef>
              <a:buFont typeface="Arial" panose="020B0604020202020204" pitchFamily="34" charset="0"/>
              <a:buChar char="•"/>
            </a:pPr>
            <a:r>
              <a:rPr lang="en-GB" sz="1400">
                <a:solidFill>
                  <a:schemeClr val="accent1"/>
                </a:solidFill>
                <a:cs typeface="Arial"/>
              </a:rPr>
              <a:t>Milestone 3 – </a:t>
            </a:r>
            <a:r>
              <a:rPr lang="en-GB" sz="1400">
                <a:solidFill>
                  <a:schemeClr val="accent1"/>
                </a:solidFill>
              </a:rPr>
              <a:t>An asset model with procedural requirements manual extracted from user manuals of main components</a:t>
            </a:r>
            <a:endParaRPr lang="en-GB" sz="1400">
              <a:solidFill>
                <a:schemeClr val="accent1"/>
              </a:solidFill>
              <a:cs typeface="Arial"/>
            </a:endParaRPr>
          </a:p>
          <a:p>
            <a:pPr marL="285750" indent="-285750">
              <a:spcBef>
                <a:spcPts val="600"/>
              </a:spcBef>
              <a:buFont typeface="Arial" panose="020B0604020202020204" pitchFamily="34" charset="0"/>
              <a:buChar char="•"/>
            </a:pPr>
            <a:r>
              <a:rPr lang="en-GB" sz="1400">
                <a:solidFill>
                  <a:schemeClr val="accent1"/>
                </a:solidFill>
                <a:cs typeface="Arial"/>
              </a:rPr>
              <a:t>Milestone 4 - </a:t>
            </a:r>
            <a:r>
              <a:rPr lang="en-GB" sz="1400">
                <a:solidFill>
                  <a:schemeClr val="accent1"/>
                </a:solidFill>
              </a:rPr>
              <a:t>Automated linking between actions and the components (Reasoning application)</a:t>
            </a:r>
            <a:endParaRPr lang="en-GB" sz="1400">
              <a:solidFill>
                <a:schemeClr val="accent1"/>
              </a:solidFill>
              <a:cs typeface="Arial"/>
            </a:endParaRPr>
          </a:p>
          <a:p>
            <a:pPr marL="285750" indent="-285750">
              <a:spcBef>
                <a:spcPts val="600"/>
              </a:spcBef>
              <a:buFont typeface="Arial" panose="020B0604020202020204" pitchFamily="34" charset="0"/>
              <a:buChar char="•"/>
            </a:pPr>
            <a:r>
              <a:rPr lang="en-GB" sz="1400">
                <a:solidFill>
                  <a:schemeClr val="accent1"/>
                </a:solidFill>
                <a:cs typeface="Arial"/>
              </a:rPr>
              <a:t>Milestone 8 - </a:t>
            </a:r>
            <a:r>
              <a:rPr lang="nb-NO" sz="1400">
                <a:solidFill>
                  <a:schemeClr val="accent1"/>
                </a:solidFill>
              </a:rPr>
              <a:t>A</a:t>
            </a:r>
            <a:r>
              <a:rPr lang="en-US" sz="1400" err="1"/>
              <a:t>chieve</a:t>
            </a:r>
            <a:r>
              <a:rPr lang="en-US" sz="1400"/>
              <a:t> end‑to‑end automation of the extraction process, while retaining human‑in‑the‑loop checkpoints for review and approval</a:t>
            </a:r>
            <a:r>
              <a:rPr lang="en-GB" sz="1400"/>
              <a:t> </a:t>
            </a:r>
            <a:r>
              <a:rPr lang="en-GB" sz="1400">
                <a:solidFill>
                  <a:schemeClr val="accent1"/>
                </a:solidFill>
              </a:rPr>
              <a:t>[Note: The use of Requirement Wizard tool will influence this milestone – could be removed/rephrased using Requirement Wizard instead of our own solution]</a:t>
            </a:r>
            <a:endParaRPr lang="en-GB" sz="1400">
              <a:solidFill>
                <a:schemeClr val="accent1"/>
              </a:solidFill>
              <a:cs typeface="Arial"/>
            </a:endParaRPr>
          </a:p>
          <a:p>
            <a:pPr marL="285750" indent="-285750">
              <a:spcBef>
                <a:spcPts val="600"/>
              </a:spcBef>
              <a:buFont typeface="Arial" panose="020B0604020202020204" pitchFamily="34" charset="0"/>
              <a:buChar char="•"/>
            </a:pPr>
            <a:endParaRPr lang="en-GB" sz="1400">
              <a:solidFill>
                <a:schemeClr val="accent1"/>
              </a:solidFill>
            </a:endParaRPr>
          </a:p>
        </p:txBody>
      </p:sp>
      <p:sp>
        <p:nvSpPr>
          <p:cNvPr id="3" name="Title 2">
            <a:extLst>
              <a:ext uri="{FF2B5EF4-FFF2-40B4-BE49-F238E27FC236}">
                <a16:creationId xmlns:a16="http://schemas.microsoft.com/office/drawing/2014/main" id="{66FB7B66-22AB-53C6-4218-AD4DEE461517}"/>
              </a:ext>
            </a:extLst>
          </p:cNvPr>
          <p:cNvSpPr>
            <a:spLocks noGrp="1"/>
          </p:cNvSpPr>
          <p:nvPr>
            <p:ph type="title"/>
          </p:nvPr>
        </p:nvSpPr>
        <p:spPr>
          <a:xfrm>
            <a:off x="539750" y="345790"/>
            <a:ext cx="7301718" cy="936000"/>
          </a:xfrm>
        </p:spPr>
        <p:txBody>
          <a:bodyPr/>
          <a:lstStyle/>
          <a:p>
            <a:r>
              <a:rPr lang="en-GB"/>
              <a:t>A: User manual to procedural requirements – Current State</a:t>
            </a:r>
          </a:p>
        </p:txBody>
      </p:sp>
      <p:sp>
        <p:nvSpPr>
          <p:cNvPr id="6" name="Slide Number Placeholder 5">
            <a:extLst>
              <a:ext uri="{FF2B5EF4-FFF2-40B4-BE49-F238E27FC236}">
                <a16:creationId xmlns:a16="http://schemas.microsoft.com/office/drawing/2014/main" id="{19F7B499-B49F-C2E9-6B3F-31F96B717223}"/>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7</a:t>
            </a:fld>
            <a:endParaRPr lang="en-GB"/>
          </a:p>
        </p:txBody>
      </p:sp>
      <p:grpSp>
        <p:nvGrpSpPr>
          <p:cNvPr id="33" name="Group 32">
            <a:extLst>
              <a:ext uri="{FF2B5EF4-FFF2-40B4-BE49-F238E27FC236}">
                <a16:creationId xmlns:a16="http://schemas.microsoft.com/office/drawing/2014/main" id="{83F3E58B-8FC4-5FC1-DEC4-3E73536C6322}"/>
              </a:ext>
            </a:extLst>
          </p:cNvPr>
          <p:cNvGrpSpPr/>
          <p:nvPr/>
        </p:nvGrpSpPr>
        <p:grpSpPr>
          <a:xfrm>
            <a:off x="7906803" y="258358"/>
            <a:ext cx="3971825" cy="1107851"/>
            <a:chOff x="7906803" y="258358"/>
            <a:chExt cx="3971825" cy="1107851"/>
          </a:xfrm>
        </p:grpSpPr>
        <p:grpSp>
          <p:nvGrpSpPr>
            <p:cNvPr id="183" name="Group 182">
              <a:extLst>
                <a:ext uri="{FF2B5EF4-FFF2-40B4-BE49-F238E27FC236}">
                  <a16:creationId xmlns:a16="http://schemas.microsoft.com/office/drawing/2014/main" id="{8A530FF6-76AC-B843-3A37-EA2231841F67}"/>
                </a:ext>
              </a:extLst>
            </p:cNvPr>
            <p:cNvGrpSpPr/>
            <p:nvPr/>
          </p:nvGrpSpPr>
          <p:grpSpPr>
            <a:xfrm>
              <a:off x="7906803" y="258358"/>
              <a:ext cx="3971825" cy="1107851"/>
              <a:chOff x="539999" y="1601068"/>
              <a:chExt cx="3971825" cy="1107851"/>
            </a:xfrm>
          </p:grpSpPr>
          <p:sp>
            <p:nvSpPr>
              <p:cNvPr id="185" name="Rectangle 184">
                <a:extLst>
                  <a:ext uri="{FF2B5EF4-FFF2-40B4-BE49-F238E27FC236}">
                    <a16:creationId xmlns:a16="http://schemas.microsoft.com/office/drawing/2014/main" id="{6AC07031-717E-9CF0-34B8-1FB0C6A3CB60}"/>
                  </a:ext>
                </a:extLst>
              </p:cNvPr>
              <p:cNvSpPr/>
              <p:nvPr/>
            </p:nvSpPr>
            <p:spPr>
              <a:xfrm>
                <a:off x="539999" y="1601068"/>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F204B"/>
                    </a:solidFill>
                    <a:effectLst/>
                    <a:uLnTx/>
                    <a:uFillTx/>
                    <a:latin typeface="Arial"/>
                    <a:ea typeface="+mn-ea"/>
                    <a:cs typeface="+mn-cs"/>
                  </a:rPr>
                  <a:t>Acquiring the procedural requirements</a:t>
                </a:r>
              </a:p>
            </p:txBody>
          </p:sp>
          <p:cxnSp>
            <p:nvCxnSpPr>
              <p:cNvPr id="186" name="Straight Arrow Connector 185">
                <a:extLst>
                  <a:ext uri="{FF2B5EF4-FFF2-40B4-BE49-F238E27FC236}">
                    <a16:creationId xmlns:a16="http://schemas.microsoft.com/office/drawing/2014/main" id="{2421A8E8-C2AB-DC11-CFA8-080289AC36A7}"/>
                  </a:ext>
                </a:extLst>
              </p:cNvPr>
              <p:cNvCxnSpPr>
                <a:cxnSpLocks/>
              </p:cNvCxnSpPr>
              <p:nvPr/>
            </p:nvCxnSpPr>
            <p:spPr>
              <a:xfrm>
                <a:off x="1841835" y="2152084"/>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pic>
            <p:nvPicPr>
              <p:cNvPr id="188" name="Graphic 187" descr="Search Inventory outline">
                <a:extLst>
                  <a:ext uri="{FF2B5EF4-FFF2-40B4-BE49-F238E27FC236}">
                    <a16:creationId xmlns:a16="http://schemas.microsoft.com/office/drawing/2014/main" id="{A823815A-7620-26EC-A209-875F538A955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333315" y="1701305"/>
                <a:ext cx="385192" cy="385192"/>
              </a:xfrm>
              <a:prstGeom prst="rect">
                <a:avLst/>
              </a:prstGeom>
            </p:spPr>
          </p:pic>
        </p:grpSp>
        <p:grpSp>
          <p:nvGrpSpPr>
            <p:cNvPr id="25" name="Group 24">
              <a:extLst>
                <a:ext uri="{FF2B5EF4-FFF2-40B4-BE49-F238E27FC236}">
                  <a16:creationId xmlns:a16="http://schemas.microsoft.com/office/drawing/2014/main" id="{9F1DFEA3-E819-4861-31DC-9889C2BBFFF2}"/>
                </a:ext>
              </a:extLst>
            </p:cNvPr>
            <p:cNvGrpSpPr/>
            <p:nvPr/>
          </p:nvGrpSpPr>
          <p:grpSpPr>
            <a:xfrm>
              <a:off x="8373839" y="399947"/>
              <a:ext cx="574908" cy="794411"/>
              <a:chOff x="4162144" y="3471973"/>
              <a:chExt cx="665542" cy="949480"/>
            </a:xfrm>
          </p:grpSpPr>
          <p:pic>
            <p:nvPicPr>
              <p:cNvPr id="30" name="Graphic 29" descr="List outline">
                <a:extLst>
                  <a:ext uri="{FF2B5EF4-FFF2-40B4-BE49-F238E27FC236}">
                    <a16:creationId xmlns:a16="http://schemas.microsoft.com/office/drawing/2014/main" id="{614743CB-3941-3D20-7975-D966DB763F0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162144" y="3471973"/>
                <a:ext cx="665542" cy="665542"/>
              </a:xfrm>
              <a:prstGeom prst="rect">
                <a:avLst/>
              </a:prstGeom>
            </p:spPr>
          </p:pic>
          <p:sp>
            <p:nvSpPr>
              <p:cNvPr id="35" name="TextBox 34">
                <a:extLst>
                  <a:ext uri="{FF2B5EF4-FFF2-40B4-BE49-F238E27FC236}">
                    <a16:creationId xmlns:a16="http://schemas.microsoft.com/office/drawing/2014/main" id="{2FF1DE3C-12F7-462C-B934-20A3B84F0CEF}"/>
                  </a:ext>
                </a:extLst>
              </p:cNvPr>
              <p:cNvSpPr txBox="1"/>
              <p:nvPr/>
            </p:nvSpPr>
            <p:spPr>
              <a:xfrm>
                <a:off x="4262347" y="4090384"/>
                <a:ext cx="489705" cy="33106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User manual</a:t>
                </a:r>
              </a:p>
            </p:txBody>
          </p:sp>
        </p:grpSp>
        <p:pic>
          <p:nvPicPr>
            <p:cNvPr id="160" name="Graphic 159" descr="Checklist outline">
              <a:extLst>
                <a:ext uri="{FF2B5EF4-FFF2-40B4-BE49-F238E27FC236}">
                  <a16:creationId xmlns:a16="http://schemas.microsoft.com/office/drawing/2014/main" id="{7209C1E5-59B0-850C-6AC7-8968BCE6A1B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920111" y="372116"/>
              <a:ext cx="559701" cy="559701"/>
            </a:xfrm>
            <a:prstGeom prst="rect">
              <a:avLst/>
            </a:prstGeom>
          </p:spPr>
        </p:pic>
        <p:sp>
          <p:nvSpPr>
            <p:cNvPr id="162" name="TextBox 161">
              <a:extLst>
                <a:ext uri="{FF2B5EF4-FFF2-40B4-BE49-F238E27FC236}">
                  <a16:creationId xmlns:a16="http://schemas.microsoft.com/office/drawing/2014/main" id="{A909B289-4694-1360-C401-A884BD28DD81}"/>
                </a:ext>
              </a:extLst>
            </p:cNvPr>
            <p:cNvSpPr txBox="1"/>
            <p:nvPr/>
          </p:nvSpPr>
          <p:spPr>
            <a:xfrm>
              <a:off x="10632632" y="880499"/>
              <a:ext cx="113465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Procedural Requirements</a:t>
              </a:r>
            </a:p>
          </p:txBody>
        </p:sp>
      </p:grpSp>
    </p:spTree>
    <p:extLst>
      <p:ext uri="{BB962C8B-B14F-4D97-AF65-F5344CB8AC3E}">
        <p14:creationId xmlns:p14="http://schemas.microsoft.com/office/powerpoint/2010/main" val="3851864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FE0BF-9143-B92A-00AD-D5DD05B92202}"/>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1A6424C9-E403-F9F5-FC0E-C4F19F6B0F05}"/>
              </a:ext>
            </a:extLst>
          </p:cNvPr>
          <p:cNvSpPr txBox="1"/>
          <p:nvPr/>
        </p:nvSpPr>
        <p:spPr>
          <a:xfrm>
            <a:off x="540869" y="1449333"/>
            <a:ext cx="11337758" cy="5755422"/>
          </a:xfrm>
          <a:prstGeom prst="rect">
            <a:avLst/>
          </a:prstGeom>
          <a:noFill/>
        </p:spPr>
        <p:txBody>
          <a:bodyPr wrap="square" lIns="0" tIns="0" rIns="0" bIns="0" rtlCol="0" anchor="t">
            <a:spAutoFit/>
          </a:bodyPr>
          <a:lstStyle/>
          <a:p>
            <a:pPr>
              <a:lnSpc>
                <a:spcPct val="100000"/>
              </a:lnSpc>
              <a:spcBef>
                <a:spcPts val="600"/>
              </a:spcBef>
            </a:pPr>
            <a:r>
              <a:rPr lang="en-GB" sz="1600" b="1">
                <a:solidFill>
                  <a:schemeClr val="accent1"/>
                </a:solidFill>
              </a:rPr>
              <a:t>End Goal: </a:t>
            </a:r>
            <a:r>
              <a:rPr lang="en-GB" sz="1600">
                <a:solidFill>
                  <a:schemeClr val="accent1"/>
                </a:solidFill>
              </a:rPr>
              <a:t>Frequently updated site model (digital twin) that contains all components relevant for NYTEK compliance with a framework for accommodating and tracking updates in the source log systems. </a:t>
            </a:r>
          </a:p>
          <a:p>
            <a:pPr>
              <a:lnSpc>
                <a:spcPct val="100000"/>
              </a:lnSpc>
              <a:spcBef>
                <a:spcPts val="600"/>
              </a:spcBef>
            </a:pPr>
            <a:r>
              <a:rPr lang="en-GB" sz="1600" b="1">
                <a:solidFill>
                  <a:schemeClr val="accent1"/>
                </a:solidFill>
              </a:rPr>
              <a:t>Why? </a:t>
            </a:r>
            <a:r>
              <a:rPr lang="en-GB" sz="1600">
                <a:solidFill>
                  <a:schemeClr val="accent1"/>
                </a:solidFill>
              </a:rPr>
              <a:t>We need a site model to continually contextualize the requirements and evidence to check compliance.</a:t>
            </a:r>
            <a:endParaRPr lang="en-GB" sz="1600">
              <a:solidFill>
                <a:schemeClr val="accent1"/>
              </a:solidFill>
              <a:cs typeface="Arial"/>
            </a:endParaRPr>
          </a:p>
          <a:p>
            <a:pPr>
              <a:lnSpc>
                <a:spcPct val="100000"/>
              </a:lnSpc>
              <a:spcBef>
                <a:spcPts val="600"/>
              </a:spcBef>
            </a:pPr>
            <a:r>
              <a:rPr lang="en-GB" sz="1600" b="1">
                <a:solidFill>
                  <a:schemeClr val="accent1"/>
                </a:solidFill>
              </a:rPr>
              <a:t>Challenges so far:</a:t>
            </a:r>
            <a:endParaRPr lang="en-GB" sz="1600" b="1">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Manual data download [Collaboration with log providers]</a:t>
            </a:r>
            <a:endParaRPr lang="en-GB" sz="16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Partial data coverage [Alternative extraction using certificates, User input, Enhanced collaboration with log system providers].</a:t>
            </a:r>
            <a:endParaRPr lang="en-GB" sz="16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Any change in the log system leaves our data ingestion pipeline vulnerable. </a:t>
            </a:r>
            <a:endParaRPr lang="en-GB" sz="16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The farmers don’t like their log systems</a:t>
            </a:r>
            <a:endParaRPr lang="en-GB" sz="1600">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cs typeface="Arial"/>
              </a:rPr>
              <a:t>Incremental update to the site model</a:t>
            </a:r>
            <a:endParaRPr lang="en-GB" sz="1600">
              <a:solidFill>
                <a:schemeClr val="accent1"/>
              </a:solidFill>
            </a:endParaRPr>
          </a:p>
          <a:p>
            <a:pPr>
              <a:lnSpc>
                <a:spcPct val="100000"/>
              </a:lnSpc>
              <a:spcBef>
                <a:spcPts val="600"/>
              </a:spcBef>
            </a:pPr>
            <a:r>
              <a:rPr lang="en-GB" sz="1600" b="1">
                <a:solidFill>
                  <a:schemeClr val="accent1"/>
                </a:solidFill>
              </a:rPr>
              <a:t>Alternative solution: </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rPr>
              <a:t>Build our own site model (easier for locations certified by DNV) by using other sources of site information: Deployment report/certificate dump, OLEX files etc. </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cs typeface="Arial"/>
              </a:rPr>
              <a:t>Integration with the log-systems using their APIs after getting approval from the log-system providers. Veracity </a:t>
            </a:r>
            <a:r>
              <a:rPr lang="en-GB" sz="1600" err="1">
                <a:solidFill>
                  <a:schemeClr val="accent1"/>
                </a:solidFill>
                <a:cs typeface="Arial"/>
              </a:rPr>
              <a:t>Dataworkbench</a:t>
            </a:r>
            <a:r>
              <a:rPr lang="en-GB" sz="1600">
                <a:solidFill>
                  <a:schemeClr val="accent1"/>
                </a:solidFill>
                <a:cs typeface="Arial"/>
              </a:rPr>
              <a:t> could also help us with data integration.</a:t>
            </a:r>
            <a:endParaRPr lang="en-GB">
              <a:solidFill>
                <a:schemeClr val="accent1"/>
              </a:solidFill>
              <a:cs typeface="Arial"/>
            </a:endParaRPr>
          </a:p>
          <a:p>
            <a:pPr>
              <a:lnSpc>
                <a:spcPct val="100000"/>
              </a:lnSpc>
              <a:spcBef>
                <a:spcPts val="600"/>
              </a:spcBef>
            </a:pPr>
            <a:endParaRPr lang="en-GB" sz="1600" b="1">
              <a:solidFill>
                <a:schemeClr val="accent1"/>
              </a:solidFill>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76897A7F-CB65-55A7-B32B-E44F7C6F9182}"/>
              </a:ext>
            </a:extLst>
          </p:cNvPr>
          <p:cNvSpPr>
            <a:spLocks noGrp="1"/>
          </p:cNvSpPr>
          <p:nvPr>
            <p:ph type="title"/>
          </p:nvPr>
        </p:nvSpPr>
        <p:spPr>
          <a:xfrm>
            <a:off x="539750" y="345790"/>
            <a:ext cx="6187621" cy="936000"/>
          </a:xfrm>
        </p:spPr>
        <p:txBody>
          <a:bodyPr/>
          <a:lstStyle/>
          <a:p>
            <a:r>
              <a:rPr lang="en-GB"/>
              <a:t> B: Log system to Site Model </a:t>
            </a:r>
          </a:p>
        </p:txBody>
      </p:sp>
      <p:sp>
        <p:nvSpPr>
          <p:cNvPr id="6" name="Slide Number Placeholder 5">
            <a:extLst>
              <a:ext uri="{FF2B5EF4-FFF2-40B4-BE49-F238E27FC236}">
                <a16:creationId xmlns:a16="http://schemas.microsoft.com/office/drawing/2014/main" id="{093114A2-BD8A-D66C-9507-608FD7AFB7BC}"/>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8</a:t>
            </a:fld>
            <a:endParaRPr lang="en-GB"/>
          </a:p>
        </p:txBody>
      </p:sp>
      <p:grpSp>
        <p:nvGrpSpPr>
          <p:cNvPr id="14" name="Group 13">
            <a:extLst>
              <a:ext uri="{FF2B5EF4-FFF2-40B4-BE49-F238E27FC236}">
                <a16:creationId xmlns:a16="http://schemas.microsoft.com/office/drawing/2014/main" id="{74685B96-F417-6A86-008F-71C4FFF3D231}"/>
              </a:ext>
            </a:extLst>
          </p:cNvPr>
          <p:cNvGrpSpPr/>
          <p:nvPr/>
        </p:nvGrpSpPr>
        <p:grpSpPr>
          <a:xfrm>
            <a:off x="7680425" y="173939"/>
            <a:ext cx="3971825" cy="1107851"/>
            <a:chOff x="7680425" y="173939"/>
            <a:chExt cx="3971825" cy="1107851"/>
          </a:xfrm>
        </p:grpSpPr>
        <p:sp>
          <p:nvSpPr>
            <p:cNvPr id="15" name="Rectangle 14">
              <a:extLst>
                <a:ext uri="{FF2B5EF4-FFF2-40B4-BE49-F238E27FC236}">
                  <a16:creationId xmlns:a16="http://schemas.microsoft.com/office/drawing/2014/main" id="{2CDD767F-97D0-A726-D0EF-706736C33DC6}"/>
                </a:ext>
              </a:extLst>
            </p:cNvPr>
            <p:cNvSpPr/>
            <p:nvPr/>
          </p:nvSpPr>
          <p:spPr>
            <a:xfrm>
              <a:off x="7680425" y="173939"/>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GB" sz="1000">
                  <a:solidFill>
                    <a:srgbClr val="0F204B"/>
                  </a:solidFill>
                  <a:latin typeface="Arial"/>
                </a:rPr>
                <a:t>Generating a site model of an aquaculture site from the log systems</a:t>
              </a:r>
              <a:endParaRPr kumimoji="0" lang="en-GB" sz="1000" b="0" i="0" u="none" strike="noStrike" kern="1200" cap="none" spc="0" normalizeH="0" baseline="0" noProof="0">
                <a:ln>
                  <a:noFill/>
                </a:ln>
                <a:solidFill>
                  <a:srgbClr val="0F204B"/>
                </a:solidFill>
                <a:effectLst/>
                <a:uLnTx/>
                <a:uFillTx/>
                <a:latin typeface="Arial"/>
                <a:ea typeface="+mn-ea"/>
                <a:cs typeface="+mn-cs"/>
              </a:endParaRPr>
            </a:p>
          </p:txBody>
        </p:sp>
        <p:cxnSp>
          <p:nvCxnSpPr>
            <p:cNvPr id="16" name="Straight Arrow Connector 15">
              <a:extLst>
                <a:ext uri="{FF2B5EF4-FFF2-40B4-BE49-F238E27FC236}">
                  <a16:creationId xmlns:a16="http://schemas.microsoft.com/office/drawing/2014/main" id="{9F0A1E08-C350-FE56-56A4-B59417F3F2BA}"/>
                </a:ext>
              </a:extLst>
            </p:cNvPr>
            <p:cNvCxnSpPr>
              <a:cxnSpLocks/>
            </p:cNvCxnSpPr>
            <p:nvPr/>
          </p:nvCxnSpPr>
          <p:spPr>
            <a:xfrm>
              <a:off x="8982261" y="724955"/>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48166038-FE04-0E3E-28F0-2EAE7A3DB7C0}"/>
                </a:ext>
              </a:extLst>
            </p:cNvPr>
            <p:cNvGrpSpPr/>
            <p:nvPr/>
          </p:nvGrpSpPr>
          <p:grpSpPr>
            <a:xfrm>
              <a:off x="8024719" y="298261"/>
              <a:ext cx="792088" cy="637962"/>
              <a:chOff x="8024719" y="298261"/>
              <a:chExt cx="792088" cy="637962"/>
            </a:xfrm>
          </p:grpSpPr>
          <p:pic>
            <p:nvPicPr>
              <p:cNvPr id="21" name="Graphic 20" descr="Database outline">
                <a:extLst>
                  <a:ext uri="{FF2B5EF4-FFF2-40B4-BE49-F238E27FC236}">
                    <a16:creationId xmlns:a16="http://schemas.microsoft.com/office/drawing/2014/main" id="{CDCBA4EE-F620-CF45-173B-2FA4A7619EF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163210" y="298261"/>
                <a:ext cx="509852" cy="509852"/>
              </a:xfrm>
              <a:prstGeom prst="rect">
                <a:avLst/>
              </a:prstGeom>
            </p:spPr>
          </p:pic>
          <p:sp>
            <p:nvSpPr>
              <p:cNvPr id="22" name="TextBox 21">
                <a:extLst>
                  <a:ext uri="{FF2B5EF4-FFF2-40B4-BE49-F238E27FC236}">
                    <a16:creationId xmlns:a16="http://schemas.microsoft.com/office/drawing/2014/main" id="{0E4AE701-02AE-1902-B9E6-E0593DDA31F5}"/>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18" name="Group 17">
              <a:extLst>
                <a:ext uri="{FF2B5EF4-FFF2-40B4-BE49-F238E27FC236}">
                  <a16:creationId xmlns:a16="http://schemas.microsoft.com/office/drawing/2014/main" id="{53FC573E-9199-EEF8-6E5A-614CF978946D}"/>
                </a:ext>
              </a:extLst>
            </p:cNvPr>
            <p:cNvGrpSpPr/>
            <p:nvPr/>
          </p:nvGrpSpPr>
          <p:grpSpPr>
            <a:xfrm>
              <a:off x="10605287" y="298261"/>
              <a:ext cx="792088" cy="637962"/>
              <a:chOff x="8024719" y="298261"/>
              <a:chExt cx="792088" cy="637962"/>
            </a:xfrm>
          </p:grpSpPr>
          <p:pic>
            <p:nvPicPr>
              <p:cNvPr id="19" name="Graphic 18" descr="Connected outline">
                <a:extLst>
                  <a:ext uri="{FF2B5EF4-FFF2-40B4-BE49-F238E27FC236}">
                    <a16:creationId xmlns:a16="http://schemas.microsoft.com/office/drawing/2014/main" id="{4A73179D-D98E-45F8-F72A-C9F12D03E4F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163210" y="298261"/>
                <a:ext cx="509852" cy="509852"/>
              </a:xfrm>
              <a:prstGeom prst="rect">
                <a:avLst/>
              </a:prstGeom>
            </p:spPr>
          </p:pic>
          <p:sp>
            <p:nvSpPr>
              <p:cNvPr id="20" name="TextBox 19">
                <a:extLst>
                  <a:ext uri="{FF2B5EF4-FFF2-40B4-BE49-F238E27FC236}">
                    <a16:creationId xmlns:a16="http://schemas.microsoft.com/office/drawing/2014/main" id="{5EB6227C-A793-01CB-C5E1-27F0517F152C}"/>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grpSp>
    </p:spTree>
    <p:extLst>
      <p:ext uri="{BB962C8B-B14F-4D97-AF65-F5344CB8AC3E}">
        <p14:creationId xmlns:p14="http://schemas.microsoft.com/office/powerpoint/2010/main" val="1419685472"/>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C2D59-63BF-3DAD-C3D6-D926EB834483}"/>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76DC9136-FF4F-56D5-E76F-538E7BB547FE}"/>
              </a:ext>
            </a:extLst>
          </p:cNvPr>
          <p:cNvSpPr txBox="1"/>
          <p:nvPr/>
        </p:nvSpPr>
        <p:spPr>
          <a:xfrm>
            <a:off x="595168" y="1348741"/>
            <a:ext cx="11337758" cy="6324808"/>
          </a:xfrm>
          <a:prstGeom prst="rect">
            <a:avLst/>
          </a:prstGeom>
          <a:noFill/>
        </p:spPr>
        <p:txBody>
          <a:bodyPr wrap="square" lIns="0" tIns="0" rIns="0" bIns="0" rtlCol="0" anchor="t">
            <a:spAutoFit/>
          </a:bodyPr>
          <a:lstStyle/>
          <a:p>
            <a:pPr>
              <a:spcBef>
                <a:spcPts val="600"/>
              </a:spcBef>
            </a:pPr>
            <a:r>
              <a:rPr lang="en-GB" sz="1600" b="1">
                <a:solidFill>
                  <a:schemeClr val="accent1"/>
                </a:solidFill>
              </a:rPr>
              <a:t>Where are we now? </a:t>
            </a:r>
            <a:r>
              <a:rPr lang="en-GB" sz="1600">
                <a:solidFill>
                  <a:schemeClr val="accent1"/>
                </a:solidFill>
              </a:rPr>
              <a:t>Automated pipelines for creation of site model from two log systems: </a:t>
            </a:r>
            <a:r>
              <a:rPr lang="en-GB" sz="1600" err="1">
                <a:solidFill>
                  <a:schemeClr val="accent1"/>
                </a:solidFill>
              </a:rPr>
              <a:t>Havbruksloggen</a:t>
            </a:r>
            <a:r>
              <a:rPr lang="en-GB" sz="1600">
                <a:solidFill>
                  <a:schemeClr val="accent1"/>
                </a:solidFill>
              </a:rPr>
              <a:t> and </a:t>
            </a:r>
            <a:r>
              <a:rPr lang="en-GB" sz="1600" err="1">
                <a:solidFill>
                  <a:schemeClr val="accent1"/>
                </a:solidFill>
              </a:rPr>
              <a:t>Selstadloggen</a:t>
            </a:r>
            <a:r>
              <a:rPr lang="en-GB" sz="1600">
                <a:solidFill>
                  <a:schemeClr val="accent1"/>
                </a:solidFill>
              </a:rPr>
              <a:t>. Exported as a site hierarchy for the front end.</a:t>
            </a:r>
          </a:p>
          <a:p>
            <a:pPr>
              <a:spcBef>
                <a:spcPts val="600"/>
              </a:spcBef>
            </a:pPr>
            <a:r>
              <a:rPr lang="en-GB" sz="1600">
                <a:solidFill>
                  <a:schemeClr val="accent1"/>
                </a:solidFill>
              </a:rPr>
              <a:t>We have made substantial progress towards integrating the ontology:</a:t>
            </a:r>
          </a:p>
          <a:p>
            <a:pPr marL="285750" indent="-285750">
              <a:spcBef>
                <a:spcPts val="600"/>
              </a:spcBef>
              <a:buFont typeface="Arial" panose="020B0604020202020204" pitchFamily="34" charset="0"/>
              <a:buChar char="•"/>
            </a:pPr>
            <a:r>
              <a:rPr lang="en-GB" sz="1600">
                <a:solidFill>
                  <a:schemeClr val="accent1"/>
                </a:solidFill>
              </a:rPr>
              <a:t>We have improved our data-ingestion pipeline and hardened it for deployment. </a:t>
            </a:r>
          </a:p>
          <a:p>
            <a:pPr marL="285750" indent="-285750">
              <a:spcBef>
                <a:spcPts val="600"/>
              </a:spcBef>
              <a:buFont typeface="Arial" panose="020B0604020202020204" pitchFamily="34" charset="0"/>
              <a:buChar char="•"/>
            </a:pPr>
            <a:r>
              <a:rPr lang="en-GB" sz="1600">
                <a:solidFill>
                  <a:schemeClr val="accent1"/>
                </a:solidFill>
              </a:rPr>
              <a:t>We are implementing a simple system that allows us to track and update our ontology on triples level</a:t>
            </a:r>
          </a:p>
          <a:p>
            <a:pPr marL="285750" indent="-285750">
              <a:spcBef>
                <a:spcPts val="600"/>
              </a:spcBef>
              <a:buFont typeface="Arial" panose="020B0604020202020204" pitchFamily="34" charset="0"/>
              <a:buChar char="•"/>
            </a:pPr>
            <a:r>
              <a:rPr lang="en-GB" sz="1600">
                <a:solidFill>
                  <a:schemeClr val="accent1"/>
                </a:solidFill>
              </a:rPr>
              <a:t>A more complex tracking system (logical graph diff system on component level) is in discussion</a:t>
            </a:r>
          </a:p>
          <a:p>
            <a:pPr marL="285750" indent="-285750">
              <a:spcBef>
                <a:spcPts val="600"/>
              </a:spcBef>
              <a:buFont typeface="Arial" panose="020B0604020202020204" pitchFamily="34" charset="0"/>
              <a:buChar char="•"/>
            </a:pPr>
            <a:r>
              <a:rPr lang="en-GB" sz="1600">
                <a:solidFill>
                  <a:schemeClr val="accent1"/>
                </a:solidFill>
              </a:rPr>
              <a:t>Pipeline for ingesting </a:t>
            </a:r>
            <a:r>
              <a:rPr lang="en-GB" sz="1600" err="1">
                <a:solidFill>
                  <a:schemeClr val="accent1"/>
                </a:solidFill>
              </a:rPr>
              <a:t>Havbruksloggen</a:t>
            </a:r>
            <a:r>
              <a:rPr lang="en-GB" sz="1600">
                <a:solidFill>
                  <a:schemeClr val="accent1"/>
                </a:solidFill>
              </a:rPr>
              <a:t> data is in place</a:t>
            </a:r>
          </a:p>
          <a:p>
            <a:pPr marL="285750" indent="-285750">
              <a:spcBef>
                <a:spcPts val="600"/>
              </a:spcBef>
              <a:buFont typeface="Arial" panose="020B0604020202020204" pitchFamily="34" charset="0"/>
              <a:buChar char="•"/>
            </a:pPr>
            <a:r>
              <a:rPr lang="en-GB" sz="1600">
                <a:solidFill>
                  <a:schemeClr val="accent1"/>
                </a:solidFill>
              </a:rPr>
              <a:t>Site model ontology will be updated with top-level metadata such as Location, owner, and so on.</a:t>
            </a:r>
          </a:p>
          <a:p>
            <a:pPr>
              <a:spcBef>
                <a:spcPts val="600"/>
              </a:spcBef>
            </a:pPr>
            <a:r>
              <a:rPr lang="en-GB" sz="1600" b="1">
                <a:solidFill>
                  <a:schemeClr val="accent1"/>
                </a:solidFill>
                <a:cs typeface="Arial"/>
              </a:rPr>
              <a:t>Learnings:</a:t>
            </a:r>
          </a:p>
          <a:p>
            <a:pPr marL="285750" indent="-285750">
              <a:spcBef>
                <a:spcPts val="600"/>
              </a:spcBef>
              <a:buFont typeface="Arial" panose="020B0604020202020204" pitchFamily="34" charset="0"/>
              <a:buChar char="•"/>
            </a:pPr>
            <a:r>
              <a:rPr lang="en-GB" sz="1600">
                <a:solidFill>
                  <a:schemeClr val="accent1"/>
                </a:solidFill>
              </a:rPr>
              <a:t>Asset model existing in Veracity is not suitable for our use-case. Their asset model is relatively weak and not expressive enough (they use property labelled graphs rather than RDF) which denies us from modelling complex relations and requirements.</a:t>
            </a:r>
          </a:p>
          <a:p>
            <a:pPr marL="285750" indent="-285750">
              <a:spcBef>
                <a:spcPts val="600"/>
              </a:spcBef>
              <a:buFont typeface="Arial" panose="020B0604020202020204" pitchFamily="34" charset="0"/>
              <a:buChar char="•"/>
            </a:pPr>
            <a:r>
              <a:rPr lang="en-GB" sz="1600">
                <a:solidFill>
                  <a:schemeClr val="accent1"/>
                </a:solidFill>
              </a:rPr>
              <a:t>Tracking ontology allows us to reflect the physical changes on the site. Novel methodology for tracking the ontology which could potentially be applied to future projects.</a:t>
            </a:r>
          </a:p>
          <a:p>
            <a:pPr marL="285750" indent="-285750">
              <a:spcBef>
                <a:spcPts val="600"/>
              </a:spcBef>
              <a:buFont typeface="Arial" panose="020B0604020202020204" pitchFamily="34" charset="0"/>
              <a:buChar char="•"/>
            </a:pPr>
            <a:r>
              <a:rPr lang="en-GB" sz="1600">
                <a:solidFill>
                  <a:schemeClr val="accent1"/>
                </a:solidFill>
              </a:rPr>
              <a:t>Lot of waiting time and unforeseen challenges (security and permissions for integrating with Oracle Server) encountered while integrating to the Oracle graph server and deploying the pipeline as an Azure container</a:t>
            </a:r>
          </a:p>
          <a:p>
            <a:pPr>
              <a:spcBef>
                <a:spcPts val="600"/>
              </a:spcBef>
            </a:pPr>
            <a:endParaRPr lang="en-GB" sz="1600">
              <a:solidFill>
                <a:schemeClr val="accent1"/>
              </a:solidFill>
              <a:cs typeface="Arial"/>
            </a:endParaRPr>
          </a:p>
          <a:p>
            <a:pPr>
              <a:lnSpc>
                <a:spcPct val="100000"/>
              </a:lnSpc>
              <a:spcBef>
                <a:spcPts val="600"/>
              </a:spcBef>
            </a:pPr>
            <a:endParaRPr lang="en-GB" sz="1600" b="1">
              <a:solidFill>
                <a:schemeClr val="accent1"/>
              </a:solidFill>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27D32E2F-2AAE-4AC0-0756-69E5A95EEEED}"/>
              </a:ext>
            </a:extLst>
          </p:cNvPr>
          <p:cNvSpPr>
            <a:spLocks noGrp="1"/>
          </p:cNvSpPr>
          <p:nvPr>
            <p:ph type="title"/>
          </p:nvPr>
        </p:nvSpPr>
        <p:spPr>
          <a:xfrm>
            <a:off x="539750" y="345790"/>
            <a:ext cx="6187621" cy="936000"/>
          </a:xfrm>
        </p:spPr>
        <p:txBody>
          <a:bodyPr/>
          <a:lstStyle/>
          <a:p>
            <a:r>
              <a:rPr lang="en-GB"/>
              <a:t> B: Log system to Site Model – Current state </a:t>
            </a:r>
          </a:p>
        </p:txBody>
      </p:sp>
      <p:sp>
        <p:nvSpPr>
          <p:cNvPr id="6" name="Slide Number Placeholder 5">
            <a:extLst>
              <a:ext uri="{FF2B5EF4-FFF2-40B4-BE49-F238E27FC236}">
                <a16:creationId xmlns:a16="http://schemas.microsoft.com/office/drawing/2014/main" id="{ABB87A87-A362-D987-6BB6-3D13D12D4EEA}"/>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9</a:t>
            </a:fld>
            <a:endParaRPr lang="en-GB"/>
          </a:p>
        </p:txBody>
      </p:sp>
      <p:grpSp>
        <p:nvGrpSpPr>
          <p:cNvPr id="14" name="Group 13">
            <a:extLst>
              <a:ext uri="{FF2B5EF4-FFF2-40B4-BE49-F238E27FC236}">
                <a16:creationId xmlns:a16="http://schemas.microsoft.com/office/drawing/2014/main" id="{7860CBB7-6AD5-6462-7C38-41DDC7388BBF}"/>
              </a:ext>
            </a:extLst>
          </p:cNvPr>
          <p:cNvGrpSpPr/>
          <p:nvPr/>
        </p:nvGrpSpPr>
        <p:grpSpPr>
          <a:xfrm>
            <a:off x="7680425" y="173939"/>
            <a:ext cx="3971825" cy="1107851"/>
            <a:chOff x="7680425" y="173939"/>
            <a:chExt cx="3971825" cy="1107851"/>
          </a:xfrm>
        </p:grpSpPr>
        <p:sp>
          <p:nvSpPr>
            <p:cNvPr id="15" name="Rectangle 14">
              <a:extLst>
                <a:ext uri="{FF2B5EF4-FFF2-40B4-BE49-F238E27FC236}">
                  <a16:creationId xmlns:a16="http://schemas.microsoft.com/office/drawing/2014/main" id="{A6682144-77B0-50AD-E1F0-65D6272128ED}"/>
                </a:ext>
              </a:extLst>
            </p:cNvPr>
            <p:cNvSpPr/>
            <p:nvPr/>
          </p:nvSpPr>
          <p:spPr>
            <a:xfrm>
              <a:off x="7680425" y="173939"/>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GB" sz="1000">
                  <a:solidFill>
                    <a:srgbClr val="0F204B"/>
                  </a:solidFill>
                  <a:latin typeface="Arial"/>
                </a:rPr>
                <a:t>Generating a site model of an aquaculture site from the log systems</a:t>
              </a:r>
              <a:endParaRPr kumimoji="0" lang="en-GB" sz="1000" b="0" i="0" u="none" strike="noStrike" kern="1200" cap="none" spc="0" normalizeH="0" baseline="0" noProof="0">
                <a:ln>
                  <a:noFill/>
                </a:ln>
                <a:solidFill>
                  <a:srgbClr val="0F204B"/>
                </a:solidFill>
                <a:effectLst/>
                <a:uLnTx/>
                <a:uFillTx/>
                <a:latin typeface="Arial"/>
                <a:ea typeface="+mn-ea"/>
                <a:cs typeface="+mn-cs"/>
              </a:endParaRPr>
            </a:p>
          </p:txBody>
        </p:sp>
        <p:cxnSp>
          <p:nvCxnSpPr>
            <p:cNvPr id="16" name="Straight Arrow Connector 15">
              <a:extLst>
                <a:ext uri="{FF2B5EF4-FFF2-40B4-BE49-F238E27FC236}">
                  <a16:creationId xmlns:a16="http://schemas.microsoft.com/office/drawing/2014/main" id="{25E34C9A-8590-7AED-6411-7D93CADCF8D3}"/>
                </a:ext>
              </a:extLst>
            </p:cNvPr>
            <p:cNvCxnSpPr>
              <a:cxnSpLocks/>
            </p:cNvCxnSpPr>
            <p:nvPr/>
          </p:nvCxnSpPr>
          <p:spPr>
            <a:xfrm>
              <a:off x="8982261" y="724955"/>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8F9A7761-BDF3-4ADF-3FE4-09CA36538CEF}"/>
                </a:ext>
              </a:extLst>
            </p:cNvPr>
            <p:cNvGrpSpPr/>
            <p:nvPr/>
          </p:nvGrpSpPr>
          <p:grpSpPr>
            <a:xfrm>
              <a:off x="8024719" y="298261"/>
              <a:ext cx="792088" cy="637962"/>
              <a:chOff x="8024719" y="298261"/>
              <a:chExt cx="792088" cy="637962"/>
            </a:xfrm>
          </p:grpSpPr>
          <p:pic>
            <p:nvPicPr>
              <p:cNvPr id="21" name="Graphic 20" descr="Database outline">
                <a:extLst>
                  <a:ext uri="{FF2B5EF4-FFF2-40B4-BE49-F238E27FC236}">
                    <a16:creationId xmlns:a16="http://schemas.microsoft.com/office/drawing/2014/main" id="{4A24956E-4943-701F-DC1F-CCF1E3F41A41}"/>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163210" y="298261"/>
                <a:ext cx="509852" cy="509852"/>
              </a:xfrm>
              <a:prstGeom prst="rect">
                <a:avLst/>
              </a:prstGeom>
            </p:spPr>
          </p:pic>
          <p:sp>
            <p:nvSpPr>
              <p:cNvPr id="22" name="TextBox 21">
                <a:extLst>
                  <a:ext uri="{FF2B5EF4-FFF2-40B4-BE49-F238E27FC236}">
                    <a16:creationId xmlns:a16="http://schemas.microsoft.com/office/drawing/2014/main" id="{181F5DAA-7944-8AC9-CEFC-EB11B514DBF7}"/>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18" name="Group 17">
              <a:extLst>
                <a:ext uri="{FF2B5EF4-FFF2-40B4-BE49-F238E27FC236}">
                  <a16:creationId xmlns:a16="http://schemas.microsoft.com/office/drawing/2014/main" id="{0469EE90-D63C-F47E-C42D-C25D203EC315}"/>
                </a:ext>
              </a:extLst>
            </p:cNvPr>
            <p:cNvGrpSpPr/>
            <p:nvPr/>
          </p:nvGrpSpPr>
          <p:grpSpPr>
            <a:xfrm>
              <a:off x="10605287" y="298261"/>
              <a:ext cx="792088" cy="637962"/>
              <a:chOff x="8024719" y="298261"/>
              <a:chExt cx="792088" cy="637962"/>
            </a:xfrm>
          </p:grpSpPr>
          <p:pic>
            <p:nvPicPr>
              <p:cNvPr id="19" name="Graphic 18" descr="Connected outline">
                <a:extLst>
                  <a:ext uri="{FF2B5EF4-FFF2-40B4-BE49-F238E27FC236}">
                    <a16:creationId xmlns:a16="http://schemas.microsoft.com/office/drawing/2014/main" id="{04811C27-139E-830D-D37A-BAF9B08B7B9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163210" y="298261"/>
                <a:ext cx="509852" cy="509852"/>
              </a:xfrm>
              <a:prstGeom prst="rect">
                <a:avLst/>
              </a:prstGeom>
            </p:spPr>
          </p:pic>
          <p:sp>
            <p:nvSpPr>
              <p:cNvPr id="20" name="TextBox 19">
                <a:extLst>
                  <a:ext uri="{FF2B5EF4-FFF2-40B4-BE49-F238E27FC236}">
                    <a16:creationId xmlns:a16="http://schemas.microsoft.com/office/drawing/2014/main" id="{AE7325EB-2B7B-8951-8A50-61275227F78C}"/>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grpSp>
    </p:spTree>
    <p:extLst>
      <p:ext uri="{BB962C8B-B14F-4D97-AF65-F5344CB8AC3E}">
        <p14:creationId xmlns:p14="http://schemas.microsoft.com/office/powerpoint/2010/main" val="33976405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6E7B3-1062-8A31-243F-EAB07FF902CC}"/>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E5E6E6AD-C326-A53A-5561-BDEE7D586B4F}"/>
              </a:ext>
            </a:extLst>
          </p:cNvPr>
          <p:cNvSpPr txBox="1"/>
          <p:nvPr/>
        </p:nvSpPr>
        <p:spPr>
          <a:xfrm>
            <a:off x="595168" y="1348741"/>
            <a:ext cx="11337758" cy="2431435"/>
          </a:xfrm>
          <a:prstGeom prst="rect">
            <a:avLst/>
          </a:prstGeom>
          <a:noFill/>
        </p:spPr>
        <p:txBody>
          <a:bodyPr wrap="square" lIns="0" tIns="0" rIns="0" bIns="0" rtlCol="0" anchor="t">
            <a:spAutoFit/>
          </a:bodyPr>
          <a:lstStyle/>
          <a:p>
            <a:pPr>
              <a:spcBef>
                <a:spcPts val="600"/>
              </a:spcBef>
            </a:pPr>
            <a:r>
              <a:rPr lang="en-GB" sz="1600" b="1">
                <a:solidFill>
                  <a:schemeClr val="accent1"/>
                </a:solidFill>
              </a:rPr>
              <a:t>Addressed by which Milestones? </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cs typeface="Arial"/>
              </a:rPr>
              <a:t>Milestone 1 – An automated </a:t>
            </a:r>
            <a:r>
              <a:rPr lang="en-GB" sz="1600">
                <a:solidFill>
                  <a:schemeClr val="accent1"/>
                </a:solidFill>
              </a:rPr>
              <a:t>system for site model creation running on the cloud that is triggered either manually or automatically upon upload of new files to DWB</a:t>
            </a:r>
            <a:endParaRPr lang="en-GB" sz="1600">
              <a:solidFill>
                <a:schemeClr val="accent1"/>
              </a:solidFill>
              <a:cs typeface="Arial"/>
            </a:endParaRPr>
          </a:p>
          <a:p>
            <a:pPr>
              <a:spcBef>
                <a:spcPts val="600"/>
              </a:spcBef>
            </a:pPr>
            <a:endParaRPr lang="en-GB" sz="1600">
              <a:solidFill>
                <a:schemeClr val="accent1"/>
              </a:solidFill>
              <a:cs typeface="Arial"/>
            </a:endParaRPr>
          </a:p>
          <a:p>
            <a:pPr>
              <a:lnSpc>
                <a:spcPct val="100000"/>
              </a:lnSpc>
              <a:spcBef>
                <a:spcPts val="600"/>
              </a:spcBef>
            </a:pPr>
            <a:endParaRPr lang="en-GB" sz="1600" b="1">
              <a:solidFill>
                <a:schemeClr val="accent1"/>
              </a:solidFill>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a:p>
            <a:pPr marL="285750" indent="-285750">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C185F45B-DDE0-DE48-D6AC-9CF52A1DDDDF}"/>
              </a:ext>
            </a:extLst>
          </p:cNvPr>
          <p:cNvSpPr>
            <a:spLocks noGrp="1"/>
          </p:cNvSpPr>
          <p:nvPr>
            <p:ph type="title"/>
          </p:nvPr>
        </p:nvSpPr>
        <p:spPr>
          <a:xfrm>
            <a:off x="539750" y="345790"/>
            <a:ext cx="6187621" cy="936000"/>
          </a:xfrm>
        </p:spPr>
        <p:txBody>
          <a:bodyPr/>
          <a:lstStyle/>
          <a:p>
            <a:r>
              <a:rPr lang="en-GB"/>
              <a:t> B: Log system to Site Model – Current state </a:t>
            </a:r>
          </a:p>
        </p:txBody>
      </p:sp>
      <p:sp>
        <p:nvSpPr>
          <p:cNvPr id="6" name="Slide Number Placeholder 5">
            <a:extLst>
              <a:ext uri="{FF2B5EF4-FFF2-40B4-BE49-F238E27FC236}">
                <a16:creationId xmlns:a16="http://schemas.microsoft.com/office/drawing/2014/main" id="{6CD7385C-8884-004C-F5AB-8A05772F2034}"/>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10</a:t>
            </a:fld>
            <a:endParaRPr lang="en-GB"/>
          </a:p>
        </p:txBody>
      </p:sp>
      <p:grpSp>
        <p:nvGrpSpPr>
          <p:cNvPr id="14" name="Group 13">
            <a:extLst>
              <a:ext uri="{FF2B5EF4-FFF2-40B4-BE49-F238E27FC236}">
                <a16:creationId xmlns:a16="http://schemas.microsoft.com/office/drawing/2014/main" id="{2F69F25A-3D07-FFEF-87CD-3267F65D4511}"/>
              </a:ext>
            </a:extLst>
          </p:cNvPr>
          <p:cNvGrpSpPr/>
          <p:nvPr/>
        </p:nvGrpSpPr>
        <p:grpSpPr>
          <a:xfrm>
            <a:off x="7680425" y="173939"/>
            <a:ext cx="3971825" cy="1107851"/>
            <a:chOff x="7680425" y="173939"/>
            <a:chExt cx="3971825" cy="1107851"/>
          </a:xfrm>
        </p:grpSpPr>
        <p:sp>
          <p:nvSpPr>
            <p:cNvPr id="15" name="Rectangle 14">
              <a:extLst>
                <a:ext uri="{FF2B5EF4-FFF2-40B4-BE49-F238E27FC236}">
                  <a16:creationId xmlns:a16="http://schemas.microsoft.com/office/drawing/2014/main" id="{65F12CD1-E40F-62BE-E3DB-E3E4F5E08A4B}"/>
                </a:ext>
              </a:extLst>
            </p:cNvPr>
            <p:cNvSpPr/>
            <p:nvPr/>
          </p:nvSpPr>
          <p:spPr>
            <a:xfrm>
              <a:off x="7680425" y="173939"/>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lang="en-GB" sz="1000">
                  <a:solidFill>
                    <a:srgbClr val="0F204B"/>
                  </a:solidFill>
                  <a:latin typeface="Arial"/>
                </a:rPr>
                <a:t>Generating a site model of an aquaculture site from the log systems</a:t>
              </a:r>
              <a:endParaRPr kumimoji="0" lang="en-GB" sz="1000" b="0" i="0" u="none" strike="noStrike" kern="1200" cap="none" spc="0" normalizeH="0" baseline="0" noProof="0">
                <a:ln>
                  <a:noFill/>
                </a:ln>
                <a:solidFill>
                  <a:srgbClr val="0F204B"/>
                </a:solidFill>
                <a:effectLst/>
                <a:uLnTx/>
                <a:uFillTx/>
                <a:latin typeface="Arial"/>
                <a:ea typeface="+mn-ea"/>
                <a:cs typeface="+mn-cs"/>
              </a:endParaRPr>
            </a:p>
          </p:txBody>
        </p:sp>
        <p:cxnSp>
          <p:nvCxnSpPr>
            <p:cNvPr id="16" name="Straight Arrow Connector 15">
              <a:extLst>
                <a:ext uri="{FF2B5EF4-FFF2-40B4-BE49-F238E27FC236}">
                  <a16:creationId xmlns:a16="http://schemas.microsoft.com/office/drawing/2014/main" id="{44DDC200-46DD-0351-9F28-5D2563ED32AE}"/>
                </a:ext>
              </a:extLst>
            </p:cNvPr>
            <p:cNvCxnSpPr>
              <a:cxnSpLocks/>
            </p:cNvCxnSpPr>
            <p:nvPr/>
          </p:nvCxnSpPr>
          <p:spPr>
            <a:xfrm>
              <a:off x="8982261" y="724955"/>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54364AC5-1A9C-47FC-D7B3-4DFBBED44CE7}"/>
                </a:ext>
              </a:extLst>
            </p:cNvPr>
            <p:cNvGrpSpPr/>
            <p:nvPr/>
          </p:nvGrpSpPr>
          <p:grpSpPr>
            <a:xfrm>
              <a:off x="8024719" y="298261"/>
              <a:ext cx="792088" cy="637962"/>
              <a:chOff x="8024719" y="298261"/>
              <a:chExt cx="792088" cy="637962"/>
            </a:xfrm>
          </p:grpSpPr>
          <p:pic>
            <p:nvPicPr>
              <p:cNvPr id="21" name="Graphic 20" descr="Database outline">
                <a:extLst>
                  <a:ext uri="{FF2B5EF4-FFF2-40B4-BE49-F238E27FC236}">
                    <a16:creationId xmlns:a16="http://schemas.microsoft.com/office/drawing/2014/main" id="{2A562A7D-5D13-9938-4E9A-46CE7FF131D2}"/>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8163210" y="298261"/>
                <a:ext cx="509852" cy="509852"/>
              </a:xfrm>
              <a:prstGeom prst="rect">
                <a:avLst/>
              </a:prstGeom>
            </p:spPr>
          </p:pic>
          <p:sp>
            <p:nvSpPr>
              <p:cNvPr id="22" name="TextBox 21">
                <a:extLst>
                  <a:ext uri="{FF2B5EF4-FFF2-40B4-BE49-F238E27FC236}">
                    <a16:creationId xmlns:a16="http://schemas.microsoft.com/office/drawing/2014/main" id="{A872418C-6FAF-F94C-6F1E-12E0F3B68E0D}"/>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18" name="Group 17">
              <a:extLst>
                <a:ext uri="{FF2B5EF4-FFF2-40B4-BE49-F238E27FC236}">
                  <a16:creationId xmlns:a16="http://schemas.microsoft.com/office/drawing/2014/main" id="{41ABB447-E031-357A-0A2B-02CCF18A5477}"/>
                </a:ext>
              </a:extLst>
            </p:cNvPr>
            <p:cNvGrpSpPr/>
            <p:nvPr/>
          </p:nvGrpSpPr>
          <p:grpSpPr>
            <a:xfrm>
              <a:off x="10605287" y="298261"/>
              <a:ext cx="792088" cy="637962"/>
              <a:chOff x="8024719" y="298261"/>
              <a:chExt cx="792088" cy="637962"/>
            </a:xfrm>
          </p:grpSpPr>
          <p:pic>
            <p:nvPicPr>
              <p:cNvPr id="19" name="Graphic 18" descr="Connected outline">
                <a:extLst>
                  <a:ext uri="{FF2B5EF4-FFF2-40B4-BE49-F238E27FC236}">
                    <a16:creationId xmlns:a16="http://schemas.microsoft.com/office/drawing/2014/main" id="{EDFBA88C-1B23-B865-05F4-97079716C350}"/>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163210" y="298261"/>
                <a:ext cx="509852" cy="509852"/>
              </a:xfrm>
              <a:prstGeom prst="rect">
                <a:avLst/>
              </a:prstGeom>
            </p:spPr>
          </p:pic>
          <p:sp>
            <p:nvSpPr>
              <p:cNvPr id="20" name="TextBox 19">
                <a:extLst>
                  <a:ext uri="{FF2B5EF4-FFF2-40B4-BE49-F238E27FC236}">
                    <a16:creationId xmlns:a16="http://schemas.microsoft.com/office/drawing/2014/main" id="{2AC30864-FE76-A5BD-5C88-9575CC018661}"/>
                  </a:ext>
                </a:extLst>
              </p:cNvPr>
              <p:cNvSpPr txBox="1"/>
              <p:nvPr/>
            </p:nvSpPr>
            <p:spPr>
              <a:xfrm>
                <a:off x="8024719" y="79772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grpSp>
    </p:spTree>
    <p:extLst>
      <p:ext uri="{BB962C8B-B14F-4D97-AF65-F5344CB8AC3E}">
        <p14:creationId xmlns:p14="http://schemas.microsoft.com/office/powerpoint/2010/main" val="29893927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7EBA6-CD45-FFC6-3E8F-74A9A4A25C21}"/>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BAEDC1D9-C909-901A-AA76-9E09367985BF}"/>
              </a:ext>
            </a:extLst>
          </p:cNvPr>
          <p:cNvSpPr txBox="1"/>
          <p:nvPr/>
        </p:nvSpPr>
        <p:spPr>
          <a:xfrm>
            <a:off x="673615" y="1897202"/>
            <a:ext cx="11337758" cy="4539704"/>
          </a:xfrm>
          <a:prstGeom prst="rect">
            <a:avLst/>
          </a:prstGeom>
          <a:noFill/>
        </p:spPr>
        <p:txBody>
          <a:bodyPr wrap="square" lIns="0" tIns="0" rIns="0" bIns="0" rtlCol="0" anchor="t">
            <a:spAutoFit/>
          </a:bodyPr>
          <a:lstStyle/>
          <a:p>
            <a:pPr>
              <a:spcBef>
                <a:spcPts val="600"/>
              </a:spcBef>
            </a:pPr>
            <a:r>
              <a:rPr lang="en-GB" sz="1600" b="1">
                <a:solidFill>
                  <a:schemeClr val="accent1"/>
                </a:solidFill>
              </a:rPr>
              <a:t>End Goal: </a:t>
            </a:r>
            <a:endParaRPr lang="en-GB" sz="1600">
              <a:solidFill>
                <a:schemeClr val="accent1"/>
              </a:solidFill>
            </a:endParaRPr>
          </a:p>
          <a:p>
            <a:pPr marL="285750" indent="-285750">
              <a:spcBef>
                <a:spcPts val="600"/>
              </a:spcBef>
              <a:buFont typeface="Arial"/>
              <a:buChar char="•"/>
            </a:pPr>
            <a:r>
              <a:rPr lang="en-GB" sz="1600">
                <a:solidFill>
                  <a:schemeClr val="accent1"/>
                </a:solidFill>
              </a:rPr>
              <a:t>Extraction of technical information (breaking load, mechanical properties, installation dates) from unstructured PDF certificates.  </a:t>
            </a:r>
            <a:endParaRPr lang="en-GB" sz="1600">
              <a:solidFill>
                <a:schemeClr val="accent1"/>
              </a:solidFill>
              <a:cs typeface="Arial"/>
            </a:endParaRPr>
          </a:p>
          <a:p>
            <a:pPr marL="285750" indent="-285750">
              <a:spcBef>
                <a:spcPts val="600"/>
              </a:spcBef>
              <a:buFont typeface="Arial"/>
              <a:buChar char="•"/>
            </a:pPr>
            <a:r>
              <a:rPr lang="en-GB" sz="1600">
                <a:solidFill>
                  <a:schemeClr val="accent1"/>
                </a:solidFill>
                <a:cs typeface="Arial"/>
              </a:rPr>
              <a:t>Representation of technical information in the asset model to check compliance status. </a:t>
            </a:r>
            <a:endParaRPr lang="en-GB" sz="1600">
              <a:solidFill>
                <a:schemeClr val="accent1"/>
              </a:solidFill>
            </a:endParaRPr>
          </a:p>
          <a:p>
            <a:pPr>
              <a:spcBef>
                <a:spcPts val="600"/>
              </a:spcBef>
            </a:pPr>
            <a:r>
              <a:rPr lang="en-GB" sz="1600" i="1">
                <a:solidFill>
                  <a:schemeClr val="accent1"/>
                </a:solidFill>
              </a:rPr>
              <a:t>Accurate, traceable technical information about site components in the asset model extracted from PDF files</a:t>
            </a:r>
            <a:r>
              <a:rPr lang="en-GB" sz="1600">
                <a:solidFill>
                  <a:schemeClr val="accent1"/>
                </a:solidFill>
              </a:rPr>
              <a:t>.</a:t>
            </a:r>
            <a:endParaRPr lang="en-GB" sz="1600">
              <a:solidFill>
                <a:schemeClr val="accent1"/>
              </a:solidFill>
              <a:cs typeface="Arial"/>
            </a:endParaRPr>
          </a:p>
          <a:p>
            <a:pPr>
              <a:lnSpc>
                <a:spcPct val="100000"/>
              </a:lnSpc>
              <a:spcBef>
                <a:spcPts val="600"/>
              </a:spcBef>
            </a:pPr>
            <a:r>
              <a:rPr lang="en-GB" sz="1600" b="1">
                <a:solidFill>
                  <a:schemeClr val="accent1"/>
                </a:solidFill>
              </a:rPr>
              <a:t>Why? </a:t>
            </a:r>
            <a:r>
              <a:rPr lang="en-GB" sz="1600">
                <a:solidFill>
                  <a:schemeClr val="accent1"/>
                </a:solidFill>
              </a:rPr>
              <a:t>Evidence for document checking, structural integrity assessment for the technical installation.</a:t>
            </a:r>
            <a:endParaRPr lang="en-GB" sz="1600">
              <a:solidFill>
                <a:schemeClr val="accent1"/>
              </a:solidFill>
              <a:cs typeface="Arial"/>
            </a:endParaRPr>
          </a:p>
          <a:p>
            <a:pPr>
              <a:lnSpc>
                <a:spcPct val="100000"/>
              </a:lnSpc>
              <a:spcBef>
                <a:spcPts val="600"/>
              </a:spcBef>
            </a:pPr>
            <a:r>
              <a:rPr lang="en-GB" sz="1600" b="1">
                <a:solidFill>
                  <a:schemeClr val="accent1"/>
                </a:solidFill>
              </a:rPr>
              <a:t>Challenges so far:</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rPr>
              <a:t>Extraction of data from certain product certificates and other documents is inaccurate</a:t>
            </a:r>
            <a:endParaRPr lang="en-GB" sz="1600">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rPr>
              <a:t>Missing link between actual components deployed and product certificates (and probably other documents) present in the log system</a:t>
            </a:r>
            <a:endParaRPr lang="en-GB" sz="1600">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rPr>
              <a:t>Missing test data [Extract from models created for mooring analysis?]</a:t>
            </a:r>
            <a:endParaRPr lang="en-GB" sz="1600">
              <a:solidFill>
                <a:schemeClr val="accent1"/>
              </a:solidFill>
              <a:cs typeface="Arial"/>
            </a:endParaRPr>
          </a:p>
          <a:p>
            <a:pPr>
              <a:spcBef>
                <a:spcPts val="600"/>
              </a:spcBef>
            </a:pPr>
            <a:r>
              <a:rPr lang="en-GB" sz="1600" b="1">
                <a:solidFill>
                  <a:schemeClr val="accent1"/>
                </a:solidFill>
                <a:cs typeface="Arial"/>
              </a:rPr>
              <a:t>Alternatives: </a:t>
            </a:r>
            <a:r>
              <a:rPr lang="en-GB" sz="1600">
                <a:solidFill>
                  <a:schemeClr val="accent1"/>
                </a:solidFill>
                <a:cs typeface="Arial"/>
              </a:rPr>
              <a:t>Information logging by SMEs at the time of mooring analysis with user (farmer) update from our front end.</a:t>
            </a:r>
          </a:p>
          <a:p>
            <a:pPr>
              <a:spcBef>
                <a:spcPts val="600"/>
              </a:spcBef>
            </a:pPr>
            <a:r>
              <a:rPr lang="en-GB" sz="1600">
                <a:solidFill>
                  <a:schemeClr val="accent1"/>
                </a:solidFill>
                <a:cs typeface="Arial"/>
              </a:rPr>
              <a:t>A demo with Oracle for processing the certificates in PDF format.  </a:t>
            </a:r>
            <a:br>
              <a:rPr lang="en-GB" sz="1600">
                <a:cs typeface="Arial"/>
              </a:rPr>
            </a:br>
            <a:endParaRPr lang="en-GB" sz="1600">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F77423E2-A7D6-D871-7994-23B525C3C1B8}"/>
              </a:ext>
            </a:extLst>
          </p:cNvPr>
          <p:cNvSpPr>
            <a:spLocks noGrp="1"/>
          </p:cNvSpPr>
          <p:nvPr>
            <p:ph type="title"/>
          </p:nvPr>
        </p:nvSpPr>
        <p:spPr>
          <a:xfrm>
            <a:off x="539750" y="345790"/>
            <a:ext cx="6187621" cy="936000"/>
          </a:xfrm>
        </p:spPr>
        <p:txBody>
          <a:bodyPr/>
          <a:lstStyle/>
          <a:p>
            <a:r>
              <a:rPr lang="en-GB"/>
              <a:t>C: Documents to technical evidence</a:t>
            </a:r>
          </a:p>
        </p:txBody>
      </p:sp>
      <p:sp>
        <p:nvSpPr>
          <p:cNvPr id="6" name="Slide Number Placeholder 5">
            <a:extLst>
              <a:ext uri="{FF2B5EF4-FFF2-40B4-BE49-F238E27FC236}">
                <a16:creationId xmlns:a16="http://schemas.microsoft.com/office/drawing/2014/main" id="{B2751980-2A98-2D97-F45F-583D1F17BF6C}"/>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11</a:t>
            </a:fld>
            <a:endParaRPr lang="en-GB"/>
          </a:p>
        </p:txBody>
      </p:sp>
      <p:sp>
        <p:nvSpPr>
          <p:cNvPr id="5" name="Rectangle 4">
            <a:extLst>
              <a:ext uri="{FF2B5EF4-FFF2-40B4-BE49-F238E27FC236}">
                <a16:creationId xmlns:a16="http://schemas.microsoft.com/office/drawing/2014/main" id="{C498011E-0EDD-10DC-BCB9-523F1A789C2A}"/>
              </a:ext>
            </a:extLst>
          </p:cNvPr>
          <p:cNvSpPr/>
          <p:nvPr/>
        </p:nvSpPr>
        <p:spPr>
          <a:xfrm>
            <a:off x="7138853" y="175340"/>
            <a:ext cx="4629272" cy="1277797"/>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p>
            <a:pPr algn="ctr">
              <a:spcBef>
                <a:spcPts val="600"/>
              </a:spcBef>
              <a:defRPr/>
            </a:pPr>
            <a:r>
              <a:rPr lang="en-GB" sz="1000">
                <a:solidFill>
                  <a:srgbClr val="0F204B"/>
                </a:solidFill>
              </a:rPr>
              <a:t>Documents provide Technical evidence</a:t>
            </a:r>
          </a:p>
        </p:txBody>
      </p:sp>
      <p:sp>
        <p:nvSpPr>
          <p:cNvPr id="14" name="TextBox 13">
            <a:extLst>
              <a:ext uri="{FF2B5EF4-FFF2-40B4-BE49-F238E27FC236}">
                <a16:creationId xmlns:a16="http://schemas.microsoft.com/office/drawing/2014/main" id="{23611AF1-0BD3-1297-8E22-53C09C68ABAE}"/>
              </a:ext>
            </a:extLst>
          </p:cNvPr>
          <p:cNvSpPr txBox="1"/>
          <p:nvPr/>
        </p:nvSpPr>
        <p:spPr>
          <a:xfrm>
            <a:off x="10648242" y="863550"/>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Technical evidence</a:t>
            </a:r>
          </a:p>
        </p:txBody>
      </p:sp>
      <p:cxnSp>
        <p:nvCxnSpPr>
          <p:cNvPr id="16" name="Straight Arrow Connector 15">
            <a:extLst>
              <a:ext uri="{FF2B5EF4-FFF2-40B4-BE49-F238E27FC236}">
                <a16:creationId xmlns:a16="http://schemas.microsoft.com/office/drawing/2014/main" id="{CBBEBAE1-7445-016E-BF24-6BA425AF50D3}"/>
              </a:ext>
            </a:extLst>
          </p:cNvPr>
          <p:cNvCxnSpPr>
            <a:cxnSpLocks/>
          </p:cNvCxnSpPr>
          <p:nvPr/>
        </p:nvCxnSpPr>
        <p:spPr>
          <a:xfrm>
            <a:off x="9927946" y="657169"/>
            <a:ext cx="822396" cy="10297"/>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pic>
        <p:nvPicPr>
          <p:cNvPr id="21" name="Graphic 20" descr="Checklist outline">
            <a:extLst>
              <a:ext uri="{FF2B5EF4-FFF2-40B4-BE49-F238E27FC236}">
                <a16:creationId xmlns:a16="http://schemas.microsoft.com/office/drawing/2014/main" id="{8A9A38C4-9A5C-1F7F-FF8B-579D5CF3A9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49171" y="337471"/>
            <a:ext cx="559701" cy="559701"/>
          </a:xfrm>
          <a:prstGeom prst="rect">
            <a:avLst/>
          </a:prstGeom>
        </p:spPr>
      </p:pic>
      <p:sp>
        <p:nvSpPr>
          <p:cNvPr id="4" name="Rectangle 3">
            <a:extLst>
              <a:ext uri="{FF2B5EF4-FFF2-40B4-BE49-F238E27FC236}">
                <a16:creationId xmlns:a16="http://schemas.microsoft.com/office/drawing/2014/main" id="{F78A9995-7DDC-1F3C-DABB-1EB7C8DE0CBA}"/>
              </a:ext>
            </a:extLst>
          </p:cNvPr>
          <p:cNvSpPr/>
          <p:nvPr/>
        </p:nvSpPr>
        <p:spPr>
          <a:xfrm>
            <a:off x="7368990" y="309283"/>
            <a:ext cx="2366682" cy="869577"/>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US" sz="2000" err="1"/>
          </a:p>
        </p:txBody>
      </p:sp>
      <p:grpSp>
        <p:nvGrpSpPr>
          <p:cNvPr id="10" name="Group 9">
            <a:extLst>
              <a:ext uri="{FF2B5EF4-FFF2-40B4-BE49-F238E27FC236}">
                <a16:creationId xmlns:a16="http://schemas.microsoft.com/office/drawing/2014/main" id="{5AE921C0-6FDF-23A0-9DC8-14A33568C13A}"/>
              </a:ext>
            </a:extLst>
          </p:cNvPr>
          <p:cNvGrpSpPr/>
          <p:nvPr/>
        </p:nvGrpSpPr>
        <p:grpSpPr>
          <a:xfrm>
            <a:off x="7378242" y="464609"/>
            <a:ext cx="792088" cy="593933"/>
            <a:chOff x="7702986" y="4421064"/>
            <a:chExt cx="792088" cy="593933"/>
          </a:xfrm>
        </p:grpSpPr>
        <p:pic>
          <p:nvPicPr>
            <p:cNvPr id="8" name="Graphic 7" descr="Contract outline">
              <a:extLst>
                <a:ext uri="{FF2B5EF4-FFF2-40B4-BE49-F238E27FC236}">
                  <a16:creationId xmlns:a16="http://schemas.microsoft.com/office/drawing/2014/main" id="{E6CC3F17-DE23-B733-16CF-0E2101DAA4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60245" y="4421064"/>
              <a:ext cx="477571" cy="477571"/>
            </a:xfrm>
            <a:prstGeom prst="rect">
              <a:avLst/>
            </a:prstGeom>
          </p:spPr>
        </p:pic>
        <p:sp>
          <p:nvSpPr>
            <p:cNvPr id="9" name="TextBox 8">
              <a:extLst>
                <a:ext uri="{FF2B5EF4-FFF2-40B4-BE49-F238E27FC236}">
                  <a16:creationId xmlns:a16="http://schemas.microsoft.com/office/drawing/2014/main" id="{4095E475-FB43-C3A7-03B5-F917A13663BD}"/>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a:t>
              </a:r>
              <a:endParaRPr lang="en-GB" sz="900">
                <a:solidFill>
                  <a:schemeClr val="accent1"/>
                </a:solidFill>
                <a:cs typeface="Arial"/>
              </a:endParaRPr>
            </a:p>
          </p:txBody>
        </p:sp>
      </p:grpSp>
      <p:grpSp>
        <p:nvGrpSpPr>
          <p:cNvPr id="18" name="Group 17">
            <a:extLst>
              <a:ext uri="{FF2B5EF4-FFF2-40B4-BE49-F238E27FC236}">
                <a16:creationId xmlns:a16="http://schemas.microsoft.com/office/drawing/2014/main" id="{B4248839-7AA7-47EA-0111-A8066F4BA7F6}"/>
              </a:ext>
            </a:extLst>
          </p:cNvPr>
          <p:cNvGrpSpPr/>
          <p:nvPr/>
        </p:nvGrpSpPr>
        <p:grpSpPr>
          <a:xfrm>
            <a:off x="8158171" y="473573"/>
            <a:ext cx="792088" cy="593933"/>
            <a:chOff x="7702986" y="4421064"/>
            <a:chExt cx="792088" cy="593933"/>
          </a:xfrm>
        </p:grpSpPr>
        <p:pic>
          <p:nvPicPr>
            <p:cNvPr id="15" name="Graphic 14" descr="Contract outline">
              <a:extLst>
                <a:ext uri="{FF2B5EF4-FFF2-40B4-BE49-F238E27FC236}">
                  <a16:creationId xmlns:a16="http://schemas.microsoft.com/office/drawing/2014/main" id="{4F31D68C-3CE7-7F60-49F0-EF8CC4540A5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60245" y="4421064"/>
              <a:ext cx="477571" cy="477571"/>
            </a:xfrm>
            <a:prstGeom prst="rect">
              <a:avLst/>
            </a:prstGeom>
          </p:spPr>
        </p:pic>
        <p:sp>
          <p:nvSpPr>
            <p:cNvPr id="17" name="TextBox 16">
              <a:extLst>
                <a:ext uri="{FF2B5EF4-FFF2-40B4-BE49-F238E27FC236}">
                  <a16:creationId xmlns:a16="http://schemas.microsoft.com/office/drawing/2014/main" id="{54ABC6D9-3366-A6FA-1DDA-FB1FB7151C15}"/>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Service cards</a:t>
              </a:r>
              <a:endParaRPr lang="en-GB" sz="900">
                <a:solidFill>
                  <a:schemeClr val="accent1"/>
                </a:solidFill>
                <a:cs typeface="Arial"/>
              </a:endParaRPr>
            </a:p>
          </p:txBody>
        </p:sp>
      </p:grpSp>
      <p:pic>
        <p:nvPicPr>
          <p:cNvPr id="20" name="Graphic 19" descr="Document outline">
            <a:extLst>
              <a:ext uri="{FF2B5EF4-FFF2-40B4-BE49-F238E27FC236}">
                <a16:creationId xmlns:a16="http://schemas.microsoft.com/office/drawing/2014/main" id="{D85080E7-4C93-8E7A-ECC0-F26DE6893138}"/>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096439" y="474270"/>
            <a:ext cx="477571" cy="477571"/>
          </a:xfrm>
          <a:prstGeom prst="rect">
            <a:avLst/>
          </a:prstGeom>
        </p:spPr>
      </p:pic>
      <p:sp>
        <p:nvSpPr>
          <p:cNvPr id="26" name="TextBox 25">
            <a:extLst>
              <a:ext uri="{FF2B5EF4-FFF2-40B4-BE49-F238E27FC236}">
                <a16:creationId xmlns:a16="http://schemas.microsoft.com/office/drawing/2014/main" id="{07048C78-9378-D723-5F1D-8AE2A3B3B868}"/>
              </a:ext>
            </a:extLst>
          </p:cNvPr>
          <p:cNvSpPr txBox="1"/>
          <p:nvPr/>
        </p:nvSpPr>
        <p:spPr>
          <a:xfrm>
            <a:off x="8947065" y="929007"/>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User manuals</a:t>
            </a:r>
          </a:p>
        </p:txBody>
      </p:sp>
    </p:spTree>
    <p:extLst>
      <p:ext uri="{BB962C8B-B14F-4D97-AF65-F5344CB8AC3E}">
        <p14:creationId xmlns:p14="http://schemas.microsoft.com/office/powerpoint/2010/main" val="466805822"/>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6FD39-BB33-4FB7-FF30-D66B0EF35DFF}"/>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1C9D2843-5EEC-F6C5-2205-9A50A40662BB}"/>
              </a:ext>
            </a:extLst>
          </p:cNvPr>
          <p:cNvSpPr txBox="1"/>
          <p:nvPr/>
        </p:nvSpPr>
        <p:spPr>
          <a:xfrm>
            <a:off x="539750" y="1993882"/>
            <a:ext cx="11337758" cy="4478149"/>
          </a:xfrm>
          <a:prstGeom prst="rect">
            <a:avLst/>
          </a:prstGeom>
          <a:noFill/>
        </p:spPr>
        <p:txBody>
          <a:bodyPr wrap="square" lIns="0" tIns="0" rIns="0" bIns="0" rtlCol="0" anchor="t">
            <a:spAutoFit/>
          </a:bodyPr>
          <a:lstStyle/>
          <a:p>
            <a:pPr>
              <a:lnSpc>
                <a:spcPct val="100000"/>
              </a:lnSpc>
              <a:spcBef>
                <a:spcPts val="600"/>
              </a:spcBef>
            </a:pPr>
            <a:endParaRPr lang="en-GB" sz="1600">
              <a:solidFill>
                <a:schemeClr val="accent1"/>
              </a:solidFill>
            </a:endParaRPr>
          </a:p>
          <a:p>
            <a:pPr>
              <a:lnSpc>
                <a:spcPct val="100000"/>
              </a:lnSpc>
              <a:spcBef>
                <a:spcPts val="600"/>
              </a:spcBef>
            </a:pPr>
            <a:r>
              <a:rPr lang="en-GB" sz="1600" b="1">
                <a:solidFill>
                  <a:schemeClr val="accent1"/>
                </a:solidFill>
              </a:rPr>
              <a:t>Where are we now? </a:t>
            </a:r>
            <a:r>
              <a:rPr lang="en-GB" sz="1600">
                <a:solidFill>
                  <a:schemeClr val="accent1"/>
                </a:solidFill>
              </a:rPr>
              <a:t>PoC with a pipeline for extraction of certificate components (using only LLM &amp; OCR and using an ontology-guided extraction agent). Component-certificate matching for </a:t>
            </a:r>
            <a:r>
              <a:rPr lang="en-GB" sz="1600" err="1">
                <a:solidFill>
                  <a:schemeClr val="accent1"/>
                </a:solidFill>
              </a:rPr>
              <a:t>Selstadloggen</a:t>
            </a:r>
            <a:r>
              <a:rPr lang="en-GB" sz="1600">
                <a:solidFill>
                  <a:schemeClr val="accent1"/>
                </a:solidFill>
              </a:rPr>
              <a:t> and </a:t>
            </a:r>
            <a:r>
              <a:rPr lang="en-GB" sz="1600" err="1">
                <a:solidFill>
                  <a:schemeClr val="accent1"/>
                </a:solidFill>
              </a:rPr>
              <a:t>Havbruksloggen</a:t>
            </a:r>
            <a:r>
              <a:rPr lang="en-GB" sz="1600">
                <a:solidFill>
                  <a:schemeClr val="accent1"/>
                </a:solidFill>
              </a:rPr>
              <a:t> has been completed.  </a:t>
            </a:r>
            <a:endParaRPr lang="en-GB" sz="1600" b="1">
              <a:solidFill>
                <a:schemeClr val="accent1"/>
              </a:solidFill>
            </a:endParaRPr>
          </a:p>
          <a:p>
            <a:pPr>
              <a:spcBef>
                <a:spcPts val="600"/>
              </a:spcBef>
            </a:pPr>
            <a:endParaRPr lang="en-GB" sz="1600">
              <a:solidFill>
                <a:schemeClr val="accent1"/>
              </a:solidFill>
            </a:endParaRPr>
          </a:p>
          <a:p>
            <a:pPr>
              <a:spcBef>
                <a:spcPts val="600"/>
              </a:spcBef>
            </a:pPr>
            <a:r>
              <a:rPr lang="en-GB" sz="1600" b="1">
                <a:solidFill>
                  <a:schemeClr val="accent1"/>
                </a:solidFill>
              </a:rPr>
              <a:t>Addressed by which Milestones? </a:t>
            </a:r>
            <a:endParaRPr lang="en-GB" sz="1600" b="1">
              <a:solidFill>
                <a:schemeClr val="accent1"/>
              </a:solidFill>
              <a:cs typeface="Arial"/>
            </a:endParaRPr>
          </a:p>
          <a:p>
            <a:pPr lvl="0"/>
            <a:r>
              <a:rPr lang="en-GB" sz="1600">
                <a:solidFill>
                  <a:schemeClr val="accent1"/>
                </a:solidFill>
                <a:cs typeface="Arial"/>
              </a:rPr>
              <a:t>Milestone 2 – </a:t>
            </a:r>
            <a:r>
              <a:rPr lang="nb-NO" sz="1600">
                <a:solidFill>
                  <a:srgbClr val="0F204B"/>
                </a:solidFill>
                <a:latin typeface="Arial"/>
                <a:cs typeface="Arial"/>
              </a:rPr>
              <a:t>Automated checking of document existence (certificates &amp; usermanual) using ontology (Reasoning application #1)</a:t>
            </a:r>
          </a:p>
          <a:p>
            <a:r>
              <a:rPr lang="nb-NO" sz="1600">
                <a:solidFill>
                  <a:srgbClr val="0F204B"/>
                </a:solidFill>
                <a:latin typeface="Arial"/>
                <a:cs typeface="Arial"/>
              </a:rPr>
              <a:t>Milestone 7 - </a:t>
            </a:r>
            <a:r>
              <a:rPr lang="en-US" sz="1600">
                <a:solidFill>
                  <a:schemeClr val="accent1"/>
                </a:solidFill>
              </a:rPr>
              <a:t>Implement automated reasoning that links technical requirements to the specific components they apply to, enabling technical‑compliance inference</a:t>
            </a:r>
          </a:p>
          <a:p>
            <a:pPr>
              <a:spcBef>
                <a:spcPts val="600"/>
              </a:spcBef>
            </a:pPr>
            <a:r>
              <a:rPr lang="en-GB" sz="1600">
                <a:solidFill>
                  <a:schemeClr val="accent1"/>
                </a:solidFill>
                <a:ea typeface="+mn-lt"/>
                <a:cs typeface="+mn-lt"/>
              </a:rPr>
              <a:t>Milestone 8 - </a:t>
            </a:r>
            <a:r>
              <a:rPr lang="en-US" sz="1600">
                <a:solidFill>
                  <a:schemeClr val="accent1"/>
                </a:solidFill>
                <a:ea typeface="+mn-lt"/>
                <a:cs typeface="+mn-lt"/>
              </a:rPr>
              <a:t>Achieve end‑to‑end automation of the extraction process, while retaining human‑in‑the‑loop checkpoints for review and approval</a:t>
            </a:r>
            <a:endParaRPr lang="en-GB"/>
          </a:p>
          <a:p>
            <a:pPr>
              <a:spcBef>
                <a:spcPts val="600"/>
              </a:spcBef>
            </a:pPr>
            <a:r>
              <a:rPr lang="en-GB" sz="1600" b="1">
                <a:solidFill>
                  <a:schemeClr val="accent1"/>
                </a:solidFill>
                <a:cs typeface="Arial"/>
              </a:rPr>
              <a:t>Learnings: </a:t>
            </a:r>
            <a:r>
              <a:rPr lang="en-GB" sz="1600">
                <a:solidFill>
                  <a:schemeClr val="accent1"/>
                </a:solidFill>
                <a:cs typeface="Arial"/>
              </a:rPr>
              <a:t>Explore with Veracity </a:t>
            </a:r>
            <a:r>
              <a:rPr lang="en-GB" sz="1600" err="1">
                <a:solidFill>
                  <a:schemeClr val="accent1"/>
                </a:solidFill>
                <a:cs typeface="Arial"/>
              </a:rPr>
              <a:t>dataworkbench</a:t>
            </a:r>
            <a:r>
              <a:rPr lang="en-GB" sz="1600">
                <a:solidFill>
                  <a:schemeClr val="accent1"/>
                </a:solidFill>
                <a:cs typeface="Arial"/>
              </a:rPr>
              <a:t> and Oracle about PDF processing</a:t>
            </a:r>
            <a:endParaRPr lang="en-GB" sz="1600" b="1">
              <a:solidFill>
                <a:schemeClr val="accent1"/>
              </a:solidFill>
              <a:cs typeface="Arial"/>
            </a:endParaRPr>
          </a:p>
          <a:p>
            <a:pPr>
              <a:spcBef>
                <a:spcPts val="600"/>
              </a:spcBef>
            </a:pPr>
            <a:br>
              <a:rPr lang="en-GB" sz="1600">
                <a:cs typeface="Arial"/>
              </a:rPr>
            </a:br>
            <a:endParaRPr lang="en-GB" sz="1600">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893FA374-43DF-02EC-7D5A-50A98B400FC7}"/>
              </a:ext>
            </a:extLst>
          </p:cNvPr>
          <p:cNvSpPr>
            <a:spLocks noGrp="1"/>
          </p:cNvSpPr>
          <p:nvPr>
            <p:ph type="title"/>
          </p:nvPr>
        </p:nvSpPr>
        <p:spPr>
          <a:xfrm>
            <a:off x="539750" y="345790"/>
            <a:ext cx="7094081" cy="936000"/>
          </a:xfrm>
        </p:spPr>
        <p:txBody>
          <a:bodyPr/>
          <a:lstStyle/>
          <a:p>
            <a:r>
              <a:rPr lang="en-GB"/>
              <a:t>C: Documents to technical evidence  – Current state</a:t>
            </a:r>
          </a:p>
        </p:txBody>
      </p:sp>
      <p:sp>
        <p:nvSpPr>
          <p:cNvPr id="6" name="Slide Number Placeholder 5">
            <a:extLst>
              <a:ext uri="{FF2B5EF4-FFF2-40B4-BE49-F238E27FC236}">
                <a16:creationId xmlns:a16="http://schemas.microsoft.com/office/drawing/2014/main" id="{5F9308F2-51BC-A804-EC18-31FD86021194}"/>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12</a:t>
            </a:fld>
            <a:endParaRPr lang="en-GB"/>
          </a:p>
        </p:txBody>
      </p:sp>
      <p:sp>
        <p:nvSpPr>
          <p:cNvPr id="5" name="Rectangle 4">
            <a:extLst>
              <a:ext uri="{FF2B5EF4-FFF2-40B4-BE49-F238E27FC236}">
                <a16:creationId xmlns:a16="http://schemas.microsoft.com/office/drawing/2014/main" id="{564E256D-CF3C-F960-8968-2544DAAC21B3}"/>
              </a:ext>
            </a:extLst>
          </p:cNvPr>
          <p:cNvSpPr/>
          <p:nvPr/>
        </p:nvSpPr>
        <p:spPr>
          <a:xfrm>
            <a:off x="7138853" y="175340"/>
            <a:ext cx="4629272" cy="1277797"/>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p>
            <a:pPr algn="ctr">
              <a:spcBef>
                <a:spcPts val="600"/>
              </a:spcBef>
              <a:defRPr/>
            </a:pPr>
            <a:r>
              <a:rPr lang="en-GB" sz="1000">
                <a:solidFill>
                  <a:srgbClr val="0F204B"/>
                </a:solidFill>
              </a:rPr>
              <a:t>Documents provide Technical evidence</a:t>
            </a:r>
          </a:p>
        </p:txBody>
      </p:sp>
      <p:sp>
        <p:nvSpPr>
          <p:cNvPr id="10" name="TextBox 9">
            <a:extLst>
              <a:ext uri="{FF2B5EF4-FFF2-40B4-BE49-F238E27FC236}">
                <a16:creationId xmlns:a16="http://schemas.microsoft.com/office/drawing/2014/main" id="{7BDB1A95-3EAA-F6B4-1DFA-70AE45507038}"/>
              </a:ext>
            </a:extLst>
          </p:cNvPr>
          <p:cNvSpPr txBox="1"/>
          <p:nvPr/>
        </p:nvSpPr>
        <p:spPr>
          <a:xfrm>
            <a:off x="10648242" y="863550"/>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Technical evidence</a:t>
            </a:r>
          </a:p>
        </p:txBody>
      </p:sp>
      <p:cxnSp>
        <p:nvCxnSpPr>
          <p:cNvPr id="13" name="Straight Arrow Connector 12">
            <a:extLst>
              <a:ext uri="{FF2B5EF4-FFF2-40B4-BE49-F238E27FC236}">
                <a16:creationId xmlns:a16="http://schemas.microsoft.com/office/drawing/2014/main" id="{A1FD2FA9-72C8-7629-53AB-22F3264B1266}"/>
              </a:ext>
            </a:extLst>
          </p:cNvPr>
          <p:cNvCxnSpPr>
            <a:cxnSpLocks/>
          </p:cNvCxnSpPr>
          <p:nvPr/>
        </p:nvCxnSpPr>
        <p:spPr>
          <a:xfrm>
            <a:off x="9927946" y="657169"/>
            <a:ext cx="822396" cy="10297"/>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pic>
        <p:nvPicPr>
          <p:cNvPr id="15" name="Graphic 14" descr="Checklist outline">
            <a:extLst>
              <a:ext uri="{FF2B5EF4-FFF2-40B4-BE49-F238E27FC236}">
                <a16:creationId xmlns:a16="http://schemas.microsoft.com/office/drawing/2014/main" id="{46A0AA07-8E7B-303D-4660-090AB2B40F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49171" y="337471"/>
            <a:ext cx="559701" cy="559701"/>
          </a:xfrm>
          <a:prstGeom prst="rect">
            <a:avLst/>
          </a:prstGeom>
        </p:spPr>
      </p:pic>
      <p:sp>
        <p:nvSpPr>
          <p:cNvPr id="17" name="Rectangle 16">
            <a:extLst>
              <a:ext uri="{FF2B5EF4-FFF2-40B4-BE49-F238E27FC236}">
                <a16:creationId xmlns:a16="http://schemas.microsoft.com/office/drawing/2014/main" id="{6ED70BC7-705C-68BF-FCE8-EDDDB8AE8999}"/>
              </a:ext>
            </a:extLst>
          </p:cNvPr>
          <p:cNvSpPr/>
          <p:nvPr/>
        </p:nvSpPr>
        <p:spPr>
          <a:xfrm>
            <a:off x="7368990" y="309283"/>
            <a:ext cx="2366682" cy="869577"/>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US" sz="2000" err="1"/>
          </a:p>
        </p:txBody>
      </p:sp>
      <p:grpSp>
        <p:nvGrpSpPr>
          <p:cNvPr id="21" name="Group 20">
            <a:extLst>
              <a:ext uri="{FF2B5EF4-FFF2-40B4-BE49-F238E27FC236}">
                <a16:creationId xmlns:a16="http://schemas.microsoft.com/office/drawing/2014/main" id="{73695091-C978-9D1E-D381-CFD03C9E35F9}"/>
              </a:ext>
            </a:extLst>
          </p:cNvPr>
          <p:cNvGrpSpPr/>
          <p:nvPr/>
        </p:nvGrpSpPr>
        <p:grpSpPr>
          <a:xfrm>
            <a:off x="7378242" y="464609"/>
            <a:ext cx="792088" cy="593933"/>
            <a:chOff x="7702986" y="4421064"/>
            <a:chExt cx="792088" cy="593933"/>
          </a:xfrm>
        </p:grpSpPr>
        <p:pic>
          <p:nvPicPr>
            <p:cNvPr id="19" name="Graphic 18" descr="Contract outline">
              <a:extLst>
                <a:ext uri="{FF2B5EF4-FFF2-40B4-BE49-F238E27FC236}">
                  <a16:creationId xmlns:a16="http://schemas.microsoft.com/office/drawing/2014/main" id="{7963650A-12D0-9999-17BD-0A166615126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20" name="TextBox 19">
              <a:extLst>
                <a:ext uri="{FF2B5EF4-FFF2-40B4-BE49-F238E27FC236}">
                  <a16:creationId xmlns:a16="http://schemas.microsoft.com/office/drawing/2014/main" id="{59198D96-86D4-4CB0-BB91-6F98A053EA26}"/>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a:t>
              </a:r>
              <a:endParaRPr lang="en-GB" sz="900">
                <a:solidFill>
                  <a:schemeClr val="accent1"/>
                </a:solidFill>
                <a:cs typeface="Arial"/>
              </a:endParaRPr>
            </a:p>
          </p:txBody>
        </p:sp>
      </p:grpSp>
      <p:grpSp>
        <p:nvGrpSpPr>
          <p:cNvPr id="28" name="Group 27">
            <a:extLst>
              <a:ext uri="{FF2B5EF4-FFF2-40B4-BE49-F238E27FC236}">
                <a16:creationId xmlns:a16="http://schemas.microsoft.com/office/drawing/2014/main" id="{AADDF286-9F86-BB9B-8143-A77620FD09B4}"/>
              </a:ext>
            </a:extLst>
          </p:cNvPr>
          <p:cNvGrpSpPr/>
          <p:nvPr/>
        </p:nvGrpSpPr>
        <p:grpSpPr>
          <a:xfrm>
            <a:off x="8158171" y="473573"/>
            <a:ext cx="792088" cy="593933"/>
            <a:chOff x="7702986" y="4421064"/>
            <a:chExt cx="792088" cy="593933"/>
          </a:xfrm>
        </p:grpSpPr>
        <p:pic>
          <p:nvPicPr>
            <p:cNvPr id="26" name="Graphic 25" descr="Contract outline">
              <a:extLst>
                <a:ext uri="{FF2B5EF4-FFF2-40B4-BE49-F238E27FC236}">
                  <a16:creationId xmlns:a16="http://schemas.microsoft.com/office/drawing/2014/main" id="{6EA0DD9B-73DF-7CE3-725B-E7C35C5984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27" name="TextBox 26">
              <a:extLst>
                <a:ext uri="{FF2B5EF4-FFF2-40B4-BE49-F238E27FC236}">
                  <a16:creationId xmlns:a16="http://schemas.microsoft.com/office/drawing/2014/main" id="{23439D7A-2BF6-9A89-7674-5CEC8BE899A4}"/>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Service cards</a:t>
              </a:r>
              <a:endParaRPr lang="en-GB" sz="900">
                <a:solidFill>
                  <a:schemeClr val="accent1"/>
                </a:solidFill>
                <a:cs typeface="Arial"/>
              </a:endParaRPr>
            </a:p>
          </p:txBody>
        </p:sp>
      </p:grpSp>
      <p:pic>
        <p:nvPicPr>
          <p:cNvPr id="30" name="Graphic 29" descr="Document outline">
            <a:extLst>
              <a:ext uri="{FF2B5EF4-FFF2-40B4-BE49-F238E27FC236}">
                <a16:creationId xmlns:a16="http://schemas.microsoft.com/office/drawing/2014/main" id="{C4F03DB9-E1FE-708A-B903-0A5ADA90E7A9}"/>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096439" y="474270"/>
            <a:ext cx="477571" cy="477571"/>
          </a:xfrm>
          <a:prstGeom prst="rect">
            <a:avLst/>
          </a:prstGeom>
        </p:spPr>
      </p:pic>
      <p:sp>
        <p:nvSpPr>
          <p:cNvPr id="33" name="TextBox 32">
            <a:extLst>
              <a:ext uri="{FF2B5EF4-FFF2-40B4-BE49-F238E27FC236}">
                <a16:creationId xmlns:a16="http://schemas.microsoft.com/office/drawing/2014/main" id="{F468C7E3-4F40-1752-0059-89A236D812C6}"/>
              </a:ext>
            </a:extLst>
          </p:cNvPr>
          <p:cNvSpPr txBox="1"/>
          <p:nvPr/>
        </p:nvSpPr>
        <p:spPr>
          <a:xfrm>
            <a:off x="8947065" y="929007"/>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User manuals</a:t>
            </a:r>
          </a:p>
        </p:txBody>
      </p:sp>
    </p:spTree>
    <p:extLst>
      <p:ext uri="{BB962C8B-B14F-4D97-AF65-F5344CB8AC3E}">
        <p14:creationId xmlns:p14="http://schemas.microsoft.com/office/powerpoint/2010/main" val="100449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8657C-D1A2-4272-D86F-A9BC6CFDA1DC}"/>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95813EC9-EC02-1054-6CB9-4DE56B56CA49}"/>
              </a:ext>
            </a:extLst>
          </p:cNvPr>
          <p:cNvSpPr txBox="1"/>
          <p:nvPr/>
        </p:nvSpPr>
        <p:spPr>
          <a:xfrm>
            <a:off x="539750" y="1629711"/>
            <a:ext cx="11337758" cy="3400931"/>
          </a:xfrm>
          <a:prstGeom prst="rect">
            <a:avLst/>
          </a:prstGeom>
          <a:noFill/>
        </p:spPr>
        <p:txBody>
          <a:bodyPr wrap="square" lIns="0" tIns="0" rIns="0" bIns="0" rtlCol="0" anchor="t">
            <a:spAutoFit/>
          </a:bodyPr>
          <a:lstStyle/>
          <a:p>
            <a:pPr>
              <a:spcBef>
                <a:spcPts val="600"/>
              </a:spcBef>
            </a:pPr>
            <a:r>
              <a:rPr lang="en-GB" sz="1600" b="1">
                <a:solidFill>
                  <a:schemeClr val="accent1"/>
                </a:solidFill>
              </a:rPr>
              <a:t>End Goal: </a:t>
            </a:r>
            <a:r>
              <a:rPr lang="en-GB" sz="1600">
                <a:solidFill>
                  <a:schemeClr val="accent1"/>
                </a:solidFill>
              </a:rPr>
              <a:t>Feedback loop between user and the model. Live asset model that ingests the user-generated evidence and context</a:t>
            </a:r>
            <a:endParaRPr lang="en-GB" sz="1600" b="1">
              <a:solidFill>
                <a:schemeClr val="accent1"/>
              </a:solidFill>
              <a:cs typeface="Arial"/>
            </a:endParaRPr>
          </a:p>
          <a:p>
            <a:pPr>
              <a:lnSpc>
                <a:spcPct val="100000"/>
              </a:lnSpc>
              <a:spcBef>
                <a:spcPts val="600"/>
              </a:spcBef>
            </a:pPr>
            <a:endParaRPr lang="en-GB" sz="1600">
              <a:solidFill>
                <a:schemeClr val="accent1"/>
              </a:solidFill>
            </a:endParaRPr>
          </a:p>
          <a:p>
            <a:pPr>
              <a:lnSpc>
                <a:spcPct val="100000"/>
              </a:lnSpc>
              <a:spcBef>
                <a:spcPts val="600"/>
              </a:spcBef>
            </a:pPr>
            <a:r>
              <a:rPr lang="en-GB" sz="1600" b="1">
                <a:solidFill>
                  <a:schemeClr val="accent1"/>
                </a:solidFill>
              </a:rPr>
              <a:t>Why? </a:t>
            </a:r>
            <a:r>
              <a:rPr lang="en-GB" sz="1600">
                <a:solidFill>
                  <a:schemeClr val="accent1"/>
                </a:solidFill>
              </a:rPr>
              <a:t>Connect actions to consequences. Compliance checking requires user generated evidence (E.g., completed actions). </a:t>
            </a:r>
          </a:p>
          <a:p>
            <a:pPr>
              <a:lnSpc>
                <a:spcPct val="100000"/>
              </a:lnSpc>
              <a:spcBef>
                <a:spcPts val="600"/>
              </a:spcBef>
            </a:pPr>
            <a:endParaRPr lang="en-GB" sz="1600">
              <a:solidFill>
                <a:schemeClr val="accent1"/>
              </a:solidFill>
            </a:endParaRPr>
          </a:p>
          <a:p>
            <a:pPr>
              <a:lnSpc>
                <a:spcPct val="100000"/>
              </a:lnSpc>
              <a:spcBef>
                <a:spcPts val="600"/>
              </a:spcBef>
            </a:pPr>
            <a:r>
              <a:rPr lang="en-GB" sz="1600" b="1">
                <a:solidFill>
                  <a:schemeClr val="accent1"/>
                </a:solidFill>
              </a:rPr>
              <a:t>Challenges so far:</a:t>
            </a:r>
          </a:p>
          <a:p>
            <a:pPr marL="285750" indent="-285750">
              <a:spcBef>
                <a:spcPts val="600"/>
              </a:spcBef>
              <a:buFont typeface="Arial" panose="020B0604020202020204" pitchFamily="34" charset="0"/>
              <a:buChar char="•"/>
            </a:pPr>
            <a:r>
              <a:rPr lang="en-GB" sz="1600">
                <a:solidFill>
                  <a:schemeClr val="accent1"/>
                </a:solidFill>
              </a:rPr>
              <a:t>Modelling actions and the ingestion </a:t>
            </a:r>
            <a:r>
              <a:rPr lang="en-US" sz="1600">
                <a:solidFill>
                  <a:schemeClr val="accent1"/>
                </a:solidFill>
              </a:rPr>
              <a:t>to handle both completion and rollback of user-generated evidence </a:t>
            </a:r>
            <a:endParaRPr lang="en-GB" sz="1600">
              <a:solidFill>
                <a:schemeClr val="accent1"/>
              </a:solidFill>
            </a:endParaRPr>
          </a:p>
          <a:p>
            <a:pPr marL="285750" indent="-285750">
              <a:lnSpc>
                <a:spcPct val="100000"/>
              </a:lnSpc>
              <a:spcBef>
                <a:spcPts val="600"/>
              </a:spcBef>
              <a:buFont typeface="Arial" panose="020B0604020202020204" pitchFamily="34" charset="0"/>
              <a:buChar char="•"/>
            </a:pPr>
            <a:endParaRPr lang="nb-NO" sz="1600">
              <a:solidFill>
                <a:schemeClr val="accent1"/>
              </a:solidFill>
            </a:endParaRPr>
          </a:p>
          <a:p>
            <a:pPr>
              <a:lnSpc>
                <a:spcPct val="100000"/>
              </a:lnSpc>
              <a:spcBef>
                <a:spcPts val="600"/>
              </a:spcBef>
            </a:pPr>
            <a:r>
              <a:rPr lang="nb-NO" sz="1600" b="1">
                <a:solidFill>
                  <a:schemeClr val="accent1"/>
                </a:solidFill>
              </a:rPr>
              <a:t>Risk:</a:t>
            </a:r>
          </a:p>
          <a:p>
            <a:pPr marL="285750" indent="-285750">
              <a:lnSpc>
                <a:spcPct val="100000"/>
              </a:lnSpc>
              <a:spcBef>
                <a:spcPts val="600"/>
              </a:spcBef>
              <a:buFont typeface="Arial" panose="020B0604020202020204" pitchFamily="34" charset="0"/>
              <a:buChar char="•"/>
            </a:pPr>
            <a:r>
              <a:rPr lang="nb-NO" sz="1600">
                <a:solidFill>
                  <a:schemeClr val="accent1"/>
                </a:solidFill>
              </a:rPr>
              <a:t>Unexplored, so we do not really know the challenges</a:t>
            </a:r>
            <a:endParaRPr lang="en-GB" sz="1600">
              <a:solidFill>
                <a:schemeClr val="accent1"/>
              </a:solidFil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p:txBody>
      </p:sp>
      <p:sp>
        <p:nvSpPr>
          <p:cNvPr id="3" name="Title 2">
            <a:extLst>
              <a:ext uri="{FF2B5EF4-FFF2-40B4-BE49-F238E27FC236}">
                <a16:creationId xmlns:a16="http://schemas.microsoft.com/office/drawing/2014/main" id="{20CB1EB3-FE37-4C40-3AF5-F5FC556E2172}"/>
              </a:ext>
            </a:extLst>
          </p:cNvPr>
          <p:cNvSpPr>
            <a:spLocks noGrp="1"/>
          </p:cNvSpPr>
          <p:nvPr>
            <p:ph type="title"/>
          </p:nvPr>
        </p:nvSpPr>
        <p:spPr>
          <a:xfrm>
            <a:off x="539750" y="407642"/>
            <a:ext cx="6837676" cy="936000"/>
          </a:xfrm>
        </p:spPr>
        <p:txBody>
          <a:bodyPr/>
          <a:lstStyle/>
          <a:p>
            <a:r>
              <a:rPr lang="en-GB"/>
              <a:t>D: User-generated context to the compliance asset model</a:t>
            </a:r>
          </a:p>
        </p:txBody>
      </p:sp>
      <p:sp>
        <p:nvSpPr>
          <p:cNvPr id="6" name="Slide Number Placeholder 5">
            <a:extLst>
              <a:ext uri="{FF2B5EF4-FFF2-40B4-BE49-F238E27FC236}">
                <a16:creationId xmlns:a16="http://schemas.microsoft.com/office/drawing/2014/main" id="{772AA3D9-0D9A-9E4D-7C9B-268ACDC6F97A}"/>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13</a:t>
            </a:fld>
            <a:endParaRPr lang="en-GB"/>
          </a:p>
        </p:txBody>
      </p:sp>
      <p:grpSp>
        <p:nvGrpSpPr>
          <p:cNvPr id="17" name="Group 16">
            <a:extLst>
              <a:ext uri="{FF2B5EF4-FFF2-40B4-BE49-F238E27FC236}">
                <a16:creationId xmlns:a16="http://schemas.microsoft.com/office/drawing/2014/main" id="{94ABEA95-95DB-E453-CBDF-01E3EF319B23}"/>
              </a:ext>
            </a:extLst>
          </p:cNvPr>
          <p:cNvGrpSpPr/>
          <p:nvPr/>
        </p:nvGrpSpPr>
        <p:grpSpPr>
          <a:xfrm>
            <a:off x="7679306" y="345790"/>
            <a:ext cx="3971825" cy="1107851"/>
            <a:chOff x="7679306" y="345790"/>
            <a:chExt cx="3971825" cy="1107851"/>
          </a:xfrm>
        </p:grpSpPr>
        <p:sp>
          <p:nvSpPr>
            <p:cNvPr id="11" name="Rectangle 10">
              <a:extLst>
                <a:ext uri="{FF2B5EF4-FFF2-40B4-BE49-F238E27FC236}">
                  <a16:creationId xmlns:a16="http://schemas.microsoft.com/office/drawing/2014/main" id="{B39C2E75-E422-5276-C8F3-5AC5DB350006}"/>
                </a:ext>
              </a:extLst>
            </p:cNvPr>
            <p:cNvSpPr/>
            <p:nvPr/>
          </p:nvSpPr>
          <p:spPr>
            <a:xfrm>
              <a:off x="7679306" y="345790"/>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Bef>
                  <a:spcPts val="600"/>
                </a:spcBef>
              </a:pPr>
              <a:r>
                <a:rPr lang="en-GB" sz="1000">
                  <a:solidFill>
                    <a:schemeClr val="accent1"/>
                  </a:solidFill>
                </a:rPr>
                <a:t>User generated context to the compliance Asset model</a:t>
              </a:r>
            </a:p>
          </p:txBody>
        </p:sp>
        <p:cxnSp>
          <p:nvCxnSpPr>
            <p:cNvPr id="12" name="Straight Arrow Connector 11">
              <a:extLst>
                <a:ext uri="{FF2B5EF4-FFF2-40B4-BE49-F238E27FC236}">
                  <a16:creationId xmlns:a16="http://schemas.microsoft.com/office/drawing/2014/main" id="{DDF07E25-26B3-3654-2FE5-95ACF8E224E5}"/>
                </a:ext>
              </a:extLst>
            </p:cNvPr>
            <p:cNvCxnSpPr>
              <a:cxnSpLocks/>
            </p:cNvCxnSpPr>
            <p:nvPr/>
          </p:nvCxnSpPr>
          <p:spPr>
            <a:xfrm flipV="1">
              <a:off x="8981142" y="896806"/>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11C5AA5A-A8CA-33A3-9CCC-945B722CFDC6}"/>
                </a:ext>
              </a:extLst>
            </p:cNvPr>
            <p:cNvSpPr txBox="1"/>
            <p:nvPr/>
          </p:nvSpPr>
          <p:spPr>
            <a:xfrm>
              <a:off x="7745134" y="982915"/>
              <a:ext cx="1116926"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Documented actions</a:t>
              </a:r>
            </a:p>
          </p:txBody>
        </p:sp>
        <p:sp>
          <p:nvSpPr>
            <p:cNvPr id="15" name="TextBox 14">
              <a:extLst>
                <a:ext uri="{FF2B5EF4-FFF2-40B4-BE49-F238E27FC236}">
                  <a16:creationId xmlns:a16="http://schemas.microsoft.com/office/drawing/2014/main" id="{4F980B62-F3B3-0218-0659-D66F0A885BBE}"/>
                </a:ext>
              </a:extLst>
            </p:cNvPr>
            <p:cNvSpPr txBox="1"/>
            <p:nvPr/>
          </p:nvSpPr>
          <p:spPr>
            <a:xfrm>
              <a:off x="10579744" y="961345"/>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Procedural evidence</a:t>
              </a:r>
            </a:p>
          </p:txBody>
        </p:sp>
        <p:pic>
          <p:nvPicPr>
            <p:cNvPr id="16" name="Graphic 15" descr="Programmer male outline">
              <a:extLst>
                <a:ext uri="{FF2B5EF4-FFF2-40B4-BE49-F238E27FC236}">
                  <a16:creationId xmlns:a16="http://schemas.microsoft.com/office/drawing/2014/main" id="{998E5AC3-D873-9E31-7882-1E1C8BDAD2E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64812" y="483775"/>
              <a:ext cx="477570" cy="477570"/>
            </a:xfrm>
            <a:prstGeom prst="rect">
              <a:avLst/>
            </a:prstGeom>
          </p:spPr>
        </p:pic>
      </p:grpSp>
      <p:pic>
        <p:nvPicPr>
          <p:cNvPr id="18" name="Graphic 17" descr="Checklist outline">
            <a:extLst>
              <a:ext uri="{FF2B5EF4-FFF2-40B4-BE49-F238E27FC236}">
                <a16:creationId xmlns:a16="http://schemas.microsoft.com/office/drawing/2014/main" id="{3EAD887C-0968-5BA2-F065-4F87020CAC7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17002" y="483775"/>
            <a:ext cx="477570" cy="477570"/>
          </a:xfrm>
          <a:prstGeom prst="rect">
            <a:avLst/>
          </a:prstGeom>
        </p:spPr>
      </p:pic>
    </p:spTree>
    <p:extLst>
      <p:ext uri="{BB962C8B-B14F-4D97-AF65-F5344CB8AC3E}">
        <p14:creationId xmlns:p14="http://schemas.microsoft.com/office/powerpoint/2010/main" val="3537973364"/>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1D23F-BA8F-9574-0B60-D16C11A9256E}"/>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31C0EEE6-9959-9BA0-4195-AAE4B4B9F69C}"/>
              </a:ext>
            </a:extLst>
          </p:cNvPr>
          <p:cNvSpPr txBox="1"/>
          <p:nvPr/>
        </p:nvSpPr>
        <p:spPr>
          <a:xfrm>
            <a:off x="539750" y="2004657"/>
            <a:ext cx="11337758" cy="2754600"/>
          </a:xfrm>
          <a:prstGeom prst="rect">
            <a:avLst/>
          </a:prstGeom>
          <a:noFill/>
        </p:spPr>
        <p:txBody>
          <a:bodyPr wrap="square" lIns="0" tIns="0" rIns="0" bIns="0" rtlCol="0" anchor="t">
            <a:spAutoFit/>
          </a:bodyPr>
          <a:lstStyle/>
          <a:p>
            <a:pPr>
              <a:lnSpc>
                <a:spcPct val="100000"/>
              </a:lnSpc>
              <a:spcBef>
                <a:spcPts val="600"/>
              </a:spcBef>
            </a:pPr>
            <a:r>
              <a:rPr lang="en-GB" sz="1600" b="1">
                <a:solidFill>
                  <a:schemeClr val="accent1"/>
                </a:solidFill>
              </a:rPr>
              <a:t>Where are we now? </a:t>
            </a:r>
            <a:r>
              <a:rPr lang="en-GB" sz="1600">
                <a:solidFill>
                  <a:schemeClr val="accent1"/>
                </a:solidFill>
              </a:rPr>
              <a:t>We are capturing user generated evidence in database tables. We know that it is possible to create connections between traditional Oracle databases and Graph Databases. </a:t>
            </a:r>
            <a:endParaRPr lang="en-GB" sz="1600">
              <a:solidFill>
                <a:schemeClr val="accent1"/>
              </a:solidFill>
              <a:cs typeface="Arial"/>
            </a:endParaRPr>
          </a:p>
          <a:p>
            <a:pPr>
              <a:spcBef>
                <a:spcPts val="600"/>
              </a:spcBef>
            </a:pPr>
            <a:endParaRPr lang="en-GB" sz="1600">
              <a:solidFill>
                <a:schemeClr val="accent1"/>
              </a:solidFill>
            </a:endParaRPr>
          </a:p>
          <a:p>
            <a:pPr>
              <a:spcBef>
                <a:spcPts val="600"/>
              </a:spcBef>
            </a:pPr>
            <a:r>
              <a:rPr lang="en-GB" sz="1600" b="1">
                <a:solidFill>
                  <a:schemeClr val="accent1"/>
                </a:solidFill>
              </a:rPr>
              <a:t>Addressed by which Milestones? </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cs typeface="Arial"/>
              </a:rPr>
              <a:t>Milestone 5 – </a:t>
            </a:r>
            <a:r>
              <a:rPr lang="en-GB" sz="1600">
                <a:solidFill>
                  <a:schemeClr val="accent1"/>
                </a:solidFill>
              </a:rPr>
              <a:t>Integrate user-generated response into the asset model</a:t>
            </a:r>
            <a:endParaRPr lang="en-GB" sz="1600">
              <a:solidFill>
                <a:schemeClr val="accent1"/>
              </a:solidFill>
              <a:cs typeface="Arial"/>
            </a:endParaRPr>
          </a:p>
          <a:p>
            <a:pPr marL="285750" indent="-285750">
              <a:spcBef>
                <a:spcPts val="600"/>
              </a:spcBef>
              <a:buFont typeface="Arial" panose="020B0604020202020204" pitchFamily="34" charset="0"/>
              <a:buChar char="•"/>
            </a:pPr>
            <a:endParaRPr lang="en-GB" sz="1600">
              <a:solidFill>
                <a:schemeClr val="accent1"/>
              </a:solidFill>
              <a:cs typeface="Arial"/>
            </a:endParaRPr>
          </a:p>
          <a:p>
            <a:pPr>
              <a:spcBef>
                <a:spcPts val="600"/>
              </a:spcBef>
            </a:pPr>
            <a:r>
              <a:rPr lang="en-GB" sz="1600" b="1">
                <a:solidFill>
                  <a:schemeClr val="accent1"/>
                </a:solidFill>
                <a:cs typeface="Arial"/>
              </a:rPr>
              <a:t>Learnings: </a:t>
            </a:r>
            <a:r>
              <a:rPr lang="en-GB" sz="1600">
                <a:solidFill>
                  <a:schemeClr val="accent1"/>
                </a:solidFill>
                <a:cs typeface="Arial"/>
              </a:rPr>
              <a:t>No new learnings since we are yet to begin working on this feature.</a:t>
            </a:r>
            <a:endParaRPr lang="en-GB" sz="1600" b="1">
              <a:solidFill>
                <a:schemeClr val="accent1"/>
              </a:solidFill>
              <a:cs typeface="Arial"/>
            </a:endParaRPr>
          </a:p>
          <a:p>
            <a:pPr>
              <a:spcBef>
                <a:spcPts val="600"/>
              </a:spcBef>
            </a:pPr>
            <a:endParaRPr lang="en-GB" sz="1600" b="1">
              <a:solidFill>
                <a:schemeClr val="accent1"/>
              </a:solidFill>
              <a:cs typeface="Arial"/>
            </a:endParaRPr>
          </a:p>
          <a:p>
            <a:pPr marL="285750" indent="-285750">
              <a:lnSpc>
                <a:spcPct val="100000"/>
              </a:lnSpc>
              <a:spcBef>
                <a:spcPts val="600"/>
              </a:spcBef>
              <a:buFont typeface="Arial" panose="020B0604020202020204" pitchFamily="34" charset="0"/>
              <a:buChar char="•"/>
            </a:pPr>
            <a:endParaRPr lang="en-GB" sz="1600">
              <a:solidFill>
                <a:schemeClr val="accent1"/>
              </a:solidFill>
            </a:endParaRPr>
          </a:p>
        </p:txBody>
      </p:sp>
      <p:sp>
        <p:nvSpPr>
          <p:cNvPr id="3" name="Title 2">
            <a:extLst>
              <a:ext uri="{FF2B5EF4-FFF2-40B4-BE49-F238E27FC236}">
                <a16:creationId xmlns:a16="http://schemas.microsoft.com/office/drawing/2014/main" id="{43146DEA-3807-9F2E-16F7-52700CA7684F}"/>
              </a:ext>
            </a:extLst>
          </p:cNvPr>
          <p:cNvSpPr>
            <a:spLocks noGrp="1"/>
          </p:cNvSpPr>
          <p:nvPr>
            <p:ph type="title"/>
          </p:nvPr>
        </p:nvSpPr>
        <p:spPr>
          <a:xfrm>
            <a:off x="539750" y="407642"/>
            <a:ext cx="6837676" cy="1310322"/>
          </a:xfrm>
        </p:spPr>
        <p:txBody>
          <a:bodyPr/>
          <a:lstStyle/>
          <a:p>
            <a:r>
              <a:rPr lang="en-GB"/>
              <a:t>D: User-generated context to the compliance asset model – Current state</a:t>
            </a:r>
          </a:p>
        </p:txBody>
      </p:sp>
      <p:sp>
        <p:nvSpPr>
          <p:cNvPr id="6" name="Slide Number Placeholder 5">
            <a:extLst>
              <a:ext uri="{FF2B5EF4-FFF2-40B4-BE49-F238E27FC236}">
                <a16:creationId xmlns:a16="http://schemas.microsoft.com/office/drawing/2014/main" id="{B3C0CAB2-9ED6-E6F9-08CB-C57654DC1C34}"/>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14</a:t>
            </a:fld>
            <a:endParaRPr lang="en-GB"/>
          </a:p>
        </p:txBody>
      </p:sp>
      <p:grpSp>
        <p:nvGrpSpPr>
          <p:cNvPr id="17" name="Group 16">
            <a:extLst>
              <a:ext uri="{FF2B5EF4-FFF2-40B4-BE49-F238E27FC236}">
                <a16:creationId xmlns:a16="http://schemas.microsoft.com/office/drawing/2014/main" id="{6847054D-C079-5B0D-B780-B9DC05713C03}"/>
              </a:ext>
            </a:extLst>
          </p:cNvPr>
          <p:cNvGrpSpPr/>
          <p:nvPr/>
        </p:nvGrpSpPr>
        <p:grpSpPr>
          <a:xfrm>
            <a:off x="7679306" y="345790"/>
            <a:ext cx="3971825" cy="1107851"/>
            <a:chOff x="7679306" y="345790"/>
            <a:chExt cx="3971825" cy="1107851"/>
          </a:xfrm>
        </p:grpSpPr>
        <p:sp>
          <p:nvSpPr>
            <p:cNvPr id="11" name="Rectangle 10">
              <a:extLst>
                <a:ext uri="{FF2B5EF4-FFF2-40B4-BE49-F238E27FC236}">
                  <a16:creationId xmlns:a16="http://schemas.microsoft.com/office/drawing/2014/main" id="{013E12DB-FA5F-85DD-A34D-5A648E7DF870}"/>
                </a:ext>
              </a:extLst>
            </p:cNvPr>
            <p:cNvSpPr/>
            <p:nvPr/>
          </p:nvSpPr>
          <p:spPr>
            <a:xfrm>
              <a:off x="7679306" y="345790"/>
              <a:ext cx="3971825" cy="110785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spcBef>
                  <a:spcPts val="600"/>
                </a:spcBef>
              </a:pPr>
              <a:r>
                <a:rPr lang="en-GB" sz="1000">
                  <a:solidFill>
                    <a:schemeClr val="accent1"/>
                  </a:solidFill>
                </a:rPr>
                <a:t>User generated context to the compliance Asset model</a:t>
              </a:r>
            </a:p>
          </p:txBody>
        </p:sp>
        <p:cxnSp>
          <p:nvCxnSpPr>
            <p:cNvPr id="12" name="Straight Arrow Connector 11">
              <a:extLst>
                <a:ext uri="{FF2B5EF4-FFF2-40B4-BE49-F238E27FC236}">
                  <a16:creationId xmlns:a16="http://schemas.microsoft.com/office/drawing/2014/main" id="{CD3AB7DA-1CE2-214C-E53F-8292FF2DB160}"/>
                </a:ext>
              </a:extLst>
            </p:cNvPr>
            <p:cNvCxnSpPr>
              <a:cxnSpLocks/>
            </p:cNvCxnSpPr>
            <p:nvPr/>
          </p:nvCxnSpPr>
          <p:spPr>
            <a:xfrm flipV="1">
              <a:off x="8981142" y="896806"/>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F2E5BD6-099A-B902-CB93-F24BF6E9B2CB}"/>
                </a:ext>
              </a:extLst>
            </p:cNvPr>
            <p:cNvSpPr txBox="1"/>
            <p:nvPr/>
          </p:nvSpPr>
          <p:spPr>
            <a:xfrm>
              <a:off x="7745134" y="982915"/>
              <a:ext cx="1116926"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Documented actions</a:t>
              </a:r>
            </a:p>
          </p:txBody>
        </p:sp>
        <p:sp>
          <p:nvSpPr>
            <p:cNvPr id="15" name="TextBox 14">
              <a:extLst>
                <a:ext uri="{FF2B5EF4-FFF2-40B4-BE49-F238E27FC236}">
                  <a16:creationId xmlns:a16="http://schemas.microsoft.com/office/drawing/2014/main" id="{B4953B4B-5F11-65B3-8146-9E2528CE9A69}"/>
                </a:ext>
              </a:extLst>
            </p:cNvPr>
            <p:cNvSpPr txBox="1"/>
            <p:nvPr/>
          </p:nvSpPr>
          <p:spPr>
            <a:xfrm>
              <a:off x="10579744" y="961345"/>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Procedural evidence</a:t>
              </a:r>
            </a:p>
          </p:txBody>
        </p:sp>
        <p:pic>
          <p:nvPicPr>
            <p:cNvPr id="16" name="Graphic 15" descr="Programmer male outline">
              <a:extLst>
                <a:ext uri="{FF2B5EF4-FFF2-40B4-BE49-F238E27FC236}">
                  <a16:creationId xmlns:a16="http://schemas.microsoft.com/office/drawing/2014/main" id="{265B57B8-8448-A48D-DB52-F5E8CA29C7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64812" y="483775"/>
              <a:ext cx="477570" cy="477570"/>
            </a:xfrm>
            <a:prstGeom prst="rect">
              <a:avLst/>
            </a:prstGeom>
          </p:spPr>
        </p:pic>
      </p:grpSp>
      <p:pic>
        <p:nvPicPr>
          <p:cNvPr id="18" name="Graphic 17" descr="Checklist outline">
            <a:extLst>
              <a:ext uri="{FF2B5EF4-FFF2-40B4-BE49-F238E27FC236}">
                <a16:creationId xmlns:a16="http://schemas.microsoft.com/office/drawing/2014/main" id="{5F9EF752-55AA-2DD8-CE2D-3A7DFFFD13A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717002" y="483775"/>
            <a:ext cx="477570" cy="477570"/>
          </a:xfrm>
          <a:prstGeom prst="rect">
            <a:avLst/>
          </a:prstGeom>
        </p:spPr>
      </p:pic>
    </p:spTree>
    <p:extLst>
      <p:ext uri="{BB962C8B-B14F-4D97-AF65-F5344CB8AC3E}">
        <p14:creationId xmlns:p14="http://schemas.microsoft.com/office/powerpoint/2010/main" val="783467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82E63-21BC-9621-566F-89A83C8D6BE0}"/>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46A0E3C8-5C74-6DDB-84B9-7ADA235C4632}"/>
              </a:ext>
            </a:extLst>
          </p:cNvPr>
          <p:cNvSpPr/>
          <p:nvPr/>
        </p:nvSpPr>
        <p:spPr>
          <a:xfrm>
            <a:off x="7736348" y="407217"/>
            <a:ext cx="1258527" cy="791496"/>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US" sz="2000" err="1"/>
          </a:p>
        </p:txBody>
      </p:sp>
      <p:sp>
        <p:nvSpPr>
          <p:cNvPr id="32" name="TextBox 31">
            <a:extLst>
              <a:ext uri="{FF2B5EF4-FFF2-40B4-BE49-F238E27FC236}">
                <a16:creationId xmlns:a16="http://schemas.microsoft.com/office/drawing/2014/main" id="{D0BBA099-8D7C-CA3E-95E6-BEB527556266}"/>
              </a:ext>
            </a:extLst>
          </p:cNvPr>
          <p:cNvSpPr txBox="1"/>
          <p:nvPr/>
        </p:nvSpPr>
        <p:spPr>
          <a:xfrm>
            <a:off x="539750" y="1629711"/>
            <a:ext cx="11337758" cy="4755148"/>
          </a:xfrm>
          <a:prstGeom prst="rect">
            <a:avLst/>
          </a:prstGeom>
          <a:noFill/>
        </p:spPr>
        <p:txBody>
          <a:bodyPr wrap="square" lIns="0" tIns="0" rIns="0" bIns="0" rtlCol="0" anchor="t">
            <a:spAutoFit/>
          </a:bodyPr>
          <a:lstStyle/>
          <a:p>
            <a:pPr>
              <a:spcBef>
                <a:spcPts val="600"/>
              </a:spcBef>
            </a:pPr>
            <a:r>
              <a:rPr lang="en-GB" sz="1600" b="1">
                <a:solidFill>
                  <a:schemeClr val="accent1"/>
                </a:solidFill>
              </a:rPr>
              <a:t>End Goal: </a:t>
            </a:r>
            <a:r>
              <a:rPr lang="en-GB" sz="1400">
                <a:solidFill>
                  <a:schemeClr val="accent1"/>
                </a:solidFill>
              </a:rPr>
              <a:t>Automated and accurate technical (formal) requirements generation. Use ontology-guided LLMs to accurately extract all technical requirements (related to the scope of the project) from the design documents.</a:t>
            </a:r>
            <a:endParaRPr lang="en-GB" sz="1400">
              <a:solidFill>
                <a:schemeClr val="accent1"/>
              </a:solidFill>
              <a:cs typeface="Arial"/>
            </a:endParaRPr>
          </a:p>
          <a:p>
            <a:pPr>
              <a:spcBef>
                <a:spcPts val="600"/>
              </a:spcBef>
            </a:pPr>
            <a:endParaRPr lang="en-GB" sz="1600" b="1">
              <a:solidFill>
                <a:schemeClr val="accent1"/>
              </a:solidFill>
              <a:cs typeface="Arial"/>
            </a:endParaRPr>
          </a:p>
          <a:p>
            <a:pPr>
              <a:lnSpc>
                <a:spcPct val="100000"/>
              </a:lnSpc>
              <a:spcBef>
                <a:spcPts val="600"/>
              </a:spcBef>
            </a:pPr>
            <a:endParaRPr lang="en-GB" sz="1600">
              <a:solidFill>
                <a:schemeClr val="accent1"/>
              </a:solidFill>
            </a:endParaRPr>
          </a:p>
          <a:p>
            <a:pPr>
              <a:spcBef>
                <a:spcPts val="600"/>
              </a:spcBef>
            </a:pPr>
            <a:r>
              <a:rPr lang="en-GB" sz="1600" b="1">
                <a:solidFill>
                  <a:schemeClr val="accent1"/>
                </a:solidFill>
              </a:rPr>
              <a:t>Why? </a:t>
            </a:r>
            <a:r>
              <a:rPr lang="en-GB" sz="1600">
                <a:solidFill>
                  <a:schemeClr val="accent1"/>
                </a:solidFill>
              </a:rPr>
              <a:t>Scalable extraction of requirements from design documents enable us to onboard more sites per customer. It also paves way to checking the compliance of a site.</a:t>
            </a:r>
            <a:endParaRPr lang="en-GB" sz="1600">
              <a:solidFill>
                <a:schemeClr val="accent1"/>
              </a:solidFill>
              <a:cs typeface="Arial"/>
            </a:endParaRPr>
          </a:p>
          <a:p>
            <a:pPr>
              <a:lnSpc>
                <a:spcPct val="100000"/>
              </a:lnSpc>
              <a:spcBef>
                <a:spcPts val="600"/>
              </a:spcBef>
            </a:pPr>
            <a:endParaRPr lang="en-GB" sz="1600">
              <a:solidFill>
                <a:schemeClr val="accent1"/>
              </a:solidFill>
            </a:endParaRPr>
          </a:p>
          <a:p>
            <a:pPr>
              <a:lnSpc>
                <a:spcPct val="100000"/>
              </a:lnSpc>
              <a:spcBef>
                <a:spcPts val="600"/>
              </a:spcBef>
            </a:pPr>
            <a:r>
              <a:rPr lang="en-GB" sz="1600" b="1">
                <a:solidFill>
                  <a:schemeClr val="accent1"/>
                </a:solidFill>
              </a:rPr>
              <a:t>Challenges so far:</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US" sz="1600">
                <a:solidFill>
                  <a:schemeClr val="accent1"/>
                </a:solidFill>
                <a:cs typeface="Arial"/>
              </a:rPr>
              <a:t>Scope for which technical requirements to extract from design documents and for which components is unknown (Do we focus on checking for all technical requirements for a single component vs two technical requirements against all components)</a:t>
            </a:r>
          </a:p>
          <a:p>
            <a:pPr marL="285750" indent="-285750">
              <a:spcBef>
                <a:spcPts val="600"/>
              </a:spcBef>
              <a:buFont typeface="Arial" panose="020B0604020202020204" pitchFamily="34" charset="0"/>
              <a:buChar char="•"/>
            </a:pPr>
            <a:r>
              <a:rPr lang="nb-NO" sz="1600" err="1">
                <a:solidFill>
                  <a:schemeClr val="accent1"/>
                </a:solidFill>
                <a:cs typeface="Arial"/>
              </a:rPr>
              <a:t>Document</a:t>
            </a:r>
            <a:r>
              <a:rPr lang="nb-NO" sz="1600">
                <a:solidFill>
                  <a:schemeClr val="accent1"/>
                </a:solidFill>
                <a:cs typeface="Arial"/>
              </a:rPr>
              <a:t> </a:t>
            </a:r>
            <a:r>
              <a:rPr lang="nb-NO" sz="1600" err="1">
                <a:solidFill>
                  <a:schemeClr val="accent1"/>
                </a:solidFill>
                <a:cs typeface="Arial"/>
              </a:rPr>
              <a:t>processing</a:t>
            </a:r>
            <a:r>
              <a:rPr lang="nb-NO" sz="1600">
                <a:solidFill>
                  <a:schemeClr val="accent1"/>
                </a:solidFill>
                <a:cs typeface="Arial"/>
              </a:rPr>
              <a:t> (PDFs) still </a:t>
            </a:r>
            <a:r>
              <a:rPr lang="nb-NO" sz="1600" err="1">
                <a:solidFill>
                  <a:schemeClr val="accent1"/>
                </a:solidFill>
                <a:cs typeface="Arial"/>
              </a:rPr>
              <a:t>remains</a:t>
            </a:r>
            <a:r>
              <a:rPr lang="nb-NO" sz="1600">
                <a:solidFill>
                  <a:schemeClr val="accent1"/>
                </a:solidFill>
                <a:cs typeface="Arial"/>
              </a:rPr>
              <a:t> as a </a:t>
            </a:r>
            <a:r>
              <a:rPr lang="nb-NO" sz="1600" err="1">
                <a:solidFill>
                  <a:schemeClr val="accent1"/>
                </a:solidFill>
                <a:cs typeface="Arial"/>
              </a:rPr>
              <a:t>challenge</a:t>
            </a:r>
            <a:endParaRPr lang="nb-NO" sz="1600">
              <a:solidFill>
                <a:schemeClr val="accent1"/>
              </a:solidFill>
              <a:cs typeface="Arial"/>
            </a:endParaRPr>
          </a:p>
          <a:p>
            <a:pPr>
              <a:spcBef>
                <a:spcPts val="600"/>
              </a:spcBef>
            </a:pPr>
            <a:r>
              <a:rPr lang="en-GB" sz="1600" b="1">
                <a:solidFill>
                  <a:schemeClr val="accent1"/>
                </a:solidFill>
                <a:cs typeface="Arial"/>
              </a:rPr>
              <a:t>Alternatives: </a:t>
            </a:r>
          </a:p>
          <a:p>
            <a:pPr marL="285750" indent="-285750">
              <a:spcBef>
                <a:spcPts val="600"/>
              </a:spcBef>
              <a:buFont typeface="Arial"/>
              <a:buChar char="•"/>
            </a:pPr>
            <a:r>
              <a:rPr lang="en-GB" sz="1600">
                <a:solidFill>
                  <a:schemeClr val="accent1"/>
                </a:solidFill>
                <a:cs typeface="Arial"/>
              </a:rPr>
              <a:t>Technical requirements are manually formulated from the design documents</a:t>
            </a:r>
          </a:p>
          <a:p>
            <a:pPr marL="285750" indent="-285750">
              <a:spcBef>
                <a:spcPts val="600"/>
              </a:spcBef>
              <a:buFont typeface="Arial"/>
              <a:buChar char="•"/>
            </a:pPr>
            <a:r>
              <a:rPr lang="en-GB" sz="1600">
                <a:solidFill>
                  <a:schemeClr val="accent1"/>
                </a:solidFill>
                <a:cs typeface="Arial"/>
              </a:rPr>
              <a:t>Utilize Requirement Wizard's methodology for formulating technical requirements</a:t>
            </a:r>
          </a:p>
          <a:p>
            <a:pPr marL="285750" indent="-285750">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9E395318-847D-01DA-A176-FC0320E12B60}"/>
              </a:ext>
            </a:extLst>
          </p:cNvPr>
          <p:cNvSpPr>
            <a:spLocks noGrp="1"/>
          </p:cNvSpPr>
          <p:nvPr>
            <p:ph type="title"/>
          </p:nvPr>
        </p:nvSpPr>
        <p:spPr>
          <a:xfrm>
            <a:off x="539750" y="407642"/>
            <a:ext cx="6837676" cy="936000"/>
          </a:xfrm>
        </p:spPr>
        <p:txBody>
          <a:bodyPr/>
          <a:lstStyle/>
          <a:p>
            <a:r>
              <a:rPr lang="en-GB"/>
              <a:t>E: Design documents to Technical requirements</a:t>
            </a:r>
            <a:endParaRPr lang="en-US"/>
          </a:p>
        </p:txBody>
      </p:sp>
      <p:sp>
        <p:nvSpPr>
          <p:cNvPr id="6" name="Slide Number Placeholder 5">
            <a:extLst>
              <a:ext uri="{FF2B5EF4-FFF2-40B4-BE49-F238E27FC236}">
                <a16:creationId xmlns:a16="http://schemas.microsoft.com/office/drawing/2014/main" id="{0F5D83D5-E240-346E-6775-92FAC134F93D}"/>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15</a:t>
            </a:fld>
            <a:endParaRPr lang="en-GB"/>
          </a:p>
        </p:txBody>
      </p:sp>
      <p:grpSp>
        <p:nvGrpSpPr>
          <p:cNvPr id="17" name="Group 16">
            <a:extLst>
              <a:ext uri="{FF2B5EF4-FFF2-40B4-BE49-F238E27FC236}">
                <a16:creationId xmlns:a16="http://schemas.microsoft.com/office/drawing/2014/main" id="{06B0D62F-7CC3-B5B9-4F38-8F1E88E4D581}"/>
              </a:ext>
            </a:extLst>
          </p:cNvPr>
          <p:cNvGrpSpPr/>
          <p:nvPr/>
        </p:nvGrpSpPr>
        <p:grpSpPr>
          <a:xfrm>
            <a:off x="7548210" y="239274"/>
            <a:ext cx="4029179" cy="1222560"/>
            <a:chOff x="7671113" y="386757"/>
            <a:chExt cx="3980018" cy="1197980"/>
          </a:xfrm>
        </p:grpSpPr>
        <p:sp>
          <p:nvSpPr>
            <p:cNvPr id="11" name="Rectangle 10">
              <a:extLst>
                <a:ext uri="{FF2B5EF4-FFF2-40B4-BE49-F238E27FC236}">
                  <a16:creationId xmlns:a16="http://schemas.microsoft.com/office/drawing/2014/main" id="{12BAEF66-1308-79FF-24D5-3DBAF8173A08}"/>
                </a:ext>
              </a:extLst>
            </p:cNvPr>
            <p:cNvSpPr/>
            <p:nvPr/>
          </p:nvSpPr>
          <p:spPr>
            <a:xfrm>
              <a:off x="7671113" y="386757"/>
              <a:ext cx="3980018" cy="1197980"/>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p>
              <a:pPr algn="ctr">
                <a:spcBef>
                  <a:spcPts val="600"/>
                </a:spcBef>
              </a:pPr>
              <a:r>
                <a:rPr lang="en-GB" sz="1000">
                  <a:solidFill>
                    <a:schemeClr val="accent1"/>
                  </a:solidFill>
                </a:rPr>
                <a:t>Design documents to Technical requirements</a:t>
              </a:r>
            </a:p>
          </p:txBody>
        </p:sp>
        <p:cxnSp>
          <p:nvCxnSpPr>
            <p:cNvPr id="12" name="Straight Arrow Connector 11">
              <a:extLst>
                <a:ext uri="{FF2B5EF4-FFF2-40B4-BE49-F238E27FC236}">
                  <a16:creationId xmlns:a16="http://schemas.microsoft.com/office/drawing/2014/main" id="{E5E13AE3-B17A-362F-A45A-59FB50A44062}"/>
                </a:ext>
              </a:extLst>
            </p:cNvPr>
            <p:cNvCxnSpPr>
              <a:cxnSpLocks/>
            </p:cNvCxnSpPr>
            <p:nvPr/>
          </p:nvCxnSpPr>
          <p:spPr>
            <a:xfrm flipV="1">
              <a:off x="9169594" y="896806"/>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1D21D6F-F13E-B927-C44D-857C748CFFD0}"/>
                </a:ext>
              </a:extLst>
            </p:cNvPr>
            <p:cNvSpPr txBox="1"/>
            <p:nvPr/>
          </p:nvSpPr>
          <p:spPr>
            <a:xfrm>
              <a:off x="10579744" y="961345"/>
              <a:ext cx="792088" cy="271430"/>
            </a:xfrm>
            <a:prstGeom prst="rect">
              <a:avLst/>
            </a:prstGeom>
            <a:noFill/>
          </p:spPr>
          <p:txBody>
            <a:bodyPr wrap="square" lIns="0" tIns="0" rIns="0" bIns="0" rtlCol="0" anchor="t">
              <a:spAutoFit/>
            </a:bodyPr>
            <a:lstStyle/>
            <a:p>
              <a:pPr algn="ctr">
                <a:spcBef>
                  <a:spcPts val="600"/>
                </a:spcBef>
              </a:pPr>
              <a:r>
                <a:rPr lang="en-GB" sz="900">
                  <a:solidFill>
                    <a:schemeClr val="accent1"/>
                  </a:solidFill>
                </a:rPr>
                <a:t>Technical requirements</a:t>
              </a:r>
              <a:endParaRPr lang="en-GB" sz="900">
                <a:solidFill>
                  <a:schemeClr val="accent1"/>
                </a:solidFill>
                <a:cs typeface="Arial"/>
              </a:endParaRPr>
            </a:p>
          </p:txBody>
        </p:sp>
      </p:grpSp>
      <p:pic>
        <p:nvPicPr>
          <p:cNvPr id="18" name="Graphic 17" descr="Checklist outline">
            <a:extLst>
              <a:ext uri="{FF2B5EF4-FFF2-40B4-BE49-F238E27FC236}">
                <a16:creationId xmlns:a16="http://schemas.microsoft.com/office/drawing/2014/main" id="{8ED82A33-AE0A-78D5-72AE-70D273C0D2F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43260" y="360872"/>
            <a:ext cx="477570" cy="477570"/>
          </a:xfrm>
          <a:prstGeom prst="rect">
            <a:avLst/>
          </a:prstGeom>
        </p:spPr>
      </p:pic>
      <p:grpSp>
        <p:nvGrpSpPr>
          <p:cNvPr id="7" name="Group 6">
            <a:extLst>
              <a:ext uri="{FF2B5EF4-FFF2-40B4-BE49-F238E27FC236}">
                <a16:creationId xmlns:a16="http://schemas.microsoft.com/office/drawing/2014/main" id="{CCBE8A3A-3C6C-F8EC-B1E5-45680FB3995D}"/>
              </a:ext>
            </a:extLst>
          </p:cNvPr>
          <p:cNvGrpSpPr/>
          <p:nvPr/>
        </p:nvGrpSpPr>
        <p:grpSpPr>
          <a:xfrm>
            <a:off x="7659045" y="405072"/>
            <a:ext cx="685573" cy="642304"/>
            <a:chOff x="1928666" y="4730820"/>
            <a:chExt cx="792088" cy="732433"/>
          </a:xfrm>
        </p:grpSpPr>
        <p:pic>
          <p:nvPicPr>
            <p:cNvPr id="4" name="Graphic 3" descr="Laptop outline">
              <a:extLst>
                <a:ext uri="{FF2B5EF4-FFF2-40B4-BE49-F238E27FC236}">
                  <a16:creationId xmlns:a16="http://schemas.microsoft.com/office/drawing/2014/main" id="{BDC117DF-AF86-A5CC-94EC-FDAAFF00EB9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085925" y="4730820"/>
              <a:ext cx="477571" cy="477571"/>
            </a:xfrm>
            <a:prstGeom prst="rect">
              <a:avLst/>
            </a:prstGeom>
          </p:spPr>
        </p:pic>
        <p:sp>
          <p:nvSpPr>
            <p:cNvPr id="5" name="TextBox 4">
              <a:extLst>
                <a:ext uri="{FF2B5EF4-FFF2-40B4-BE49-F238E27FC236}">
                  <a16:creationId xmlns:a16="http://schemas.microsoft.com/office/drawing/2014/main" id="{F4D3B078-85E4-6C59-753E-FFBF104D26B6}"/>
                </a:ext>
              </a:extLst>
            </p:cNvPr>
            <p:cNvSpPr txBox="1"/>
            <p:nvPr/>
          </p:nvSpPr>
          <p:spPr>
            <a:xfrm>
              <a:off x="1928666" y="5186254"/>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Mooring Analysis</a:t>
              </a:r>
            </a:p>
          </p:txBody>
        </p:sp>
      </p:grpSp>
      <p:grpSp>
        <p:nvGrpSpPr>
          <p:cNvPr id="14" name="Group 13">
            <a:extLst>
              <a:ext uri="{FF2B5EF4-FFF2-40B4-BE49-F238E27FC236}">
                <a16:creationId xmlns:a16="http://schemas.microsoft.com/office/drawing/2014/main" id="{ABA8FA48-7B27-6073-7C04-3A6BAF23E520}"/>
              </a:ext>
            </a:extLst>
          </p:cNvPr>
          <p:cNvGrpSpPr/>
          <p:nvPr/>
        </p:nvGrpSpPr>
        <p:grpSpPr>
          <a:xfrm>
            <a:off x="8339116" y="411495"/>
            <a:ext cx="669186" cy="650499"/>
            <a:chOff x="7702986" y="4421064"/>
            <a:chExt cx="792088" cy="732433"/>
          </a:xfrm>
        </p:grpSpPr>
        <p:pic>
          <p:nvPicPr>
            <p:cNvPr id="9" name="Graphic 8" descr="Tug boat outline">
              <a:extLst>
                <a:ext uri="{FF2B5EF4-FFF2-40B4-BE49-F238E27FC236}">
                  <a16:creationId xmlns:a16="http://schemas.microsoft.com/office/drawing/2014/main" id="{DEC6E5CD-0E2C-EB10-B51B-E856A8016C2F}"/>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860245" y="4421064"/>
              <a:ext cx="477571" cy="477571"/>
            </a:xfrm>
            <a:prstGeom prst="rect">
              <a:avLst/>
            </a:prstGeom>
          </p:spPr>
        </p:pic>
        <p:sp>
          <p:nvSpPr>
            <p:cNvPr id="10" name="TextBox 9">
              <a:extLst>
                <a:ext uri="{FF2B5EF4-FFF2-40B4-BE49-F238E27FC236}">
                  <a16:creationId xmlns:a16="http://schemas.microsoft.com/office/drawing/2014/main" id="{10D93176-9A51-F526-6B32-FECBA24EF899}"/>
                </a:ext>
              </a:extLst>
            </p:cNvPr>
            <p:cNvSpPr txBox="1"/>
            <p:nvPr/>
          </p:nvSpPr>
          <p:spPr>
            <a:xfrm>
              <a:off x="7702986" y="4876498"/>
              <a:ext cx="792088" cy="2769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Site Survey report</a:t>
              </a:r>
              <a:endParaRPr lang="en-GB" sz="900">
                <a:solidFill>
                  <a:schemeClr val="accent1"/>
                </a:solidFill>
                <a:cs typeface="Arial"/>
              </a:endParaRPr>
            </a:p>
          </p:txBody>
        </p:sp>
      </p:grpSp>
    </p:spTree>
    <p:extLst>
      <p:ext uri="{BB962C8B-B14F-4D97-AF65-F5344CB8AC3E}">
        <p14:creationId xmlns:p14="http://schemas.microsoft.com/office/powerpoint/2010/main" val="675002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A2758-0145-06EA-5BFA-EF216F2E6E8E}"/>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91E52FB9-02C7-6980-B5BA-FBC052681854}"/>
              </a:ext>
            </a:extLst>
          </p:cNvPr>
          <p:cNvSpPr/>
          <p:nvPr/>
        </p:nvSpPr>
        <p:spPr>
          <a:xfrm>
            <a:off x="7736348" y="407217"/>
            <a:ext cx="1258527" cy="791496"/>
          </a:xfrm>
          <a:prstGeom prst="rect">
            <a:avLst/>
          </a:prstGeom>
          <a:ln w="6350"/>
        </p:spPr>
        <p:style>
          <a:lnRef idx="2">
            <a:schemeClr val="dk1"/>
          </a:lnRef>
          <a:fillRef idx="1">
            <a:schemeClr val="lt1"/>
          </a:fillRef>
          <a:effectRef idx="0">
            <a:schemeClr val="dk1"/>
          </a:effectRef>
          <a:fontRef idx="minor">
            <a:schemeClr val="dk1"/>
          </a:fontRef>
        </p:style>
        <p:txBody>
          <a:bodyPr rtlCol="0" anchor="ctr"/>
          <a:lstStyle/>
          <a:p>
            <a:pPr algn="ctr">
              <a:lnSpc>
                <a:spcPct val="100000"/>
              </a:lnSpc>
              <a:spcBef>
                <a:spcPts val="600"/>
              </a:spcBef>
            </a:pPr>
            <a:endParaRPr lang="en-US" sz="2000" err="1"/>
          </a:p>
        </p:txBody>
      </p:sp>
      <p:sp>
        <p:nvSpPr>
          <p:cNvPr id="32" name="TextBox 31">
            <a:extLst>
              <a:ext uri="{FF2B5EF4-FFF2-40B4-BE49-F238E27FC236}">
                <a16:creationId xmlns:a16="http://schemas.microsoft.com/office/drawing/2014/main" id="{F713E1E7-2AC2-941B-EF7D-4850AAE6D30E}"/>
              </a:ext>
            </a:extLst>
          </p:cNvPr>
          <p:cNvSpPr txBox="1"/>
          <p:nvPr/>
        </p:nvSpPr>
        <p:spPr>
          <a:xfrm>
            <a:off x="539750" y="1891905"/>
            <a:ext cx="11337758" cy="3493264"/>
          </a:xfrm>
          <a:prstGeom prst="rect">
            <a:avLst/>
          </a:prstGeom>
          <a:noFill/>
        </p:spPr>
        <p:txBody>
          <a:bodyPr wrap="square" lIns="0" tIns="0" rIns="0" bIns="0" rtlCol="0" anchor="t">
            <a:spAutoFit/>
          </a:bodyPr>
          <a:lstStyle/>
          <a:p>
            <a:pPr>
              <a:spcBef>
                <a:spcPts val="600"/>
              </a:spcBef>
            </a:pPr>
            <a:r>
              <a:rPr lang="en-GB" sz="1600" b="1">
                <a:solidFill>
                  <a:schemeClr val="accent1"/>
                </a:solidFill>
              </a:rPr>
              <a:t>Where are we now? </a:t>
            </a:r>
            <a:r>
              <a:rPr lang="en-GB" sz="1600">
                <a:solidFill>
                  <a:schemeClr val="accent1"/>
                </a:solidFill>
              </a:rPr>
              <a:t>PoC with a pipeline for extraction of certificate components (using only LLM &amp; OCR and using an ontology-guided extraction agent). Component-certificate matching for </a:t>
            </a:r>
            <a:r>
              <a:rPr lang="en-GB" sz="1600" err="1">
                <a:solidFill>
                  <a:schemeClr val="accent1"/>
                </a:solidFill>
              </a:rPr>
              <a:t>Selstadloggen</a:t>
            </a:r>
            <a:r>
              <a:rPr lang="en-GB" sz="1600">
                <a:solidFill>
                  <a:schemeClr val="accent1"/>
                </a:solidFill>
              </a:rPr>
              <a:t> and </a:t>
            </a:r>
            <a:r>
              <a:rPr lang="en-GB" sz="1600" err="1">
                <a:solidFill>
                  <a:schemeClr val="accent1"/>
                </a:solidFill>
              </a:rPr>
              <a:t>Havbruksloggen</a:t>
            </a:r>
            <a:r>
              <a:rPr lang="en-GB" sz="1600">
                <a:solidFill>
                  <a:schemeClr val="accent1"/>
                </a:solidFill>
              </a:rPr>
              <a:t> has been completed. </a:t>
            </a:r>
            <a:r>
              <a:rPr lang="en-US" sz="1600">
                <a:solidFill>
                  <a:schemeClr val="accent1"/>
                </a:solidFill>
              </a:rPr>
              <a:t>PoC which conducts compliance check for two technical requirement (MBL and Lifetime) for one or two components. Technical requirements are manually formulated from the design documents. </a:t>
            </a:r>
            <a:endParaRPr lang="en-US" sz="1600">
              <a:solidFill>
                <a:schemeClr val="accent1"/>
              </a:solidFill>
              <a:cs typeface="Arial"/>
            </a:endParaRPr>
          </a:p>
          <a:p>
            <a:pPr>
              <a:lnSpc>
                <a:spcPct val="100000"/>
              </a:lnSpc>
              <a:spcBef>
                <a:spcPts val="600"/>
              </a:spcBef>
            </a:pPr>
            <a:endParaRPr lang="en-GB" sz="1600">
              <a:solidFill>
                <a:srgbClr val="000000"/>
              </a:solidFill>
              <a:cs typeface="Arial"/>
            </a:endParaRPr>
          </a:p>
          <a:p>
            <a:pPr>
              <a:spcBef>
                <a:spcPts val="600"/>
              </a:spcBef>
            </a:pPr>
            <a:r>
              <a:rPr lang="en-GB" sz="1600" b="1">
                <a:solidFill>
                  <a:schemeClr val="accent1"/>
                </a:solidFill>
              </a:rPr>
              <a:t>Addressed by which Milestones? </a:t>
            </a:r>
            <a:endParaRPr lang="en-GB" sz="1600">
              <a:solidFill>
                <a:schemeClr val="accent1"/>
              </a:solidFill>
            </a:endParaRPr>
          </a:p>
          <a:p>
            <a:pPr>
              <a:spcBef>
                <a:spcPts val="600"/>
              </a:spcBef>
            </a:pPr>
            <a:r>
              <a:rPr lang="en-GB" sz="1600">
                <a:solidFill>
                  <a:schemeClr val="accent1"/>
                </a:solidFill>
              </a:rPr>
              <a:t>Milestone 6 - </a:t>
            </a:r>
            <a:r>
              <a:rPr lang="en-GB" sz="1600"/>
              <a:t>Integrate technical requirements to the asset model</a:t>
            </a:r>
          </a:p>
          <a:p>
            <a:pPr>
              <a:spcBef>
                <a:spcPts val="600"/>
              </a:spcBef>
            </a:pPr>
            <a:r>
              <a:rPr lang="en-GB" sz="1600">
                <a:solidFill>
                  <a:schemeClr val="accent1"/>
                </a:solidFill>
                <a:ea typeface="+mn-lt"/>
                <a:cs typeface="+mn-lt"/>
              </a:rPr>
              <a:t>Milestone 8 - </a:t>
            </a:r>
            <a:r>
              <a:rPr lang="en-US" sz="1600">
                <a:solidFill>
                  <a:schemeClr val="accent1"/>
                </a:solidFill>
                <a:ea typeface="+mn-lt"/>
                <a:cs typeface="+mn-lt"/>
              </a:rPr>
              <a:t>Achieve end‑to‑end automation of the extraction process, while retaining human‑in‑the‑loop checkpoints for review and approval</a:t>
            </a:r>
            <a:endParaRPr lang="en-GB" sz="1600"/>
          </a:p>
          <a:p>
            <a:pPr>
              <a:spcBef>
                <a:spcPts val="600"/>
              </a:spcBef>
            </a:pPr>
            <a:endParaRPr lang="en-GB" sz="1600"/>
          </a:p>
          <a:p>
            <a:pPr>
              <a:spcBef>
                <a:spcPts val="600"/>
              </a:spcBef>
            </a:pPr>
            <a:r>
              <a:rPr lang="en-GB" sz="1600" b="1">
                <a:solidFill>
                  <a:schemeClr val="accent1"/>
                </a:solidFill>
              </a:rPr>
              <a:t>Learnings: </a:t>
            </a:r>
            <a:r>
              <a:rPr lang="en-GB" sz="1600">
                <a:solidFill>
                  <a:schemeClr val="accent1"/>
                </a:solidFill>
              </a:rPr>
              <a:t>Explore with Veracity </a:t>
            </a:r>
            <a:r>
              <a:rPr lang="en-GB" sz="1600" err="1">
                <a:solidFill>
                  <a:schemeClr val="accent1"/>
                </a:solidFill>
              </a:rPr>
              <a:t>dataworkbench</a:t>
            </a:r>
            <a:r>
              <a:rPr lang="en-GB" sz="1600">
                <a:solidFill>
                  <a:schemeClr val="accent1"/>
                </a:solidFill>
              </a:rPr>
              <a:t> and Oracle about PDF processing.</a:t>
            </a:r>
            <a:endParaRPr lang="en-GB">
              <a:solidFill>
                <a:schemeClr val="accent1"/>
              </a:solidFill>
            </a:endParaRPr>
          </a:p>
          <a:p>
            <a:pPr marL="285750" indent="-285750">
              <a:lnSpc>
                <a:spcPct val="100000"/>
              </a:lnSpc>
              <a:spcBef>
                <a:spcPts val="600"/>
              </a:spcBef>
              <a:buFont typeface="Arial" panose="020B0604020202020204" pitchFamily="34" charset="0"/>
              <a:buChar char="•"/>
            </a:pPr>
            <a:endParaRPr lang="en-GB" sz="1600">
              <a:solidFill>
                <a:schemeClr val="accent1"/>
              </a:solidFill>
              <a:cs typeface="Arial"/>
            </a:endParaRPr>
          </a:p>
        </p:txBody>
      </p:sp>
      <p:sp>
        <p:nvSpPr>
          <p:cNvPr id="3" name="Title 2">
            <a:extLst>
              <a:ext uri="{FF2B5EF4-FFF2-40B4-BE49-F238E27FC236}">
                <a16:creationId xmlns:a16="http://schemas.microsoft.com/office/drawing/2014/main" id="{5F8CB487-6279-E772-4C6F-A2D2C405781A}"/>
              </a:ext>
            </a:extLst>
          </p:cNvPr>
          <p:cNvSpPr>
            <a:spLocks noGrp="1"/>
          </p:cNvSpPr>
          <p:nvPr>
            <p:ph type="title"/>
          </p:nvPr>
        </p:nvSpPr>
        <p:spPr>
          <a:xfrm>
            <a:off x="539750" y="407642"/>
            <a:ext cx="6837676" cy="936000"/>
          </a:xfrm>
        </p:spPr>
        <p:txBody>
          <a:bodyPr/>
          <a:lstStyle/>
          <a:p>
            <a:r>
              <a:rPr lang="en-GB"/>
              <a:t>E: Design documents to Technical requirements – Current state</a:t>
            </a:r>
            <a:endParaRPr lang="en-US"/>
          </a:p>
        </p:txBody>
      </p:sp>
      <p:sp>
        <p:nvSpPr>
          <p:cNvPr id="6" name="Slide Number Placeholder 5">
            <a:extLst>
              <a:ext uri="{FF2B5EF4-FFF2-40B4-BE49-F238E27FC236}">
                <a16:creationId xmlns:a16="http://schemas.microsoft.com/office/drawing/2014/main" id="{FA21C860-9A38-4D66-0F19-609B1810C280}"/>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16</a:t>
            </a:fld>
            <a:endParaRPr lang="en-GB"/>
          </a:p>
        </p:txBody>
      </p:sp>
      <p:grpSp>
        <p:nvGrpSpPr>
          <p:cNvPr id="17" name="Group 16">
            <a:extLst>
              <a:ext uri="{FF2B5EF4-FFF2-40B4-BE49-F238E27FC236}">
                <a16:creationId xmlns:a16="http://schemas.microsoft.com/office/drawing/2014/main" id="{FBA1E3EF-E2A8-9029-27A0-E466B8A95202}"/>
              </a:ext>
            </a:extLst>
          </p:cNvPr>
          <p:cNvGrpSpPr/>
          <p:nvPr/>
        </p:nvGrpSpPr>
        <p:grpSpPr>
          <a:xfrm>
            <a:off x="7548210" y="239274"/>
            <a:ext cx="4029179" cy="1222560"/>
            <a:chOff x="7671113" y="386757"/>
            <a:chExt cx="3980018" cy="1197980"/>
          </a:xfrm>
        </p:grpSpPr>
        <p:sp>
          <p:nvSpPr>
            <p:cNvPr id="11" name="Rectangle 10">
              <a:extLst>
                <a:ext uri="{FF2B5EF4-FFF2-40B4-BE49-F238E27FC236}">
                  <a16:creationId xmlns:a16="http://schemas.microsoft.com/office/drawing/2014/main" id="{A0730AE3-A60D-5B94-CF69-2EA8ABA300E7}"/>
                </a:ext>
              </a:extLst>
            </p:cNvPr>
            <p:cNvSpPr/>
            <p:nvPr/>
          </p:nvSpPr>
          <p:spPr>
            <a:xfrm>
              <a:off x="7671113" y="386757"/>
              <a:ext cx="3980018" cy="1197980"/>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b"/>
            <a:lstStyle/>
            <a:p>
              <a:pPr algn="ctr">
                <a:spcBef>
                  <a:spcPts val="600"/>
                </a:spcBef>
              </a:pPr>
              <a:r>
                <a:rPr lang="en-GB" sz="1000">
                  <a:solidFill>
                    <a:schemeClr val="accent1"/>
                  </a:solidFill>
                </a:rPr>
                <a:t>Design documents to Technical requirements</a:t>
              </a:r>
            </a:p>
          </p:txBody>
        </p:sp>
        <p:cxnSp>
          <p:nvCxnSpPr>
            <p:cNvPr id="12" name="Straight Arrow Connector 11">
              <a:extLst>
                <a:ext uri="{FF2B5EF4-FFF2-40B4-BE49-F238E27FC236}">
                  <a16:creationId xmlns:a16="http://schemas.microsoft.com/office/drawing/2014/main" id="{30CB5F22-97A2-7A53-0282-DCDA60E1E60E}"/>
                </a:ext>
              </a:extLst>
            </p:cNvPr>
            <p:cNvCxnSpPr>
              <a:cxnSpLocks/>
            </p:cNvCxnSpPr>
            <p:nvPr/>
          </p:nvCxnSpPr>
          <p:spPr>
            <a:xfrm flipV="1">
              <a:off x="9169594" y="896806"/>
              <a:ext cx="136815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CCA753D-045C-E22C-2852-31DEB6D8BF70}"/>
                </a:ext>
              </a:extLst>
            </p:cNvPr>
            <p:cNvSpPr txBox="1"/>
            <p:nvPr/>
          </p:nvSpPr>
          <p:spPr>
            <a:xfrm>
              <a:off x="10579744" y="961345"/>
              <a:ext cx="792088" cy="271430"/>
            </a:xfrm>
            <a:prstGeom prst="rect">
              <a:avLst/>
            </a:prstGeom>
            <a:noFill/>
          </p:spPr>
          <p:txBody>
            <a:bodyPr wrap="square" lIns="0" tIns="0" rIns="0" bIns="0" rtlCol="0" anchor="t">
              <a:spAutoFit/>
            </a:bodyPr>
            <a:lstStyle/>
            <a:p>
              <a:pPr algn="ctr">
                <a:spcBef>
                  <a:spcPts val="600"/>
                </a:spcBef>
              </a:pPr>
              <a:r>
                <a:rPr lang="en-GB" sz="900">
                  <a:solidFill>
                    <a:schemeClr val="accent1"/>
                  </a:solidFill>
                </a:rPr>
                <a:t>Technical requirements</a:t>
              </a:r>
              <a:endParaRPr lang="en-GB" sz="900">
                <a:solidFill>
                  <a:schemeClr val="accent1"/>
                </a:solidFill>
                <a:cs typeface="Arial"/>
              </a:endParaRPr>
            </a:p>
          </p:txBody>
        </p:sp>
      </p:grpSp>
      <p:pic>
        <p:nvPicPr>
          <p:cNvPr id="18" name="Graphic 17" descr="Checklist outline">
            <a:extLst>
              <a:ext uri="{FF2B5EF4-FFF2-40B4-BE49-F238E27FC236}">
                <a16:creationId xmlns:a16="http://schemas.microsoft.com/office/drawing/2014/main" id="{817331B7-6921-E0DD-B795-C04B8DCAC9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43260" y="360872"/>
            <a:ext cx="477570" cy="477570"/>
          </a:xfrm>
          <a:prstGeom prst="rect">
            <a:avLst/>
          </a:prstGeom>
        </p:spPr>
      </p:pic>
      <p:grpSp>
        <p:nvGrpSpPr>
          <p:cNvPr id="7" name="Group 6">
            <a:extLst>
              <a:ext uri="{FF2B5EF4-FFF2-40B4-BE49-F238E27FC236}">
                <a16:creationId xmlns:a16="http://schemas.microsoft.com/office/drawing/2014/main" id="{1166ABBD-9728-CF1F-61CF-A21836FA5AE3}"/>
              </a:ext>
            </a:extLst>
          </p:cNvPr>
          <p:cNvGrpSpPr/>
          <p:nvPr/>
        </p:nvGrpSpPr>
        <p:grpSpPr>
          <a:xfrm>
            <a:off x="7659045" y="405072"/>
            <a:ext cx="685573" cy="642304"/>
            <a:chOff x="1928666" y="4730820"/>
            <a:chExt cx="792088" cy="732433"/>
          </a:xfrm>
        </p:grpSpPr>
        <p:pic>
          <p:nvPicPr>
            <p:cNvPr id="4" name="Graphic 3" descr="Laptop outline">
              <a:extLst>
                <a:ext uri="{FF2B5EF4-FFF2-40B4-BE49-F238E27FC236}">
                  <a16:creationId xmlns:a16="http://schemas.microsoft.com/office/drawing/2014/main" id="{35EA7A34-39A7-AA48-974B-A9CF9B4DDE15}"/>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085925" y="4730820"/>
              <a:ext cx="477571" cy="477571"/>
            </a:xfrm>
            <a:prstGeom prst="rect">
              <a:avLst/>
            </a:prstGeom>
          </p:spPr>
        </p:pic>
        <p:sp>
          <p:nvSpPr>
            <p:cNvPr id="5" name="TextBox 4">
              <a:extLst>
                <a:ext uri="{FF2B5EF4-FFF2-40B4-BE49-F238E27FC236}">
                  <a16:creationId xmlns:a16="http://schemas.microsoft.com/office/drawing/2014/main" id="{D418F4EA-CEBB-6318-0CBE-1E751FA78EF8}"/>
                </a:ext>
              </a:extLst>
            </p:cNvPr>
            <p:cNvSpPr txBox="1"/>
            <p:nvPr/>
          </p:nvSpPr>
          <p:spPr>
            <a:xfrm>
              <a:off x="1928666" y="5186254"/>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Mooring Analysis</a:t>
              </a:r>
            </a:p>
          </p:txBody>
        </p:sp>
      </p:grpSp>
      <p:grpSp>
        <p:nvGrpSpPr>
          <p:cNvPr id="14" name="Group 13">
            <a:extLst>
              <a:ext uri="{FF2B5EF4-FFF2-40B4-BE49-F238E27FC236}">
                <a16:creationId xmlns:a16="http://schemas.microsoft.com/office/drawing/2014/main" id="{0CBC211B-E8E4-4FA1-1C3A-FF1C8BEC0C44}"/>
              </a:ext>
            </a:extLst>
          </p:cNvPr>
          <p:cNvGrpSpPr/>
          <p:nvPr/>
        </p:nvGrpSpPr>
        <p:grpSpPr>
          <a:xfrm>
            <a:off x="8339116" y="411495"/>
            <a:ext cx="669186" cy="650499"/>
            <a:chOff x="7702986" y="4421064"/>
            <a:chExt cx="792088" cy="732433"/>
          </a:xfrm>
        </p:grpSpPr>
        <p:pic>
          <p:nvPicPr>
            <p:cNvPr id="9" name="Graphic 8" descr="Tug boat outline">
              <a:extLst>
                <a:ext uri="{FF2B5EF4-FFF2-40B4-BE49-F238E27FC236}">
                  <a16:creationId xmlns:a16="http://schemas.microsoft.com/office/drawing/2014/main" id="{A4037E30-26BD-779F-4CCF-6A47C30EB097}"/>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7860245" y="4421064"/>
              <a:ext cx="477571" cy="477571"/>
            </a:xfrm>
            <a:prstGeom prst="rect">
              <a:avLst/>
            </a:prstGeom>
          </p:spPr>
        </p:pic>
        <p:sp>
          <p:nvSpPr>
            <p:cNvPr id="10" name="TextBox 9">
              <a:extLst>
                <a:ext uri="{FF2B5EF4-FFF2-40B4-BE49-F238E27FC236}">
                  <a16:creationId xmlns:a16="http://schemas.microsoft.com/office/drawing/2014/main" id="{8EE3C9F0-48C3-58F2-166C-3CD84225C7BD}"/>
                </a:ext>
              </a:extLst>
            </p:cNvPr>
            <p:cNvSpPr txBox="1"/>
            <p:nvPr/>
          </p:nvSpPr>
          <p:spPr>
            <a:xfrm>
              <a:off x="7702986" y="4876498"/>
              <a:ext cx="792088" cy="2769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Site Survey report</a:t>
              </a:r>
              <a:endParaRPr lang="en-GB" sz="900">
                <a:solidFill>
                  <a:schemeClr val="accent1"/>
                </a:solidFill>
                <a:cs typeface="Arial"/>
              </a:endParaRPr>
            </a:p>
          </p:txBody>
        </p:sp>
      </p:grpSp>
    </p:spTree>
    <p:extLst>
      <p:ext uri="{BB962C8B-B14F-4D97-AF65-F5344CB8AC3E}">
        <p14:creationId xmlns:p14="http://schemas.microsoft.com/office/powerpoint/2010/main" val="16248720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1B003-2D22-A885-76C3-C7357ED5AF70}"/>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F7C272B6-2419-DB4E-F55F-862A31D4B7A2}"/>
              </a:ext>
            </a:extLst>
          </p:cNvPr>
          <p:cNvSpPr txBox="1"/>
          <p:nvPr/>
        </p:nvSpPr>
        <p:spPr>
          <a:xfrm>
            <a:off x="539750" y="1921121"/>
            <a:ext cx="11337758" cy="4662815"/>
          </a:xfrm>
          <a:prstGeom prst="rect">
            <a:avLst/>
          </a:prstGeom>
          <a:noFill/>
        </p:spPr>
        <p:txBody>
          <a:bodyPr wrap="square" lIns="0" tIns="0" rIns="0" bIns="0" rtlCol="0" anchor="t">
            <a:spAutoFit/>
          </a:bodyPr>
          <a:lstStyle/>
          <a:p>
            <a:pPr>
              <a:lnSpc>
                <a:spcPct val="100000"/>
              </a:lnSpc>
              <a:spcBef>
                <a:spcPts val="600"/>
              </a:spcBef>
            </a:pPr>
            <a:r>
              <a:rPr lang="en-GB" sz="1600" b="1">
                <a:solidFill>
                  <a:schemeClr val="accent1"/>
                </a:solidFill>
              </a:rPr>
              <a:t>End Goal</a:t>
            </a:r>
            <a:r>
              <a:rPr lang="en-GB" sz="1600">
                <a:solidFill>
                  <a:schemeClr val="accent1"/>
                </a:solidFill>
              </a:rPr>
              <a:t>: Use graphs to seamlessly connect requirements with evidence, contextualize requirements, check compliance, and more!</a:t>
            </a:r>
          </a:p>
          <a:p>
            <a:pPr>
              <a:spcBef>
                <a:spcPts val="600"/>
              </a:spcBef>
            </a:pPr>
            <a:r>
              <a:rPr lang="en-GB" sz="1600" b="1">
                <a:solidFill>
                  <a:schemeClr val="accent1"/>
                </a:solidFill>
              </a:rPr>
              <a:t>Why? </a:t>
            </a:r>
            <a:r>
              <a:rPr lang="en-GB" sz="1600">
                <a:solidFill>
                  <a:schemeClr val="accent1"/>
                </a:solidFill>
              </a:rPr>
              <a:t>Explicit inference becomes way too bespoke for individual use cases. Ontologies and graphs can allow us to abstract the execution from business logic in a formalized way. </a:t>
            </a:r>
          </a:p>
          <a:p>
            <a:pPr>
              <a:lnSpc>
                <a:spcPct val="100000"/>
              </a:lnSpc>
              <a:spcBef>
                <a:spcPts val="600"/>
              </a:spcBef>
            </a:pPr>
            <a:r>
              <a:rPr lang="en-GB" sz="1600" b="1">
                <a:solidFill>
                  <a:schemeClr val="accent1"/>
                </a:solidFill>
              </a:rPr>
              <a:t>Where are we now? </a:t>
            </a:r>
            <a:r>
              <a:rPr lang="en-GB" sz="1600">
                <a:solidFill>
                  <a:schemeClr val="accent1"/>
                </a:solidFill>
              </a:rPr>
              <a:t>We are manually connecting actions to components. PoC on technical compliance checking. PoC on connecting actions to components.</a:t>
            </a:r>
            <a:endParaRPr lang="en-GB" sz="1600">
              <a:solidFill>
                <a:schemeClr val="accent1"/>
              </a:solidFill>
              <a:cs typeface="Arial"/>
            </a:endParaRPr>
          </a:p>
          <a:p>
            <a:pPr>
              <a:lnSpc>
                <a:spcPct val="100000"/>
              </a:lnSpc>
              <a:spcBef>
                <a:spcPts val="600"/>
              </a:spcBef>
            </a:pPr>
            <a:r>
              <a:rPr lang="en-GB" sz="1600" b="1">
                <a:solidFill>
                  <a:schemeClr val="accent1"/>
                </a:solidFill>
              </a:rPr>
              <a:t>Challenges so far:</a:t>
            </a:r>
          </a:p>
          <a:p>
            <a:pPr marL="285750" indent="-285750">
              <a:lnSpc>
                <a:spcPct val="100000"/>
              </a:lnSpc>
              <a:spcBef>
                <a:spcPts val="600"/>
              </a:spcBef>
              <a:buFont typeface="Arial" panose="020B0604020202020204" pitchFamily="34" charset="0"/>
              <a:buChar char="•"/>
            </a:pPr>
            <a:r>
              <a:rPr lang="en-GB" sz="1600">
                <a:solidFill>
                  <a:schemeClr val="accent1"/>
                </a:solidFill>
              </a:rPr>
              <a:t>Ontology and modelling has been solely expert driven. </a:t>
            </a:r>
            <a:endParaRPr lang="en-GB" sz="16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Modelling complex concepts requires considerable time.  </a:t>
            </a:r>
            <a:endParaRPr lang="en-GB" sz="160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600">
                <a:solidFill>
                  <a:schemeClr val="accent1"/>
                </a:solidFill>
              </a:rPr>
              <a:t>Hasn’t been deployed  </a:t>
            </a:r>
            <a:r>
              <a:rPr lang="nb-NO"/>
              <a:t>→</a:t>
            </a:r>
            <a:r>
              <a:rPr lang="en-GB" sz="1600">
                <a:solidFill>
                  <a:schemeClr val="accent1"/>
                </a:solidFill>
              </a:rPr>
              <a:t> upside is not well demonstrated </a:t>
            </a:r>
            <a:r>
              <a:rPr lang="nb-NO"/>
              <a:t>→ </a:t>
            </a:r>
            <a:r>
              <a:rPr lang="en-GB" sz="1600">
                <a:solidFill>
                  <a:schemeClr val="accent1"/>
                </a:solidFill>
              </a:rPr>
              <a:t>doubts about the usefulness of graphs</a:t>
            </a:r>
            <a:endParaRPr lang="en-GB" sz="1600">
              <a:solidFill>
                <a:schemeClr val="accent1"/>
              </a:solidFill>
              <a:cs typeface="Arial"/>
            </a:endParaRPr>
          </a:p>
          <a:p>
            <a:pPr>
              <a:lnSpc>
                <a:spcPct val="100000"/>
              </a:lnSpc>
              <a:spcBef>
                <a:spcPts val="600"/>
              </a:spcBef>
            </a:pPr>
            <a:r>
              <a:rPr lang="en-GB" sz="1600" b="1">
                <a:solidFill>
                  <a:schemeClr val="accent1"/>
                </a:solidFill>
              </a:rPr>
              <a:t>Alternative solution</a:t>
            </a:r>
            <a:r>
              <a:rPr lang="en-GB" sz="1600">
                <a:solidFill>
                  <a:schemeClr val="accent1"/>
                </a:solidFill>
              </a:rPr>
              <a:t>:</a:t>
            </a:r>
          </a:p>
          <a:p>
            <a:pPr marL="285750" indent="-285750">
              <a:spcBef>
                <a:spcPts val="600"/>
              </a:spcBef>
              <a:buFont typeface="Arial" panose="020B0604020202020204" pitchFamily="34" charset="0"/>
              <a:buChar char="•"/>
            </a:pPr>
            <a:r>
              <a:rPr lang="en-GB" sz="1600">
                <a:solidFill>
                  <a:schemeClr val="accent1"/>
                </a:solidFill>
              </a:rPr>
              <a:t>Continue with traditional Oracle database, which meets our current customer requirements (Downside: business logic embedded deep into applications, making it the application bespoke for a single business vertical. Overhead of both maintaining a growing application, and increasingly complex business logic. Next vertical will require us to start over essentially.)</a:t>
            </a:r>
            <a:endParaRPr lang="en-GB" sz="1600">
              <a:solidFill>
                <a:schemeClr val="accent1"/>
              </a:solidFill>
              <a:cs typeface="Arial"/>
            </a:endParaRPr>
          </a:p>
          <a:p>
            <a:pPr>
              <a:lnSpc>
                <a:spcPct val="100000"/>
              </a:lnSpc>
              <a:spcBef>
                <a:spcPts val="600"/>
              </a:spcBef>
            </a:pPr>
            <a:endParaRPr lang="en-GB" sz="1600">
              <a:solidFill>
                <a:schemeClr val="accent1"/>
              </a:solidFill>
            </a:endParaRPr>
          </a:p>
        </p:txBody>
      </p:sp>
      <p:sp>
        <p:nvSpPr>
          <p:cNvPr id="3" name="Title 2">
            <a:extLst>
              <a:ext uri="{FF2B5EF4-FFF2-40B4-BE49-F238E27FC236}">
                <a16:creationId xmlns:a16="http://schemas.microsoft.com/office/drawing/2014/main" id="{7C458890-CBDE-8DCD-9D3E-4FBA8B0D72F9}"/>
              </a:ext>
            </a:extLst>
          </p:cNvPr>
          <p:cNvSpPr>
            <a:spLocks noGrp="1"/>
          </p:cNvSpPr>
          <p:nvPr>
            <p:ph type="title"/>
          </p:nvPr>
        </p:nvSpPr>
        <p:spPr>
          <a:xfrm>
            <a:off x="539750" y="345790"/>
            <a:ext cx="7021993" cy="936000"/>
          </a:xfrm>
        </p:spPr>
        <p:txBody>
          <a:bodyPr/>
          <a:lstStyle/>
          <a:p>
            <a:r>
              <a:rPr lang="en-GB"/>
              <a:t>F: Reasoning and Ontology Magic</a:t>
            </a:r>
          </a:p>
        </p:txBody>
      </p:sp>
      <p:sp>
        <p:nvSpPr>
          <p:cNvPr id="6" name="Slide Number Placeholder 5">
            <a:extLst>
              <a:ext uri="{FF2B5EF4-FFF2-40B4-BE49-F238E27FC236}">
                <a16:creationId xmlns:a16="http://schemas.microsoft.com/office/drawing/2014/main" id="{913AA3ED-A93F-A2FE-4A96-B6FBFC7D1543}"/>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17</a:t>
            </a:fld>
            <a:endParaRPr lang="en-GB"/>
          </a:p>
        </p:txBody>
      </p:sp>
      <p:grpSp>
        <p:nvGrpSpPr>
          <p:cNvPr id="58" name="Group 57">
            <a:extLst>
              <a:ext uri="{FF2B5EF4-FFF2-40B4-BE49-F238E27FC236}">
                <a16:creationId xmlns:a16="http://schemas.microsoft.com/office/drawing/2014/main" id="{240CA80C-2048-2915-03BC-E728D691C9DA}"/>
              </a:ext>
            </a:extLst>
          </p:cNvPr>
          <p:cNvGrpSpPr/>
          <p:nvPr/>
        </p:nvGrpSpPr>
        <p:grpSpPr>
          <a:xfrm>
            <a:off x="7578437" y="153189"/>
            <a:ext cx="4433542" cy="1294612"/>
            <a:chOff x="8040153" y="153188"/>
            <a:chExt cx="3971825" cy="1542261"/>
          </a:xfrm>
        </p:grpSpPr>
        <p:sp>
          <p:nvSpPr>
            <p:cNvPr id="7" name="Rectangle 6">
              <a:extLst>
                <a:ext uri="{FF2B5EF4-FFF2-40B4-BE49-F238E27FC236}">
                  <a16:creationId xmlns:a16="http://schemas.microsoft.com/office/drawing/2014/main" id="{38441EBC-79BB-3403-9B6C-1799D0AE7150}"/>
                </a:ext>
              </a:extLst>
            </p:cNvPr>
            <p:cNvSpPr/>
            <p:nvPr/>
          </p:nvSpPr>
          <p:spPr>
            <a:xfrm>
              <a:off x="8384447" y="592312"/>
              <a:ext cx="917392" cy="351235"/>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solidFill>
                    <a:schemeClr val="accent1"/>
                  </a:solidFill>
                </a:rPr>
                <a:t>Requirements</a:t>
              </a:r>
            </a:p>
          </p:txBody>
        </p:sp>
        <p:sp>
          <p:nvSpPr>
            <p:cNvPr id="8" name="Rectangle 7">
              <a:extLst>
                <a:ext uri="{FF2B5EF4-FFF2-40B4-BE49-F238E27FC236}">
                  <a16:creationId xmlns:a16="http://schemas.microsoft.com/office/drawing/2014/main" id="{D4690D71-6E1D-83FA-176E-204ADE93685C}"/>
                </a:ext>
              </a:extLst>
            </p:cNvPr>
            <p:cNvSpPr/>
            <p:nvPr/>
          </p:nvSpPr>
          <p:spPr>
            <a:xfrm>
              <a:off x="10750288" y="569860"/>
              <a:ext cx="917392" cy="351234"/>
            </a:xfrm>
            <a:prstGeom prst="rect">
              <a:avLst/>
            </a:prstGeom>
            <a:solidFill>
              <a:srgbClr val="2B6173"/>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t>Evidence</a:t>
              </a:r>
              <a:endParaRPr lang="en-GB" sz="1050"/>
            </a:p>
          </p:txBody>
        </p:sp>
        <p:sp>
          <p:nvSpPr>
            <p:cNvPr id="9" name="Freeform: Shape 8">
              <a:extLst>
                <a:ext uri="{FF2B5EF4-FFF2-40B4-BE49-F238E27FC236}">
                  <a16:creationId xmlns:a16="http://schemas.microsoft.com/office/drawing/2014/main" id="{D74AAFF7-3B4E-335D-932A-D83263D2EEDE}"/>
                </a:ext>
              </a:extLst>
            </p:cNvPr>
            <p:cNvSpPr/>
            <p:nvPr/>
          </p:nvSpPr>
          <p:spPr>
            <a:xfrm>
              <a:off x="9542864" y="382103"/>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661B081D-E8A1-3625-523D-65A805308059}"/>
                </a:ext>
              </a:extLst>
            </p:cNvPr>
            <p:cNvSpPr/>
            <p:nvPr/>
          </p:nvSpPr>
          <p:spPr>
            <a:xfrm rot="11281437">
              <a:off x="9531283" y="917121"/>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C9303A0-C0CC-546B-38DE-155C29D997EC}"/>
                </a:ext>
              </a:extLst>
            </p:cNvPr>
            <p:cNvSpPr/>
            <p:nvPr/>
          </p:nvSpPr>
          <p:spPr>
            <a:xfrm>
              <a:off x="8040153" y="153188"/>
              <a:ext cx="3971825" cy="154226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F204B"/>
                  </a:solidFill>
                  <a:effectLst/>
                  <a:uLnTx/>
                  <a:uFillTx/>
                  <a:latin typeface="Arial"/>
                  <a:ea typeface="+mn-ea"/>
                  <a:cs typeface="+mn-cs"/>
                </a:rPr>
                <a:t>A way of contextualizing requirements, connecting requirements to evidence, and checking compliance  </a:t>
              </a:r>
            </a:p>
          </p:txBody>
        </p:sp>
        <p:grpSp>
          <p:nvGrpSpPr>
            <p:cNvPr id="44" name="Group 43">
              <a:extLst>
                <a:ext uri="{FF2B5EF4-FFF2-40B4-BE49-F238E27FC236}">
                  <a16:creationId xmlns:a16="http://schemas.microsoft.com/office/drawing/2014/main" id="{2533CBDC-D05B-6B55-7660-16F7DC541456}"/>
                </a:ext>
              </a:extLst>
            </p:cNvPr>
            <p:cNvGrpSpPr/>
            <p:nvPr/>
          </p:nvGrpSpPr>
          <p:grpSpPr>
            <a:xfrm>
              <a:off x="9814702" y="571211"/>
              <a:ext cx="350562" cy="349883"/>
              <a:chOff x="2905491" y="3801479"/>
              <a:chExt cx="581120" cy="601744"/>
            </a:xfrm>
          </p:grpSpPr>
          <p:sp>
            <p:nvSpPr>
              <p:cNvPr id="45" name="Oval 44">
                <a:extLst>
                  <a:ext uri="{FF2B5EF4-FFF2-40B4-BE49-F238E27FC236}">
                    <a16:creationId xmlns:a16="http://schemas.microsoft.com/office/drawing/2014/main" id="{C2D7661C-B365-449C-C56F-856958564860}"/>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46" name="Oval 45">
                <a:extLst>
                  <a:ext uri="{FF2B5EF4-FFF2-40B4-BE49-F238E27FC236}">
                    <a16:creationId xmlns:a16="http://schemas.microsoft.com/office/drawing/2014/main" id="{9E346438-9695-EDC0-9C42-79F7A6906FB2}"/>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47" name="Oval 46">
                <a:extLst>
                  <a:ext uri="{FF2B5EF4-FFF2-40B4-BE49-F238E27FC236}">
                    <a16:creationId xmlns:a16="http://schemas.microsoft.com/office/drawing/2014/main" id="{9FEB6DC6-4F56-A3D2-2B76-E672252DC70C}"/>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8" name="Oval 47">
                <a:extLst>
                  <a:ext uri="{FF2B5EF4-FFF2-40B4-BE49-F238E27FC236}">
                    <a16:creationId xmlns:a16="http://schemas.microsoft.com/office/drawing/2014/main" id="{C937B802-3582-18E7-EC70-069A5B725475}"/>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9" name="Oval 48">
                <a:extLst>
                  <a:ext uri="{FF2B5EF4-FFF2-40B4-BE49-F238E27FC236}">
                    <a16:creationId xmlns:a16="http://schemas.microsoft.com/office/drawing/2014/main" id="{04C54D91-31E5-1438-57A2-F997F12175DD}"/>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50" name="Oval 49">
                <a:extLst>
                  <a:ext uri="{FF2B5EF4-FFF2-40B4-BE49-F238E27FC236}">
                    <a16:creationId xmlns:a16="http://schemas.microsoft.com/office/drawing/2014/main" id="{0EA5EEBD-88C7-BBE0-D47F-0379100393E6}"/>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51" name="Oval 50">
                <a:extLst>
                  <a:ext uri="{FF2B5EF4-FFF2-40B4-BE49-F238E27FC236}">
                    <a16:creationId xmlns:a16="http://schemas.microsoft.com/office/drawing/2014/main" id="{956B9ACC-42BA-95E5-8581-0061C0AC61E2}"/>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52" name="Straight Connector 51">
                <a:extLst>
                  <a:ext uri="{FF2B5EF4-FFF2-40B4-BE49-F238E27FC236}">
                    <a16:creationId xmlns:a16="http://schemas.microsoft.com/office/drawing/2014/main" id="{6AFC2858-CA84-93EC-090D-61AC0ADB31C4}"/>
                  </a:ext>
                </a:extLst>
              </p:cNvPr>
              <p:cNvCxnSpPr>
                <a:cxnSpLocks/>
                <a:stCxn id="48" idx="7"/>
                <a:endCxn id="45"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E7385BE-5C20-2B0D-3B56-51EA5EEAF3C9}"/>
                  </a:ext>
                </a:extLst>
              </p:cNvPr>
              <p:cNvCxnSpPr>
                <a:cxnSpLocks/>
                <a:stCxn id="46" idx="3"/>
                <a:endCxn id="45"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06F4542-EB00-0045-9729-B593DF2D7BEF}"/>
                  </a:ext>
                </a:extLst>
              </p:cNvPr>
              <p:cNvCxnSpPr>
                <a:cxnSpLocks/>
                <a:stCxn id="51" idx="6"/>
                <a:endCxn id="46"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3D102D3-64A4-52F3-2733-B1831010014F}"/>
                  </a:ext>
                </a:extLst>
              </p:cNvPr>
              <p:cNvCxnSpPr>
                <a:cxnSpLocks/>
                <a:stCxn id="46"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0D6A779A-9486-B0C4-4320-BCEA9988673A}"/>
                  </a:ext>
                </a:extLst>
              </p:cNvPr>
              <p:cNvCxnSpPr>
                <a:cxnSpLocks/>
                <a:stCxn id="49" idx="0"/>
                <a:endCxn id="50"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3BFB114-F033-D87C-0DC3-753B59498BC0}"/>
                  </a:ext>
                </a:extLst>
              </p:cNvPr>
              <p:cNvCxnSpPr>
                <a:cxnSpLocks/>
                <a:stCxn id="48" idx="1"/>
                <a:endCxn id="49"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082851529"/>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B85B-B751-6ADF-F3C6-848E7DA6C267}"/>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D1B008D4-F743-3665-9826-15429BC5E38D}"/>
              </a:ext>
            </a:extLst>
          </p:cNvPr>
          <p:cNvSpPr txBox="1"/>
          <p:nvPr/>
        </p:nvSpPr>
        <p:spPr>
          <a:xfrm>
            <a:off x="539750" y="1650402"/>
            <a:ext cx="11337758" cy="4385816"/>
          </a:xfrm>
          <a:prstGeom prst="rect">
            <a:avLst/>
          </a:prstGeom>
          <a:noFill/>
        </p:spPr>
        <p:txBody>
          <a:bodyPr wrap="square" lIns="0" tIns="0" rIns="0" bIns="0" rtlCol="0" anchor="t">
            <a:spAutoFit/>
          </a:bodyPr>
          <a:lstStyle/>
          <a:p>
            <a:pPr>
              <a:lnSpc>
                <a:spcPct val="100000"/>
              </a:lnSpc>
              <a:spcBef>
                <a:spcPts val="600"/>
              </a:spcBef>
            </a:pPr>
            <a:r>
              <a:rPr lang="en-GB" sz="1600" b="1">
                <a:solidFill>
                  <a:schemeClr val="accent1"/>
                </a:solidFill>
              </a:rPr>
              <a:t>Where are we now? </a:t>
            </a:r>
            <a:r>
              <a:rPr lang="en-GB" sz="1600">
                <a:solidFill>
                  <a:schemeClr val="accent1"/>
                </a:solidFill>
              </a:rPr>
              <a:t>We are manually connecting actions to components. PoC on technical compliance checking. PoC on connecting actions to components.</a:t>
            </a:r>
            <a:endParaRPr lang="en-GB" sz="1600">
              <a:solidFill>
                <a:schemeClr val="accent1"/>
              </a:solidFill>
              <a:cs typeface="Arial"/>
            </a:endParaRPr>
          </a:p>
          <a:p>
            <a:pPr>
              <a:spcBef>
                <a:spcPts val="600"/>
              </a:spcBef>
            </a:pPr>
            <a:endParaRPr lang="en-GB" sz="1600">
              <a:solidFill>
                <a:schemeClr val="accent1"/>
              </a:solidFill>
            </a:endParaRPr>
          </a:p>
          <a:p>
            <a:pPr>
              <a:spcBef>
                <a:spcPts val="600"/>
              </a:spcBef>
            </a:pPr>
            <a:r>
              <a:rPr lang="en-GB" sz="1600" b="1">
                <a:solidFill>
                  <a:schemeClr val="accent1"/>
                </a:solidFill>
              </a:rPr>
              <a:t>Addressed by which Milestones? </a:t>
            </a:r>
          </a:p>
          <a:p>
            <a:pPr marL="285750" indent="-285750">
              <a:spcBef>
                <a:spcPts val="600"/>
              </a:spcBef>
              <a:buFont typeface="Arial" panose="020B0604020202020204" pitchFamily="34" charset="0"/>
              <a:buChar char="•"/>
            </a:pPr>
            <a:r>
              <a:rPr lang="en-GB" sz="1600">
                <a:solidFill>
                  <a:schemeClr val="accent1"/>
                </a:solidFill>
                <a:cs typeface="Arial"/>
              </a:rPr>
              <a:t>Milestone 2 – </a:t>
            </a:r>
            <a:r>
              <a:rPr lang="nb-NO" sz="1600">
                <a:solidFill>
                  <a:srgbClr val="0F204B"/>
                </a:solidFill>
                <a:latin typeface="Arial" panose="020B0604020202020204" pitchFamily="34" charset="0"/>
              </a:rPr>
              <a:t>Automated checking of document existence (certificates &amp; usermanual) using ontology (Reasoning application #1)</a:t>
            </a:r>
          </a:p>
          <a:p>
            <a:pPr marL="285750" indent="-285750">
              <a:spcBef>
                <a:spcPts val="600"/>
              </a:spcBef>
              <a:buFont typeface="Arial" panose="020B0604020202020204" pitchFamily="34" charset="0"/>
              <a:buChar char="•"/>
            </a:pPr>
            <a:r>
              <a:rPr lang="en-GB" sz="1600">
                <a:solidFill>
                  <a:schemeClr val="accent1"/>
                </a:solidFill>
                <a:cs typeface="Arial"/>
              </a:rPr>
              <a:t>Milestone 4 - </a:t>
            </a:r>
            <a:r>
              <a:rPr lang="en-GB" sz="1600">
                <a:solidFill>
                  <a:schemeClr val="accent1"/>
                </a:solidFill>
              </a:rPr>
              <a:t>Automated linking between actions and the components (Reasoning application #2)</a:t>
            </a:r>
            <a:endParaRPr lang="en-GB" sz="1600" b="1">
              <a:solidFill>
                <a:schemeClr val="accent1"/>
              </a:solidFill>
              <a:cs typeface="Arial"/>
            </a:endParaRPr>
          </a:p>
          <a:p>
            <a:pPr marL="285750" indent="-285750">
              <a:spcBef>
                <a:spcPts val="600"/>
              </a:spcBef>
              <a:buFont typeface="Arial" panose="020B0604020202020204" pitchFamily="34" charset="0"/>
              <a:buChar char="•"/>
            </a:pPr>
            <a:r>
              <a:rPr lang="en-GB" sz="1600">
                <a:solidFill>
                  <a:schemeClr val="accent1"/>
                </a:solidFill>
                <a:cs typeface="Arial"/>
              </a:rPr>
              <a:t>Milestone 5 – </a:t>
            </a:r>
            <a:r>
              <a:rPr lang="en-GB" sz="1600">
                <a:solidFill>
                  <a:schemeClr val="accent1"/>
                </a:solidFill>
              </a:rPr>
              <a:t>Integrate user-generated response into the asset model (Early alpha version of Continuous compliance product)</a:t>
            </a:r>
          </a:p>
          <a:p>
            <a:pPr marL="285750" indent="-285750">
              <a:spcBef>
                <a:spcPts val="600"/>
              </a:spcBef>
              <a:buFont typeface="Arial" panose="020B0604020202020204" pitchFamily="34" charset="0"/>
              <a:buChar char="•"/>
            </a:pPr>
            <a:r>
              <a:rPr lang="nb-NO" sz="1600">
                <a:solidFill>
                  <a:srgbClr val="0F204B"/>
                </a:solidFill>
                <a:cs typeface="Arial"/>
              </a:rPr>
              <a:t>Milestone 7 - </a:t>
            </a:r>
            <a:r>
              <a:rPr lang="en-US" sz="1600">
                <a:solidFill>
                  <a:schemeClr val="accent1"/>
                </a:solidFill>
              </a:rPr>
              <a:t>Implement automated reasoning that links technical requirements to the specific components they apply to, enabling technical‑compliance inference</a:t>
            </a:r>
          </a:p>
          <a:p>
            <a:pPr marL="285750" indent="-285750">
              <a:spcBef>
                <a:spcPts val="600"/>
              </a:spcBef>
              <a:buFont typeface="Arial" panose="020B0604020202020204" pitchFamily="34" charset="0"/>
              <a:buChar char="•"/>
            </a:pPr>
            <a:r>
              <a:rPr lang="en-US" sz="1600">
                <a:solidFill>
                  <a:schemeClr val="accent1"/>
                </a:solidFill>
                <a:ea typeface="+mn-lt"/>
                <a:cs typeface="+mn-lt"/>
              </a:rPr>
              <a:t>Milestone 9 - Deploy and integrate the compliance‑status product into the customer‑facing frontend so customers can view real‑time compliance results based on requirements and available evidence</a:t>
            </a:r>
          </a:p>
          <a:p>
            <a:pPr>
              <a:spcBef>
                <a:spcPts val="600"/>
              </a:spcBef>
            </a:pPr>
            <a:r>
              <a:rPr lang="en-GB" sz="1600" b="1">
                <a:solidFill>
                  <a:schemeClr val="accent1"/>
                </a:solidFill>
                <a:cs typeface="Arial"/>
              </a:rPr>
              <a:t>Learnings: </a:t>
            </a:r>
            <a:r>
              <a:rPr lang="en-GB" sz="1600">
                <a:solidFill>
                  <a:schemeClr val="accent1"/>
                </a:solidFill>
                <a:cs typeface="Arial"/>
              </a:rPr>
              <a:t>No new learnings since we are yet to begin working on this feature.</a:t>
            </a:r>
            <a:endParaRPr lang="en-GB" sz="1600" b="1">
              <a:solidFill>
                <a:schemeClr val="accent1"/>
              </a:solidFill>
              <a:cs typeface="Arial"/>
            </a:endParaRPr>
          </a:p>
          <a:p>
            <a:pPr>
              <a:lnSpc>
                <a:spcPct val="100000"/>
              </a:lnSpc>
              <a:spcBef>
                <a:spcPts val="600"/>
              </a:spcBef>
            </a:pPr>
            <a:endParaRPr lang="en-GB" sz="1600">
              <a:solidFill>
                <a:schemeClr val="accent1"/>
              </a:solidFill>
            </a:endParaRPr>
          </a:p>
        </p:txBody>
      </p:sp>
      <p:sp>
        <p:nvSpPr>
          <p:cNvPr id="3" name="Title 2">
            <a:extLst>
              <a:ext uri="{FF2B5EF4-FFF2-40B4-BE49-F238E27FC236}">
                <a16:creationId xmlns:a16="http://schemas.microsoft.com/office/drawing/2014/main" id="{1DE3BD10-77BE-8EFD-8642-5BFF87AD0AC7}"/>
              </a:ext>
            </a:extLst>
          </p:cNvPr>
          <p:cNvSpPr>
            <a:spLocks noGrp="1"/>
          </p:cNvSpPr>
          <p:nvPr>
            <p:ph type="title"/>
          </p:nvPr>
        </p:nvSpPr>
        <p:spPr>
          <a:xfrm>
            <a:off x="539750" y="345790"/>
            <a:ext cx="7021993" cy="936000"/>
          </a:xfrm>
        </p:spPr>
        <p:txBody>
          <a:bodyPr/>
          <a:lstStyle/>
          <a:p>
            <a:r>
              <a:rPr lang="en-GB"/>
              <a:t>F: Reasoning and Ontology Magic – Current State</a:t>
            </a:r>
          </a:p>
        </p:txBody>
      </p:sp>
      <p:sp>
        <p:nvSpPr>
          <p:cNvPr id="6" name="Slide Number Placeholder 5">
            <a:extLst>
              <a:ext uri="{FF2B5EF4-FFF2-40B4-BE49-F238E27FC236}">
                <a16:creationId xmlns:a16="http://schemas.microsoft.com/office/drawing/2014/main" id="{03DDB0B0-64B5-161A-0289-57F76D7FBE4B}"/>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18</a:t>
            </a:fld>
            <a:endParaRPr lang="en-GB"/>
          </a:p>
        </p:txBody>
      </p:sp>
      <p:grpSp>
        <p:nvGrpSpPr>
          <p:cNvPr id="58" name="Group 57">
            <a:extLst>
              <a:ext uri="{FF2B5EF4-FFF2-40B4-BE49-F238E27FC236}">
                <a16:creationId xmlns:a16="http://schemas.microsoft.com/office/drawing/2014/main" id="{81511480-64A5-092C-AF5B-8AF94194469F}"/>
              </a:ext>
            </a:extLst>
          </p:cNvPr>
          <p:cNvGrpSpPr/>
          <p:nvPr/>
        </p:nvGrpSpPr>
        <p:grpSpPr>
          <a:xfrm>
            <a:off x="7578437" y="153189"/>
            <a:ext cx="4433542" cy="1294612"/>
            <a:chOff x="8040153" y="153188"/>
            <a:chExt cx="3971825" cy="1542261"/>
          </a:xfrm>
        </p:grpSpPr>
        <p:sp>
          <p:nvSpPr>
            <p:cNvPr id="7" name="Rectangle 6">
              <a:extLst>
                <a:ext uri="{FF2B5EF4-FFF2-40B4-BE49-F238E27FC236}">
                  <a16:creationId xmlns:a16="http://schemas.microsoft.com/office/drawing/2014/main" id="{426C3894-55DC-66EC-9374-7BE2F6F75820}"/>
                </a:ext>
              </a:extLst>
            </p:cNvPr>
            <p:cNvSpPr/>
            <p:nvPr/>
          </p:nvSpPr>
          <p:spPr>
            <a:xfrm>
              <a:off x="8384447" y="592312"/>
              <a:ext cx="917392" cy="351235"/>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solidFill>
                    <a:schemeClr val="accent1"/>
                  </a:solidFill>
                </a:rPr>
                <a:t>Requirements</a:t>
              </a:r>
            </a:p>
          </p:txBody>
        </p:sp>
        <p:sp>
          <p:nvSpPr>
            <p:cNvPr id="8" name="Rectangle 7">
              <a:extLst>
                <a:ext uri="{FF2B5EF4-FFF2-40B4-BE49-F238E27FC236}">
                  <a16:creationId xmlns:a16="http://schemas.microsoft.com/office/drawing/2014/main" id="{F6018A85-DF2A-D456-F861-6773190CC77D}"/>
                </a:ext>
              </a:extLst>
            </p:cNvPr>
            <p:cNvSpPr/>
            <p:nvPr/>
          </p:nvSpPr>
          <p:spPr>
            <a:xfrm>
              <a:off x="10750288" y="569860"/>
              <a:ext cx="917392" cy="351234"/>
            </a:xfrm>
            <a:prstGeom prst="rect">
              <a:avLst/>
            </a:prstGeom>
            <a:solidFill>
              <a:srgbClr val="2B6173"/>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a:t>Evidence</a:t>
              </a:r>
              <a:endParaRPr lang="en-GB" sz="1050"/>
            </a:p>
          </p:txBody>
        </p:sp>
        <p:sp>
          <p:nvSpPr>
            <p:cNvPr id="9" name="Freeform: Shape 8">
              <a:extLst>
                <a:ext uri="{FF2B5EF4-FFF2-40B4-BE49-F238E27FC236}">
                  <a16:creationId xmlns:a16="http://schemas.microsoft.com/office/drawing/2014/main" id="{9E64D86C-19C4-DCBD-A4BD-13698FABF828}"/>
                </a:ext>
              </a:extLst>
            </p:cNvPr>
            <p:cNvSpPr/>
            <p:nvPr/>
          </p:nvSpPr>
          <p:spPr>
            <a:xfrm>
              <a:off x="9542864" y="382103"/>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9490483B-9C5B-AD42-122C-A5DC00FB6A93}"/>
                </a:ext>
              </a:extLst>
            </p:cNvPr>
            <p:cNvSpPr/>
            <p:nvPr/>
          </p:nvSpPr>
          <p:spPr>
            <a:xfrm rot="11281437">
              <a:off x="9531283" y="917121"/>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B231F5D2-4A3B-C9A9-8792-A19DAE75B4CA}"/>
                </a:ext>
              </a:extLst>
            </p:cNvPr>
            <p:cNvSpPr/>
            <p:nvPr/>
          </p:nvSpPr>
          <p:spPr>
            <a:xfrm>
              <a:off x="8040153" y="153188"/>
              <a:ext cx="3971825" cy="1542261"/>
            </a:xfrm>
            <a:prstGeom prst="rect">
              <a:avLst/>
            </a:prstGeom>
            <a:noFill/>
            <a:ln w="9525">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en-GB" sz="1000" b="0" i="0" u="none" strike="noStrike" kern="1200" cap="none" spc="0" normalizeH="0" baseline="0" noProof="0">
                  <a:ln>
                    <a:noFill/>
                  </a:ln>
                  <a:solidFill>
                    <a:srgbClr val="0F204B"/>
                  </a:solidFill>
                  <a:effectLst/>
                  <a:uLnTx/>
                  <a:uFillTx/>
                  <a:latin typeface="Arial"/>
                  <a:ea typeface="+mn-ea"/>
                  <a:cs typeface="+mn-cs"/>
                </a:rPr>
                <a:t>A way of contextualizing requirements, connecting requirements to evidence, and checking compliance  </a:t>
              </a:r>
            </a:p>
          </p:txBody>
        </p:sp>
        <p:grpSp>
          <p:nvGrpSpPr>
            <p:cNvPr id="44" name="Group 43">
              <a:extLst>
                <a:ext uri="{FF2B5EF4-FFF2-40B4-BE49-F238E27FC236}">
                  <a16:creationId xmlns:a16="http://schemas.microsoft.com/office/drawing/2014/main" id="{E8546A2B-24D9-9300-EB42-D36F920FCD6F}"/>
                </a:ext>
              </a:extLst>
            </p:cNvPr>
            <p:cNvGrpSpPr/>
            <p:nvPr/>
          </p:nvGrpSpPr>
          <p:grpSpPr>
            <a:xfrm>
              <a:off x="9814702" y="571211"/>
              <a:ext cx="350562" cy="349883"/>
              <a:chOff x="2905491" y="3801479"/>
              <a:chExt cx="581120" cy="601744"/>
            </a:xfrm>
          </p:grpSpPr>
          <p:sp>
            <p:nvSpPr>
              <p:cNvPr id="45" name="Oval 44">
                <a:extLst>
                  <a:ext uri="{FF2B5EF4-FFF2-40B4-BE49-F238E27FC236}">
                    <a16:creationId xmlns:a16="http://schemas.microsoft.com/office/drawing/2014/main" id="{B86F4BFC-1E6D-220F-22C3-284FBA417CA7}"/>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46" name="Oval 45">
                <a:extLst>
                  <a:ext uri="{FF2B5EF4-FFF2-40B4-BE49-F238E27FC236}">
                    <a16:creationId xmlns:a16="http://schemas.microsoft.com/office/drawing/2014/main" id="{7E41C604-D8BD-1C67-7068-D4BCA905DC92}"/>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47" name="Oval 46">
                <a:extLst>
                  <a:ext uri="{FF2B5EF4-FFF2-40B4-BE49-F238E27FC236}">
                    <a16:creationId xmlns:a16="http://schemas.microsoft.com/office/drawing/2014/main" id="{45F71F69-553C-842A-D8EE-FFB38A3D3025}"/>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8" name="Oval 47">
                <a:extLst>
                  <a:ext uri="{FF2B5EF4-FFF2-40B4-BE49-F238E27FC236}">
                    <a16:creationId xmlns:a16="http://schemas.microsoft.com/office/drawing/2014/main" id="{9AE5F53E-45DA-8199-FBD4-5683080F8F9A}"/>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9" name="Oval 48">
                <a:extLst>
                  <a:ext uri="{FF2B5EF4-FFF2-40B4-BE49-F238E27FC236}">
                    <a16:creationId xmlns:a16="http://schemas.microsoft.com/office/drawing/2014/main" id="{73EE5777-2EA5-A15F-9251-0ED4255B2493}"/>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50" name="Oval 49">
                <a:extLst>
                  <a:ext uri="{FF2B5EF4-FFF2-40B4-BE49-F238E27FC236}">
                    <a16:creationId xmlns:a16="http://schemas.microsoft.com/office/drawing/2014/main" id="{A74FFAD7-3169-E148-E9D2-0A0694872A86}"/>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51" name="Oval 50">
                <a:extLst>
                  <a:ext uri="{FF2B5EF4-FFF2-40B4-BE49-F238E27FC236}">
                    <a16:creationId xmlns:a16="http://schemas.microsoft.com/office/drawing/2014/main" id="{5F1C2AB4-EC77-2634-4F05-D6E4D594ADCB}"/>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52" name="Straight Connector 51">
                <a:extLst>
                  <a:ext uri="{FF2B5EF4-FFF2-40B4-BE49-F238E27FC236}">
                    <a16:creationId xmlns:a16="http://schemas.microsoft.com/office/drawing/2014/main" id="{D5FEC9F6-7657-C0B2-AB73-A724FD3549ED}"/>
                  </a:ext>
                </a:extLst>
              </p:cNvPr>
              <p:cNvCxnSpPr>
                <a:cxnSpLocks/>
                <a:stCxn id="48" idx="7"/>
                <a:endCxn id="45"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E12C6374-EDE2-81B5-4134-E4AB0B5D9DF0}"/>
                  </a:ext>
                </a:extLst>
              </p:cNvPr>
              <p:cNvCxnSpPr>
                <a:cxnSpLocks/>
                <a:stCxn id="46" idx="3"/>
                <a:endCxn id="45"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DE6DC15-2DDB-9308-775B-5E75BA1603BA}"/>
                  </a:ext>
                </a:extLst>
              </p:cNvPr>
              <p:cNvCxnSpPr>
                <a:cxnSpLocks/>
                <a:stCxn id="51" idx="6"/>
                <a:endCxn id="46"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226A637-8206-A799-8FD4-5EE306DCA1A7}"/>
                  </a:ext>
                </a:extLst>
              </p:cNvPr>
              <p:cNvCxnSpPr>
                <a:cxnSpLocks/>
                <a:stCxn id="46"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CC58939-8A92-EFE0-C4CF-D101773F1755}"/>
                  </a:ext>
                </a:extLst>
              </p:cNvPr>
              <p:cNvCxnSpPr>
                <a:cxnSpLocks/>
                <a:stCxn id="49" idx="0"/>
                <a:endCxn id="50"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FF4C3D9-A31F-837F-C132-92411536176C}"/>
                  </a:ext>
                </a:extLst>
              </p:cNvPr>
              <p:cNvCxnSpPr>
                <a:cxnSpLocks/>
                <a:stCxn id="48" idx="1"/>
                <a:endCxn id="49"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202486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D6C0A43-8A2C-AAAB-396F-C191823B60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14FA0BA-C8FF-E7D7-373D-49BE24CC456E}"/>
              </a:ext>
            </a:extLst>
          </p:cNvPr>
          <p:cNvSpPr/>
          <p:nvPr/>
        </p:nvSpPr>
        <p:spPr>
          <a:xfrm>
            <a:off x="456308" y="5367874"/>
            <a:ext cx="1310821" cy="923508"/>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a:lnSpc>
                <a:spcPct val="100000"/>
              </a:lnSpc>
              <a:spcBef>
                <a:spcPts val="600"/>
              </a:spcBef>
            </a:pPr>
            <a:r>
              <a:rPr lang="en-GB" sz="1200"/>
              <a:t>Legend:</a:t>
            </a:r>
          </a:p>
        </p:txBody>
      </p:sp>
      <p:sp>
        <p:nvSpPr>
          <p:cNvPr id="2" name="Title 1">
            <a:extLst>
              <a:ext uri="{FF2B5EF4-FFF2-40B4-BE49-F238E27FC236}">
                <a16:creationId xmlns:a16="http://schemas.microsoft.com/office/drawing/2014/main" id="{D24ED84B-6F98-6CA3-457A-BD6CB9707F44}"/>
              </a:ext>
            </a:extLst>
          </p:cNvPr>
          <p:cNvSpPr>
            <a:spLocks noGrp="1"/>
          </p:cNvSpPr>
          <p:nvPr>
            <p:ph type="title"/>
          </p:nvPr>
        </p:nvSpPr>
        <p:spPr>
          <a:xfrm>
            <a:off x="539750" y="539750"/>
            <a:ext cx="6298917" cy="936000"/>
          </a:xfrm>
        </p:spPr>
        <p:txBody>
          <a:bodyPr/>
          <a:lstStyle/>
          <a:p>
            <a:r>
              <a:rPr lang="en-GB"/>
              <a:t>Technical Roadmap Overview</a:t>
            </a:r>
          </a:p>
        </p:txBody>
      </p:sp>
      <p:sp>
        <p:nvSpPr>
          <p:cNvPr id="4" name="Slide Number Placeholder 3">
            <a:extLst>
              <a:ext uri="{FF2B5EF4-FFF2-40B4-BE49-F238E27FC236}">
                <a16:creationId xmlns:a16="http://schemas.microsoft.com/office/drawing/2014/main" id="{B8591E43-BAB3-19EF-B3A1-99E0FF6FC32C}"/>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19</a:t>
            </a:fld>
            <a:endParaRPr lang="en-GB"/>
          </a:p>
        </p:txBody>
      </p:sp>
      <p:cxnSp>
        <p:nvCxnSpPr>
          <p:cNvPr id="5" name="Straight Connector 4">
            <a:extLst>
              <a:ext uri="{FF2B5EF4-FFF2-40B4-BE49-F238E27FC236}">
                <a16:creationId xmlns:a16="http://schemas.microsoft.com/office/drawing/2014/main" id="{3BA2DBFC-83E6-2F8B-5A3A-92969B67C429}"/>
              </a:ext>
            </a:extLst>
          </p:cNvPr>
          <p:cNvCxnSpPr>
            <a:cxnSpLocks/>
          </p:cNvCxnSpPr>
          <p:nvPr/>
        </p:nvCxnSpPr>
        <p:spPr>
          <a:xfrm flipV="1">
            <a:off x="99284" y="3315911"/>
            <a:ext cx="11903102" cy="9960"/>
          </a:xfrm>
          <a:prstGeom prst="line">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12619B05-2792-69BF-274D-00283B1B2DEE}"/>
              </a:ext>
            </a:extLst>
          </p:cNvPr>
          <p:cNvGrpSpPr>
            <a:grpSpLocks/>
          </p:cNvGrpSpPr>
          <p:nvPr/>
        </p:nvGrpSpPr>
        <p:grpSpPr>
          <a:xfrm>
            <a:off x="3937115" y="1727853"/>
            <a:ext cx="1524413" cy="1680369"/>
            <a:chOff x="2125730" y="2210548"/>
            <a:chExt cx="1524413" cy="1680369"/>
          </a:xfrm>
        </p:grpSpPr>
        <p:cxnSp>
          <p:nvCxnSpPr>
            <p:cNvPr id="11" name="Straight Connector 10">
              <a:extLst>
                <a:ext uri="{FF2B5EF4-FFF2-40B4-BE49-F238E27FC236}">
                  <a16:creationId xmlns:a16="http://schemas.microsoft.com/office/drawing/2014/main" id="{D53D2DA2-6919-F630-826D-E25190A40E3B}"/>
                </a:ext>
              </a:extLst>
            </p:cNvPr>
            <p:cNvCxnSpPr>
              <a:cxnSpLocks/>
            </p:cNvCxnSpPr>
            <p:nvPr/>
          </p:nvCxnSpPr>
          <p:spPr>
            <a:xfrm>
              <a:off x="2846969" y="3696954"/>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3F20BBFF-0AB1-9578-630E-1D9E7DD1A880}"/>
                </a:ext>
              </a:extLst>
            </p:cNvPr>
            <p:cNvSpPr txBox="1">
              <a:spLocks/>
            </p:cNvSpPr>
            <p:nvPr/>
          </p:nvSpPr>
          <p:spPr>
            <a:xfrm>
              <a:off x="2125730" y="2210548"/>
              <a:ext cx="1524413" cy="1277273"/>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4</a:t>
              </a:r>
            </a:p>
            <a:p>
              <a:pPr algn="ctr">
                <a:spcBef>
                  <a:spcPts val="600"/>
                </a:spcBef>
              </a:pPr>
              <a:r>
                <a:rPr lang="en-GB" sz="900">
                  <a:solidFill>
                    <a:schemeClr val="accent1"/>
                  </a:solidFill>
                </a:rPr>
                <a:t>Automated linking between actions and the components</a:t>
              </a:r>
              <a:endParaRPr lang="en-GB" sz="900">
                <a:solidFill>
                  <a:schemeClr val="accent1"/>
                </a:solidFill>
                <a:cs typeface="Arial"/>
              </a:endParaRPr>
            </a:p>
            <a:p>
              <a:pPr algn="ctr">
                <a:spcBef>
                  <a:spcPts val="600"/>
                </a:spcBef>
              </a:pPr>
              <a:r>
                <a:rPr lang="en-GB" sz="900">
                  <a:solidFill>
                    <a:schemeClr val="accent1"/>
                  </a:solidFill>
                </a:rPr>
                <a:t>(Reasoning application #2)</a:t>
              </a:r>
              <a:endParaRPr lang="en-GB" sz="900">
                <a:solidFill>
                  <a:schemeClr val="accent1"/>
                </a:solidFill>
                <a:cs typeface="Arial"/>
              </a:endParaRPr>
            </a:p>
            <a:p>
              <a:pPr algn="ctr">
                <a:spcBef>
                  <a:spcPts val="600"/>
                </a:spcBef>
              </a:pPr>
              <a:r>
                <a:rPr lang="en-GB" sz="900">
                  <a:solidFill>
                    <a:schemeClr val="accent1"/>
                  </a:solidFill>
                  <a:cs typeface="Arial"/>
                </a:rPr>
                <a:t>3 checkpoints of Milestone 3</a:t>
              </a:r>
            </a:p>
            <a:p>
              <a:pPr algn="ctr">
                <a:spcBef>
                  <a:spcPts val="600"/>
                </a:spcBef>
              </a:pPr>
              <a:endParaRPr lang="en-GB">
                <a:cs typeface="Arial"/>
              </a:endParaRPr>
            </a:p>
          </p:txBody>
        </p:sp>
      </p:grpSp>
      <p:grpSp>
        <p:nvGrpSpPr>
          <p:cNvPr id="19" name="Group 18">
            <a:extLst>
              <a:ext uri="{FF2B5EF4-FFF2-40B4-BE49-F238E27FC236}">
                <a16:creationId xmlns:a16="http://schemas.microsoft.com/office/drawing/2014/main" id="{5FB0AEB8-E386-EF1C-4812-EA5DCC011488}"/>
              </a:ext>
            </a:extLst>
          </p:cNvPr>
          <p:cNvGrpSpPr/>
          <p:nvPr/>
        </p:nvGrpSpPr>
        <p:grpSpPr>
          <a:xfrm>
            <a:off x="1430988" y="1724899"/>
            <a:ext cx="1524420" cy="1705865"/>
            <a:chOff x="1140481" y="1568425"/>
            <a:chExt cx="1524420" cy="1705865"/>
          </a:xfrm>
        </p:grpSpPr>
        <p:cxnSp>
          <p:nvCxnSpPr>
            <p:cNvPr id="20" name="Straight Connector 19">
              <a:extLst>
                <a:ext uri="{FF2B5EF4-FFF2-40B4-BE49-F238E27FC236}">
                  <a16:creationId xmlns:a16="http://schemas.microsoft.com/office/drawing/2014/main" id="{CDCA746A-E028-C42D-C999-B839660C28A6}"/>
                </a:ext>
              </a:extLst>
            </p:cNvPr>
            <p:cNvCxnSpPr>
              <a:cxnSpLocks/>
            </p:cNvCxnSpPr>
            <p:nvPr/>
          </p:nvCxnSpPr>
          <p:spPr>
            <a:xfrm>
              <a:off x="1902691" y="3080327"/>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6BDBDE07-0A12-9AD8-2607-8024868833CB}"/>
                </a:ext>
              </a:extLst>
            </p:cNvPr>
            <p:cNvSpPr txBox="1"/>
            <p:nvPr/>
          </p:nvSpPr>
          <p:spPr>
            <a:xfrm>
              <a:off x="1140481" y="1568425"/>
              <a:ext cx="1524420" cy="120032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2</a:t>
              </a:r>
            </a:p>
            <a:p>
              <a:pPr algn="ctr">
                <a:spcBef>
                  <a:spcPts val="600"/>
                </a:spcBef>
              </a:pPr>
              <a:r>
                <a:rPr lang="nb-NO" sz="900" kern="1200">
                  <a:solidFill>
                    <a:srgbClr val="0F204B"/>
                  </a:solidFill>
                  <a:effectLst/>
                  <a:latin typeface="Arial"/>
                  <a:cs typeface="Arial"/>
                </a:rPr>
                <a:t>Automated checking of document </a:t>
              </a:r>
              <a:r>
                <a:rPr lang="nb-NO" sz="900">
                  <a:solidFill>
                    <a:srgbClr val="0F204B"/>
                  </a:solidFill>
                  <a:latin typeface="Arial"/>
                  <a:cs typeface="Arial"/>
                </a:rPr>
                <a:t>existence</a:t>
              </a:r>
              <a:r>
                <a:rPr lang="nb-NO" sz="900" kern="1200">
                  <a:solidFill>
                    <a:srgbClr val="0F204B"/>
                  </a:solidFill>
                  <a:effectLst/>
                  <a:latin typeface="Arial"/>
                  <a:cs typeface="Arial"/>
                </a:rPr>
                <a:t> using ontology</a:t>
              </a:r>
              <a:r>
                <a:rPr lang="nb-NO" sz="900">
                  <a:solidFill>
                    <a:srgbClr val="0F204B"/>
                  </a:solidFill>
                  <a:latin typeface="Arial"/>
                  <a:cs typeface="Arial"/>
                </a:rPr>
                <a:t> (certificates &amp; usermanual)</a:t>
              </a:r>
              <a:endParaRPr lang="nb-NO" sz="900" kern="1200">
                <a:solidFill>
                  <a:srgbClr val="0F204B"/>
                </a:solidFill>
                <a:effectLst/>
                <a:latin typeface="Arial"/>
                <a:cs typeface="Arial"/>
              </a:endParaRPr>
            </a:p>
            <a:p>
              <a:pPr marL="0" algn="ctr" rtl="0" eaLnBrk="1" latinLnBrk="0" hangingPunct="1">
                <a:spcBef>
                  <a:spcPts val="600"/>
                </a:spcBef>
                <a:buNone/>
              </a:pPr>
              <a:r>
                <a:rPr lang="nb-NO" sz="900">
                  <a:solidFill>
                    <a:srgbClr val="0F204B"/>
                  </a:solidFill>
                  <a:latin typeface="Arial"/>
                  <a:cs typeface="Arial"/>
                </a:rPr>
                <a:t>(</a:t>
              </a:r>
              <a:r>
                <a:rPr lang="nb-NO" sz="900" err="1">
                  <a:solidFill>
                    <a:srgbClr val="0F204B"/>
                  </a:solidFill>
                  <a:latin typeface="Arial"/>
                  <a:cs typeface="Arial"/>
                </a:rPr>
                <a:t>Reasoning</a:t>
              </a:r>
              <a:r>
                <a:rPr lang="nb-NO" sz="900">
                  <a:solidFill>
                    <a:srgbClr val="0F204B"/>
                  </a:solidFill>
                  <a:latin typeface="Arial"/>
                  <a:cs typeface="Arial"/>
                </a:rPr>
                <a:t> </a:t>
              </a:r>
              <a:r>
                <a:rPr lang="nb-NO" sz="900" err="1">
                  <a:solidFill>
                    <a:srgbClr val="0F204B"/>
                  </a:solidFill>
                  <a:latin typeface="Arial"/>
                  <a:cs typeface="Arial"/>
                </a:rPr>
                <a:t>application</a:t>
              </a:r>
              <a:r>
                <a:rPr lang="nb-NO" sz="900">
                  <a:solidFill>
                    <a:srgbClr val="0F204B"/>
                  </a:solidFill>
                  <a:latin typeface="Arial"/>
                  <a:cs typeface="Arial"/>
                </a:rPr>
                <a:t> #1)</a:t>
              </a:r>
            </a:p>
            <a:p>
              <a:pPr marL="0" algn="ctr" rtl="0" eaLnBrk="1" latinLnBrk="0" hangingPunct="1">
                <a:spcBef>
                  <a:spcPts val="600"/>
                </a:spcBef>
                <a:buNone/>
              </a:pPr>
              <a:r>
                <a:rPr lang="nb-NO" sz="900">
                  <a:solidFill>
                    <a:srgbClr val="0F204B"/>
                  </a:solidFill>
                  <a:effectLst/>
                  <a:latin typeface="Arial"/>
                  <a:cs typeface="Arial"/>
                </a:rPr>
                <a:t>2 </a:t>
              </a:r>
              <a:r>
                <a:rPr lang="nb-NO" sz="900" err="1">
                  <a:solidFill>
                    <a:srgbClr val="0F204B"/>
                  </a:solidFill>
                  <a:effectLst/>
                  <a:latin typeface="Arial"/>
                  <a:cs typeface="Arial"/>
                </a:rPr>
                <a:t>checkpoints</a:t>
              </a:r>
              <a:endParaRPr lang="nb-NO" sz="900" err="1">
                <a:effectLst/>
                <a:latin typeface="Arial"/>
                <a:cs typeface="Arial"/>
              </a:endParaRPr>
            </a:p>
          </p:txBody>
        </p:sp>
      </p:grpSp>
      <p:grpSp>
        <p:nvGrpSpPr>
          <p:cNvPr id="27" name="Group 26">
            <a:extLst>
              <a:ext uri="{FF2B5EF4-FFF2-40B4-BE49-F238E27FC236}">
                <a16:creationId xmlns:a16="http://schemas.microsoft.com/office/drawing/2014/main" id="{9B4C44D1-6846-D7DE-5C68-3DCE41E19CA5}"/>
              </a:ext>
            </a:extLst>
          </p:cNvPr>
          <p:cNvGrpSpPr/>
          <p:nvPr/>
        </p:nvGrpSpPr>
        <p:grpSpPr>
          <a:xfrm>
            <a:off x="7828217" y="3206066"/>
            <a:ext cx="1524419" cy="2169896"/>
            <a:chOff x="8367347" y="1761966"/>
            <a:chExt cx="1524419" cy="2169896"/>
          </a:xfrm>
        </p:grpSpPr>
        <p:cxnSp>
          <p:nvCxnSpPr>
            <p:cNvPr id="14" name="Straight Connector 13">
              <a:extLst>
                <a:ext uri="{FF2B5EF4-FFF2-40B4-BE49-F238E27FC236}">
                  <a16:creationId xmlns:a16="http://schemas.microsoft.com/office/drawing/2014/main" id="{EE784AEC-DE77-9A72-C06D-AD48234C5C83}"/>
                </a:ext>
              </a:extLst>
            </p:cNvPr>
            <p:cNvCxnSpPr>
              <a:cxnSpLocks/>
            </p:cNvCxnSpPr>
            <p:nvPr/>
          </p:nvCxnSpPr>
          <p:spPr>
            <a:xfrm>
              <a:off x="9129557" y="1761966"/>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E9AECE7-7D17-E29F-B483-819926899FC9}"/>
                </a:ext>
              </a:extLst>
            </p:cNvPr>
            <p:cNvSpPr txBox="1"/>
            <p:nvPr/>
          </p:nvSpPr>
          <p:spPr>
            <a:xfrm>
              <a:off x="8367347" y="2039036"/>
              <a:ext cx="1524419" cy="1892826"/>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7</a:t>
              </a:r>
            </a:p>
            <a:p>
              <a:pPr algn="ctr">
                <a:spcBef>
                  <a:spcPts val="600"/>
                </a:spcBef>
              </a:pPr>
              <a:r>
                <a:rPr lang="en-GB" sz="900" b="1">
                  <a:solidFill>
                    <a:schemeClr val="accent1"/>
                  </a:solidFill>
                  <a:cs typeface="Arial"/>
                </a:rPr>
                <a:t>Automated linking between tech </a:t>
              </a:r>
              <a:r>
                <a:rPr lang="en-GB" sz="900" b="1" err="1">
                  <a:solidFill>
                    <a:schemeClr val="accent1"/>
                  </a:solidFill>
                  <a:cs typeface="Arial"/>
                </a:rPr>
                <a:t>reqt</a:t>
              </a:r>
              <a:r>
                <a:rPr lang="en-GB" sz="900" b="1" err="1">
                  <a:solidFill>
                    <a:schemeClr val="accent1"/>
                  </a:solidFill>
                </a:rPr>
                <a:t>s</a:t>
              </a:r>
              <a:r>
                <a:rPr lang="en-GB" sz="900" b="1">
                  <a:solidFill>
                    <a:schemeClr val="accent1"/>
                  </a:solidFill>
                  <a:cs typeface="Arial"/>
                </a:rPr>
                <a:t> to components</a:t>
              </a:r>
              <a:endParaRPr lang="en-GB" sz="900" b="1">
                <a:solidFill>
                  <a:schemeClr val="accent1"/>
                </a:solidFill>
              </a:endParaRPr>
            </a:p>
            <a:p>
              <a:pPr algn="ctr">
                <a:lnSpc>
                  <a:spcPct val="100000"/>
                </a:lnSpc>
                <a:spcBef>
                  <a:spcPts val="600"/>
                </a:spcBef>
              </a:pPr>
              <a:r>
                <a:rPr lang="en-GB" sz="900">
                  <a:solidFill>
                    <a:schemeClr val="accent1"/>
                  </a:solidFill>
                </a:rPr>
                <a:t>An action list extraction agent that automatically extracts procedural requirements/actions from any user manual  with reasonable accuracy (90-95%, measured against golden action lists)</a:t>
              </a:r>
              <a:endParaRPr lang="en-GB" sz="900">
                <a:solidFill>
                  <a:schemeClr val="accent1"/>
                </a:solidFill>
                <a:cs typeface="Arial"/>
              </a:endParaRPr>
            </a:p>
            <a:p>
              <a:pPr algn="ctr">
                <a:spcBef>
                  <a:spcPts val="600"/>
                </a:spcBef>
              </a:pPr>
              <a:r>
                <a:rPr lang="en-GB" sz="900">
                  <a:solidFill>
                    <a:schemeClr val="accent1"/>
                  </a:solidFill>
                  <a:cs typeface="Arial"/>
                </a:rPr>
                <a:t>3checkpoints</a:t>
              </a:r>
            </a:p>
          </p:txBody>
        </p:sp>
      </p:grpSp>
      <p:grpSp>
        <p:nvGrpSpPr>
          <p:cNvPr id="52" name="Group 51">
            <a:extLst>
              <a:ext uri="{FF2B5EF4-FFF2-40B4-BE49-F238E27FC236}">
                <a16:creationId xmlns:a16="http://schemas.microsoft.com/office/drawing/2014/main" id="{4E0C0735-9A8A-0927-98A6-44031001E3D4}"/>
              </a:ext>
            </a:extLst>
          </p:cNvPr>
          <p:cNvGrpSpPr>
            <a:grpSpLocks/>
          </p:cNvGrpSpPr>
          <p:nvPr/>
        </p:nvGrpSpPr>
        <p:grpSpPr>
          <a:xfrm>
            <a:off x="2859405" y="3233717"/>
            <a:ext cx="1303186" cy="1166062"/>
            <a:chOff x="1885300" y="3726840"/>
            <a:chExt cx="1303186" cy="1166062"/>
          </a:xfrm>
        </p:grpSpPr>
        <p:cxnSp>
          <p:nvCxnSpPr>
            <p:cNvPr id="24" name="Straight Connector 23">
              <a:extLst>
                <a:ext uri="{FF2B5EF4-FFF2-40B4-BE49-F238E27FC236}">
                  <a16:creationId xmlns:a16="http://schemas.microsoft.com/office/drawing/2014/main" id="{F83BAC76-4C48-33D9-2E7C-65FCFFB4E2FF}"/>
                </a:ext>
              </a:extLst>
            </p:cNvPr>
            <p:cNvCxnSpPr>
              <a:cxnSpLocks/>
            </p:cNvCxnSpPr>
            <p:nvPr/>
          </p:nvCxnSpPr>
          <p:spPr>
            <a:xfrm>
              <a:off x="2533694" y="3726840"/>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401E99C-C30A-A70D-2B26-53E3EA2F6C17}"/>
                </a:ext>
              </a:extLst>
            </p:cNvPr>
            <p:cNvSpPr txBox="1">
              <a:spLocks/>
            </p:cNvSpPr>
            <p:nvPr/>
          </p:nvSpPr>
          <p:spPr>
            <a:xfrm>
              <a:off x="1885300" y="3984961"/>
              <a:ext cx="1303186" cy="907941"/>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Milestone 3</a:t>
              </a:r>
            </a:p>
            <a:p>
              <a:pPr lvl="0" algn="ctr"/>
              <a:r>
                <a:rPr lang="en-GB" sz="900"/>
                <a:t>Integrate the actions (</a:t>
              </a:r>
              <a:r>
                <a:rPr lang="en-GB" sz="900">
                  <a:solidFill>
                    <a:schemeClr val="accent1"/>
                  </a:solidFill>
                </a:rPr>
                <a:t>procedural requirements) to the asset model</a:t>
              </a:r>
              <a:endParaRPr lang="en-GB" sz="900"/>
            </a:p>
            <a:p>
              <a:pPr algn="ctr">
                <a:lnSpc>
                  <a:spcPct val="100000"/>
                </a:lnSpc>
                <a:spcBef>
                  <a:spcPts val="600"/>
                </a:spcBef>
              </a:pPr>
              <a:r>
                <a:rPr lang="en-GB" sz="900">
                  <a:solidFill>
                    <a:schemeClr val="accent1"/>
                  </a:solidFill>
                </a:rPr>
                <a:t>3 checkpoints</a:t>
              </a:r>
            </a:p>
          </p:txBody>
        </p:sp>
      </p:grpSp>
      <p:grpSp>
        <p:nvGrpSpPr>
          <p:cNvPr id="51" name="Group 50">
            <a:extLst>
              <a:ext uri="{FF2B5EF4-FFF2-40B4-BE49-F238E27FC236}">
                <a16:creationId xmlns:a16="http://schemas.microsoft.com/office/drawing/2014/main" id="{9476283A-995D-B016-CF47-73268C07D3B2}"/>
              </a:ext>
            </a:extLst>
          </p:cNvPr>
          <p:cNvGrpSpPr/>
          <p:nvPr/>
        </p:nvGrpSpPr>
        <p:grpSpPr>
          <a:xfrm>
            <a:off x="9034738" y="1535600"/>
            <a:ext cx="1874327" cy="1881630"/>
            <a:chOff x="939235" y="4024192"/>
            <a:chExt cx="1874327" cy="1881630"/>
          </a:xfrm>
        </p:grpSpPr>
        <p:cxnSp>
          <p:nvCxnSpPr>
            <p:cNvPr id="53" name="Straight Connector 52">
              <a:extLst>
                <a:ext uri="{FF2B5EF4-FFF2-40B4-BE49-F238E27FC236}">
                  <a16:creationId xmlns:a16="http://schemas.microsoft.com/office/drawing/2014/main" id="{997FD431-0FCF-51E9-BF9D-C64F011E0CB4}"/>
                </a:ext>
              </a:extLst>
            </p:cNvPr>
            <p:cNvCxnSpPr>
              <a:cxnSpLocks/>
            </p:cNvCxnSpPr>
            <p:nvPr/>
          </p:nvCxnSpPr>
          <p:spPr>
            <a:xfrm>
              <a:off x="1903299" y="5711859"/>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E71E1C1E-73DC-472D-6F76-47A5F5E87722}"/>
                </a:ext>
              </a:extLst>
            </p:cNvPr>
            <p:cNvSpPr txBox="1"/>
            <p:nvPr/>
          </p:nvSpPr>
          <p:spPr>
            <a:xfrm>
              <a:off x="939235" y="4024192"/>
              <a:ext cx="1874327" cy="147732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8</a:t>
              </a:r>
              <a:endParaRPr lang="nb-NO" sz="900">
                <a:solidFill>
                  <a:schemeClr val="accent1"/>
                </a:solidFill>
              </a:endParaRPr>
            </a:p>
            <a:p>
              <a:pPr algn="ctr">
                <a:spcBef>
                  <a:spcPts val="600"/>
                </a:spcBef>
              </a:pPr>
              <a:r>
                <a:rPr lang="en-GB" sz="900" b="1">
                  <a:solidFill>
                    <a:schemeClr val="accent1"/>
                  </a:solidFill>
                  <a:ea typeface="+mn-lt"/>
                  <a:cs typeface="+mn-lt"/>
                </a:rPr>
                <a:t>Automation</a:t>
              </a:r>
            </a:p>
            <a:p>
              <a:pPr algn="ctr">
                <a:spcBef>
                  <a:spcPts val="600"/>
                </a:spcBef>
              </a:pPr>
              <a:r>
                <a:rPr lang="en-GB" sz="900">
                  <a:solidFill>
                    <a:schemeClr val="accent1"/>
                  </a:solidFill>
                  <a:ea typeface="+mn-lt"/>
                  <a:cs typeface="+mn-lt"/>
                </a:rPr>
                <a:t>An extraction agent that automatically extracts technical requirements from any design document with reasonable accuracy (90-95%, measured against golden data)</a:t>
              </a:r>
              <a:endParaRPr lang="en-GB">
                <a:solidFill>
                  <a:schemeClr val="accent1"/>
                </a:solidFill>
              </a:endParaRPr>
            </a:p>
            <a:p>
              <a:pPr algn="ctr">
                <a:spcBef>
                  <a:spcPts val="600"/>
                </a:spcBef>
              </a:pPr>
              <a:r>
                <a:rPr lang="en-GB" sz="900">
                  <a:solidFill>
                    <a:schemeClr val="accent1"/>
                  </a:solidFill>
                  <a:cs typeface="Arial"/>
                </a:rPr>
                <a:t>4 checkpoints</a:t>
              </a:r>
            </a:p>
          </p:txBody>
        </p:sp>
      </p:grpSp>
      <p:sp>
        <p:nvSpPr>
          <p:cNvPr id="7" name="TextBox 6">
            <a:extLst>
              <a:ext uri="{FF2B5EF4-FFF2-40B4-BE49-F238E27FC236}">
                <a16:creationId xmlns:a16="http://schemas.microsoft.com/office/drawing/2014/main" id="{CFED92C9-9E9A-DB15-DCA9-9D22197F4F4B}"/>
              </a:ext>
            </a:extLst>
          </p:cNvPr>
          <p:cNvSpPr txBox="1">
            <a:spLocks/>
          </p:cNvSpPr>
          <p:nvPr/>
        </p:nvSpPr>
        <p:spPr>
          <a:xfrm>
            <a:off x="10118297" y="5558367"/>
            <a:ext cx="1901334" cy="769441"/>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Milestone</a:t>
            </a:r>
          </a:p>
          <a:p>
            <a:pPr algn="ctr">
              <a:lnSpc>
                <a:spcPct val="100000"/>
              </a:lnSpc>
              <a:spcBef>
                <a:spcPts val="600"/>
              </a:spcBef>
            </a:pPr>
            <a:r>
              <a:rPr lang="en-GB" sz="900">
                <a:solidFill>
                  <a:schemeClr val="accent1"/>
                </a:solidFill>
              </a:rPr>
              <a:t>Internal frontend that can aid with visualizing site model and is accessible to the SMEs for verification</a:t>
            </a:r>
          </a:p>
        </p:txBody>
      </p:sp>
      <p:grpSp>
        <p:nvGrpSpPr>
          <p:cNvPr id="8" name="Group 7">
            <a:extLst>
              <a:ext uri="{FF2B5EF4-FFF2-40B4-BE49-F238E27FC236}">
                <a16:creationId xmlns:a16="http://schemas.microsoft.com/office/drawing/2014/main" id="{5E8C7FB5-A6CB-C5E2-E8B3-05A6152BF2F3}"/>
              </a:ext>
            </a:extLst>
          </p:cNvPr>
          <p:cNvGrpSpPr/>
          <p:nvPr/>
        </p:nvGrpSpPr>
        <p:grpSpPr>
          <a:xfrm>
            <a:off x="6579372" y="1724838"/>
            <a:ext cx="1315991" cy="1696076"/>
            <a:chOff x="1224835" y="1578214"/>
            <a:chExt cx="1315991" cy="1696076"/>
          </a:xfrm>
        </p:grpSpPr>
        <p:cxnSp>
          <p:nvCxnSpPr>
            <p:cNvPr id="9" name="Straight Connector 8">
              <a:extLst>
                <a:ext uri="{FF2B5EF4-FFF2-40B4-BE49-F238E27FC236}">
                  <a16:creationId xmlns:a16="http://schemas.microsoft.com/office/drawing/2014/main" id="{218D61A2-C7F1-2BE5-1116-38280AD7FA9A}"/>
                </a:ext>
              </a:extLst>
            </p:cNvPr>
            <p:cNvCxnSpPr>
              <a:cxnSpLocks/>
            </p:cNvCxnSpPr>
            <p:nvPr/>
          </p:nvCxnSpPr>
          <p:spPr>
            <a:xfrm>
              <a:off x="1902691" y="3080327"/>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8F08608-BC85-92D3-F7F9-6AABF3ABB43F}"/>
                </a:ext>
              </a:extLst>
            </p:cNvPr>
            <p:cNvSpPr txBox="1"/>
            <p:nvPr/>
          </p:nvSpPr>
          <p:spPr>
            <a:xfrm>
              <a:off x="1224835" y="1578214"/>
              <a:ext cx="1315991" cy="120032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6</a:t>
              </a:r>
            </a:p>
            <a:p>
              <a:pPr algn="ctr">
                <a:lnSpc>
                  <a:spcPct val="100000"/>
                </a:lnSpc>
                <a:spcBef>
                  <a:spcPts val="600"/>
                </a:spcBef>
              </a:pPr>
              <a:r>
                <a:rPr lang="en-GB" sz="900">
                  <a:solidFill>
                    <a:schemeClr val="accent1"/>
                  </a:solidFill>
                </a:rPr>
                <a:t>An ontology-guided certificate extraction agent</a:t>
              </a:r>
            </a:p>
            <a:p>
              <a:pPr algn="ctr">
                <a:spcBef>
                  <a:spcPts val="600"/>
                </a:spcBef>
              </a:pPr>
              <a:r>
                <a:rPr lang="en-GB" sz="900" b="1">
                  <a:solidFill>
                    <a:schemeClr val="accent1"/>
                  </a:solidFill>
                  <a:cs typeface="Arial"/>
                </a:rPr>
                <a:t>Formulate tech </a:t>
              </a:r>
              <a:r>
                <a:rPr lang="en-GB" sz="900" b="1" err="1">
                  <a:solidFill>
                    <a:schemeClr val="accent1"/>
                  </a:solidFill>
                  <a:cs typeface="Arial"/>
                </a:rPr>
                <a:t>reqts</a:t>
              </a:r>
              <a:r>
                <a:rPr lang="en-GB" sz="900" b="1">
                  <a:solidFill>
                    <a:schemeClr val="accent1"/>
                  </a:solidFill>
                  <a:cs typeface="Arial"/>
                </a:rPr>
                <a:t> from mooring report</a:t>
              </a:r>
            </a:p>
            <a:p>
              <a:pPr algn="ctr">
                <a:spcBef>
                  <a:spcPts val="600"/>
                </a:spcBef>
              </a:pPr>
              <a:r>
                <a:rPr lang="en-GB" sz="900">
                  <a:solidFill>
                    <a:schemeClr val="accent1"/>
                  </a:solidFill>
                  <a:cs typeface="Arial"/>
                </a:rPr>
                <a:t>2 checkpoints</a:t>
              </a:r>
            </a:p>
          </p:txBody>
        </p:sp>
      </p:grpSp>
      <p:grpSp>
        <p:nvGrpSpPr>
          <p:cNvPr id="38" name="Group 37">
            <a:extLst>
              <a:ext uri="{FF2B5EF4-FFF2-40B4-BE49-F238E27FC236}">
                <a16:creationId xmlns:a16="http://schemas.microsoft.com/office/drawing/2014/main" id="{96CD2593-C365-D66D-6E83-C56F5A343DB0}"/>
              </a:ext>
            </a:extLst>
          </p:cNvPr>
          <p:cNvGrpSpPr/>
          <p:nvPr/>
        </p:nvGrpSpPr>
        <p:grpSpPr>
          <a:xfrm>
            <a:off x="5245894" y="3234893"/>
            <a:ext cx="1524420" cy="960150"/>
            <a:chOff x="1180240" y="3080327"/>
            <a:chExt cx="1524420" cy="960150"/>
          </a:xfrm>
        </p:grpSpPr>
        <p:cxnSp>
          <p:nvCxnSpPr>
            <p:cNvPr id="39" name="Straight Connector 38">
              <a:extLst>
                <a:ext uri="{FF2B5EF4-FFF2-40B4-BE49-F238E27FC236}">
                  <a16:creationId xmlns:a16="http://schemas.microsoft.com/office/drawing/2014/main" id="{B9C524AF-3E68-9B30-102F-60A32B3E1110}"/>
                </a:ext>
              </a:extLst>
            </p:cNvPr>
            <p:cNvCxnSpPr>
              <a:cxnSpLocks/>
            </p:cNvCxnSpPr>
            <p:nvPr/>
          </p:nvCxnSpPr>
          <p:spPr>
            <a:xfrm>
              <a:off x="1902691" y="3080327"/>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11E34F45-C6B2-6053-CB81-314B99ADA946}"/>
                </a:ext>
              </a:extLst>
            </p:cNvPr>
            <p:cNvSpPr txBox="1"/>
            <p:nvPr/>
          </p:nvSpPr>
          <p:spPr>
            <a:xfrm>
              <a:off x="1180240" y="3332591"/>
              <a:ext cx="1524420" cy="707886"/>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5</a:t>
              </a:r>
            </a:p>
            <a:p>
              <a:pPr algn="ctr">
                <a:spcBef>
                  <a:spcPts val="600"/>
                </a:spcBef>
              </a:pPr>
              <a:r>
                <a:rPr lang="en-GB" sz="900">
                  <a:solidFill>
                    <a:schemeClr val="accent1"/>
                  </a:solidFill>
                </a:rPr>
                <a:t>Integration of user-generated response to the asset model</a:t>
              </a:r>
              <a:endParaRPr lang="en-GB" sz="900">
                <a:solidFill>
                  <a:schemeClr val="accent1"/>
                </a:solidFill>
                <a:cs typeface="Arial"/>
              </a:endParaRPr>
            </a:p>
            <a:p>
              <a:pPr algn="ctr">
                <a:spcBef>
                  <a:spcPts val="600"/>
                </a:spcBef>
              </a:pPr>
              <a:r>
                <a:rPr lang="en-GB" sz="900">
                  <a:solidFill>
                    <a:schemeClr val="accent1"/>
                  </a:solidFill>
                  <a:cs typeface="Arial"/>
                </a:rPr>
                <a:t>2checkpoint</a:t>
              </a:r>
            </a:p>
          </p:txBody>
        </p:sp>
      </p:grpSp>
      <p:grpSp>
        <p:nvGrpSpPr>
          <p:cNvPr id="17" name="Group 16">
            <a:extLst>
              <a:ext uri="{FF2B5EF4-FFF2-40B4-BE49-F238E27FC236}">
                <a16:creationId xmlns:a16="http://schemas.microsoft.com/office/drawing/2014/main" id="{96CC01A6-3D02-90BB-6E28-9F4B59326CAA}"/>
              </a:ext>
            </a:extLst>
          </p:cNvPr>
          <p:cNvGrpSpPr/>
          <p:nvPr/>
        </p:nvGrpSpPr>
        <p:grpSpPr>
          <a:xfrm>
            <a:off x="101525" y="3230760"/>
            <a:ext cx="1665604" cy="1491634"/>
            <a:chOff x="1324966" y="2093642"/>
            <a:chExt cx="1665604" cy="1491634"/>
          </a:xfrm>
        </p:grpSpPr>
        <p:cxnSp>
          <p:nvCxnSpPr>
            <p:cNvPr id="15" name="Straight Connector 14">
              <a:extLst>
                <a:ext uri="{FF2B5EF4-FFF2-40B4-BE49-F238E27FC236}">
                  <a16:creationId xmlns:a16="http://schemas.microsoft.com/office/drawing/2014/main" id="{7033AD6B-2031-9EA3-DB65-090DFDB1D225}"/>
                </a:ext>
              </a:extLst>
            </p:cNvPr>
            <p:cNvCxnSpPr>
              <a:cxnSpLocks/>
            </p:cNvCxnSpPr>
            <p:nvPr/>
          </p:nvCxnSpPr>
          <p:spPr>
            <a:xfrm>
              <a:off x="2128089" y="2093642"/>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AD343EF6-190E-E829-70A0-A1A69D26643A}"/>
                </a:ext>
              </a:extLst>
            </p:cNvPr>
            <p:cNvSpPr txBox="1">
              <a:spLocks noGrp="1" noRot="1" noMove="1" noResize="1" noEditPoints="1" noAdjustHandles="1" noChangeArrowheads="1" noChangeShapeType="1"/>
            </p:cNvSpPr>
            <p:nvPr/>
          </p:nvSpPr>
          <p:spPr>
            <a:xfrm>
              <a:off x="1324966" y="2323392"/>
              <a:ext cx="1665604" cy="1261884"/>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1</a:t>
              </a:r>
            </a:p>
            <a:p>
              <a:pPr algn="ctr">
                <a:lnSpc>
                  <a:spcPct val="100000"/>
                </a:lnSpc>
                <a:spcBef>
                  <a:spcPts val="600"/>
                </a:spcBef>
              </a:pPr>
              <a:r>
                <a:rPr lang="en-GB" sz="900">
                  <a:solidFill>
                    <a:schemeClr val="accent1"/>
                  </a:solidFill>
                </a:rPr>
                <a:t>An automated and integrated system for site model creation running on the cloud that is triggered either manually or automatically upon upload of new files to DWB</a:t>
              </a:r>
              <a:endParaRPr lang="en-GB" sz="900">
                <a:solidFill>
                  <a:schemeClr val="accent1"/>
                </a:solidFill>
                <a:cs typeface="Arial"/>
              </a:endParaRPr>
            </a:p>
            <a:p>
              <a:pPr algn="ctr">
                <a:spcBef>
                  <a:spcPts val="600"/>
                </a:spcBef>
              </a:pPr>
              <a:r>
                <a:rPr lang="en-GB" sz="900">
                  <a:solidFill>
                    <a:schemeClr val="accent1"/>
                  </a:solidFill>
                  <a:cs typeface="Arial"/>
                </a:rPr>
                <a:t>6 checkpoints</a:t>
              </a:r>
            </a:p>
          </p:txBody>
        </p:sp>
      </p:grpSp>
      <p:sp>
        <p:nvSpPr>
          <p:cNvPr id="18" name="TextBox 17">
            <a:extLst>
              <a:ext uri="{FF2B5EF4-FFF2-40B4-BE49-F238E27FC236}">
                <a16:creationId xmlns:a16="http://schemas.microsoft.com/office/drawing/2014/main" id="{A2B801E2-5573-7438-34B7-42A1FF4F8AEA}"/>
              </a:ext>
            </a:extLst>
          </p:cNvPr>
          <p:cNvSpPr txBox="1"/>
          <p:nvPr/>
        </p:nvSpPr>
        <p:spPr>
          <a:xfrm>
            <a:off x="537883" y="3065930"/>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20.02.2026</a:t>
            </a:r>
            <a:endParaRPr lang="en-GB" sz="1100">
              <a:solidFill>
                <a:schemeClr val="accent1"/>
              </a:solidFill>
            </a:endParaRPr>
          </a:p>
        </p:txBody>
      </p:sp>
      <p:sp>
        <p:nvSpPr>
          <p:cNvPr id="31" name="TextBox 30">
            <a:extLst>
              <a:ext uri="{FF2B5EF4-FFF2-40B4-BE49-F238E27FC236}">
                <a16:creationId xmlns:a16="http://schemas.microsoft.com/office/drawing/2014/main" id="{77AAA473-0A2C-CDBF-D74B-201A39C7FE82}"/>
              </a:ext>
            </a:extLst>
          </p:cNvPr>
          <p:cNvSpPr txBox="1"/>
          <p:nvPr/>
        </p:nvSpPr>
        <p:spPr>
          <a:xfrm>
            <a:off x="1810871" y="305696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10.03.2026</a:t>
            </a:r>
            <a:endParaRPr lang="en-GB" sz="1100">
              <a:solidFill>
                <a:schemeClr val="accent1"/>
              </a:solidFill>
            </a:endParaRPr>
          </a:p>
        </p:txBody>
      </p:sp>
      <p:sp>
        <p:nvSpPr>
          <p:cNvPr id="32" name="TextBox 31">
            <a:extLst>
              <a:ext uri="{FF2B5EF4-FFF2-40B4-BE49-F238E27FC236}">
                <a16:creationId xmlns:a16="http://schemas.microsoft.com/office/drawing/2014/main" id="{CD3622E2-CF2E-99D9-BE33-39DFEB6FA2A5}"/>
              </a:ext>
            </a:extLst>
          </p:cNvPr>
          <p:cNvSpPr txBox="1"/>
          <p:nvPr/>
        </p:nvSpPr>
        <p:spPr>
          <a:xfrm>
            <a:off x="3128682"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10.04.2026</a:t>
            </a:r>
            <a:endParaRPr lang="en-GB" sz="1100">
              <a:solidFill>
                <a:schemeClr val="accent1"/>
              </a:solidFill>
            </a:endParaRPr>
          </a:p>
        </p:txBody>
      </p:sp>
      <p:sp>
        <p:nvSpPr>
          <p:cNvPr id="34" name="TextBox 33">
            <a:extLst>
              <a:ext uri="{FF2B5EF4-FFF2-40B4-BE49-F238E27FC236}">
                <a16:creationId xmlns:a16="http://schemas.microsoft.com/office/drawing/2014/main" id="{E7AD755C-2830-FEF0-CFAF-2249941AFB5C}"/>
              </a:ext>
            </a:extLst>
          </p:cNvPr>
          <p:cNvSpPr txBox="1"/>
          <p:nvPr/>
        </p:nvSpPr>
        <p:spPr>
          <a:xfrm>
            <a:off x="4341583"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30.04.2026</a:t>
            </a:r>
            <a:endParaRPr lang="en-GB" sz="1100">
              <a:solidFill>
                <a:schemeClr val="accent1"/>
              </a:solidFill>
            </a:endParaRPr>
          </a:p>
        </p:txBody>
      </p:sp>
      <p:sp>
        <p:nvSpPr>
          <p:cNvPr id="36" name="TextBox 35">
            <a:extLst>
              <a:ext uri="{FF2B5EF4-FFF2-40B4-BE49-F238E27FC236}">
                <a16:creationId xmlns:a16="http://schemas.microsoft.com/office/drawing/2014/main" id="{036077C2-CB10-913D-F218-806CF93BCD4F}"/>
              </a:ext>
            </a:extLst>
          </p:cNvPr>
          <p:cNvSpPr txBox="1"/>
          <p:nvPr/>
        </p:nvSpPr>
        <p:spPr>
          <a:xfrm>
            <a:off x="5619537"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31.05.2026</a:t>
            </a:r>
            <a:endParaRPr lang="en-GB" sz="1100">
              <a:solidFill>
                <a:schemeClr val="accent1"/>
              </a:solidFill>
            </a:endParaRPr>
          </a:p>
        </p:txBody>
      </p:sp>
      <p:sp>
        <p:nvSpPr>
          <p:cNvPr id="37" name="TextBox 36">
            <a:extLst>
              <a:ext uri="{FF2B5EF4-FFF2-40B4-BE49-F238E27FC236}">
                <a16:creationId xmlns:a16="http://schemas.microsoft.com/office/drawing/2014/main" id="{A2B48637-7A91-C735-3149-120F00B53C7D}"/>
              </a:ext>
            </a:extLst>
          </p:cNvPr>
          <p:cNvSpPr txBox="1"/>
          <p:nvPr/>
        </p:nvSpPr>
        <p:spPr>
          <a:xfrm>
            <a:off x="6920753"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30.06.2026</a:t>
            </a:r>
            <a:endParaRPr lang="en-GB" sz="1100" err="1">
              <a:solidFill>
                <a:schemeClr val="accent1"/>
              </a:solidFill>
            </a:endParaRPr>
          </a:p>
        </p:txBody>
      </p:sp>
      <p:sp>
        <p:nvSpPr>
          <p:cNvPr id="42" name="TextBox 41">
            <a:extLst>
              <a:ext uri="{FF2B5EF4-FFF2-40B4-BE49-F238E27FC236}">
                <a16:creationId xmlns:a16="http://schemas.microsoft.com/office/drawing/2014/main" id="{419799A8-9DA8-2704-7BBA-DCC71BA44547}"/>
              </a:ext>
            </a:extLst>
          </p:cNvPr>
          <p:cNvSpPr txBox="1"/>
          <p:nvPr/>
        </p:nvSpPr>
        <p:spPr>
          <a:xfrm>
            <a:off x="8211670" y="3030841"/>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30.08.2026</a:t>
            </a:r>
          </a:p>
        </p:txBody>
      </p:sp>
      <p:sp>
        <p:nvSpPr>
          <p:cNvPr id="43" name="TextBox 42">
            <a:extLst>
              <a:ext uri="{FF2B5EF4-FFF2-40B4-BE49-F238E27FC236}">
                <a16:creationId xmlns:a16="http://schemas.microsoft.com/office/drawing/2014/main" id="{0076B9B3-EA4C-50C4-5BE4-66F81774DFA3}"/>
              </a:ext>
            </a:extLst>
          </p:cNvPr>
          <p:cNvSpPr txBox="1"/>
          <p:nvPr/>
        </p:nvSpPr>
        <p:spPr>
          <a:xfrm>
            <a:off x="9590902"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31.10.2026</a:t>
            </a:r>
            <a:endParaRPr lang="en-GB" sz="1100">
              <a:solidFill>
                <a:schemeClr val="accent1"/>
              </a:solidFill>
            </a:endParaRPr>
          </a:p>
        </p:txBody>
      </p:sp>
      <p:sp>
        <p:nvSpPr>
          <p:cNvPr id="6" name="Flowchart: Connector 5">
            <a:extLst>
              <a:ext uri="{FF2B5EF4-FFF2-40B4-BE49-F238E27FC236}">
                <a16:creationId xmlns:a16="http://schemas.microsoft.com/office/drawing/2014/main" id="{53583864-509D-53BE-6A56-9306197376C1}"/>
              </a:ext>
            </a:extLst>
          </p:cNvPr>
          <p:cNvSpPr/>
          <p:nvPr/>
        </p:nvSpPr>
        <p:spPr>
          <a:xfrm>
            <a:off x="429958" y="3447491"/>
            <a:ext cx="176167" cy="169277"/>
          </a:xfrm>
          <a:prstGeom prst="flowChartConnector">
            <a:avLst/>
          </a:prstGeom>
          <a:solidFill>
            <a:srgbClr val="FFF377"/>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3" name="Flowchart: Connector 22">
            <a:extLst>
              <a:ext uri="{FF2B5EF4-FFF2-40B4-BE49-F238E27FC236}">
                <a16:creationId xmlns:a16="http://schemas.microsoft.com/office/drawing/2014/main" id="{D9C1710D-FCEF-0602-6E7D-52D9DF349296}"/>
              </a:ext>
            </a:extLst>
          </p:cNvPr>
          <p:cNvSpPr/>
          <p:nvPr/>
        </p:nvSpPr>
        <p:spPr>
          <a:xfrm>
            <a:off x="515933" y="5625643"/>
            <a:ext cx="176167" cy="169277"/>
          </a:xfrm>
          <a:prstGeom prst="flowChartConnector">
            <a:avLst/>
          </a:prstGeom>
          <a:solidFill>
            <a:srgbClr val="FFF377"/>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5" name="Flowchart: Connector 24">
            <a:extLst>
              <a:ext uri="{FF2B5EF4-FFF2-40B4-BE49-F238E27FC236}">
                <a16:creationId xmlns:a16="http://schemas.microsoft.com/office/drawing/2014/main" id="{D4646220-4FDF-9CF7-C0B7-3D100C07A4AC}"/>
              </a:ext>
            </a:extLst>
          </p:cNvPr>
          <p:cNvSpPr/>
          <p:nvPr/>
        </p:nvSpPr>
        <p:spPr>
          <a:xfrm>
            <a:off x="515933" y="5843921"/>
            <a:ext cx="176167" cy="169277"/>
          </a:xfrm>
          <a:prstGeom prst="flowChartConnector">
            <a:avLst/>
          </a:prstGeom>
          <a:solidFill>
            <a:schemeClr val="accent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8" name="Flowchart: Connector 27">
            <a:extLst>
              <a:ext uri="{FF2B5EF4-FFF2-40B4-BE49-F238E27FC236}">
                <a16:creationId xmlns:a16="http://schemas.microsoft.com/office/drawing/2014/main" id="{7132EAF4-B26A-7FF9-F2B6-AD0B85144293}"/>
              </a:ext>
            </a:extLst>
          </p:cNvPr>
          <p:cNvSpPr/>
          <p:nvPr/>
        </p:nvSpPr>
        <p:spPr>
          <a:xfrm>
            <a:off x="515933" y="6062199"/>
            <a:ext cx="176167" cy="169277"/>
          </a:xfrm>
          <a:prstGeom prst="flowChartConnector">
            <a:avLst/>
          </a:prstGeom>
          <a:solidFill>
            <a:srgbClr val="FF0000"/>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9" name="TextBox 28">
            <a:extLst>
              <a:ext uri="{FF2B5EF4-FFF2-40B4-BE49-F238E27FC236}">
                <a16:creationId xmlns:a16="http://schemas.microsoft.com/office/drawing/2014/main" id="{C3DF2B45-7700-09B0-BE24-B887A21E13C5}"/>
              </a:ext>
            </a:extLst>
          </p:cNvPr>
          <p:cNvSpPr txBox="1"/>
          <p:nvPr/>
        </p:nvSpPr>
        <p:spPr>
          <a:xfrm>
            <a:off x="771798" y="5643865"/>
            <a:ext cx="1245766" cy="569387"/>
          </a:xfrm>
          <a:prstGeom prst="rect">
            <a:avLst/>
          </a:prstGeom>
          <a:noFill/>
        </p:spPr>
        <p:txBody>
          <a:bodyPr wrap="square" lIns="0" tIns="0" rIns="0" bIns="0" rtlCol="0">
            <a:spAutoFit/>
          </a:bodyPr>
          <a:lstStyle/>
          <a:p>
            <a:pPr algn="l">
              <a:lnSpc>
                <a:spcPct val="100000"/>
              </a:lnSpc>
              <a:spcBef>
                <a:spcPts val="600"/>
              </a:spcBef>
            </a:pPr>
            <a:r>
              <a:rPr lang="en-GB" sz="900">
                <a:solidFill>
                  <a:schemeClr val="accent1"/>
                </a:solidFill>
              </a:rPr>
              <a:t>Ongoing</a:t>
            </a:r>
          </a:p>
          <a:p>
            <a:pPr algn="l">
              <a:lnSpc>
                <a:spcPct val="100000"/>
              </a:lnSpc>
              <a:spcBef>
                <a:spcPts val="600"/>
              </a:spcBef>
            </a:pPr>
            <a:r>
              <a:rPr lang="en-GB" sz="900">
                <a:solidFill>
                  <a:schemeClr val="accent1"/>
                </a:solidFill>
              </a:rPr>
              <a:t>Completed</a:t>
            </a:r>
          </a:p>
          <a:p>
            <a:pPr algn="l">
              <a:lnSpc>
                <a:spcPct val="100000"/>
              </a:lnSpc>
              <a:spcBef>
                <a:spcPts val="600"/>
              </a:spcBef>
            </a:pPr>
            <a:r>
              <a:rPr lang="en-GB" sz="900">
                <a:solidFill>
                  <a:schemeClr val="accent1"/>
                </a:solidFill>
              </a:rPr>
              <a:t>Irrelevant</a:t>
            </a:r>
          </a:p>
        </p:txBody>
      </p:sp>
      <p:sp>
        <p:nvSpPr>
          <p:cNvPr id="33" name="Flowchart: Connector 32">
            <a:extLst>
              <a:ext uri="{FF2B5EF4-FFF2-40B4-BE49-F238E27FC236}">
                <a16:creationId xmlns:a16="http://schemas.microsoft.com/office/drawing/2014/main" id="{8B23C38A-788E-9CE7-53AF-3966C4D44C38}"/>
              </a:ext>
            </a:extLst>
          </p:cNvPr>
          <p:cNvSpPr/>
          <p:nvPr/>
        </p:nvSpPr>
        <p:spPr>
          <a:xfrm>
            <a:off x="10532524" y="5558367"/>
            <a:ext cx="176167" cy="169277"/>
          </a:xfrm>
          <a:prstGeom prst="flowChartConnector">
            <a:avLst/>
          </a:prstGeom>
          <a:solidFill>
            <a:srgbClr val="FF0000"/>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1" name="Rectangle 40">
            <a:extLst>
              <a:ext uri="{FF2B5EF4-FFF2-40B4-BE49-F238E27FC236}">
                <a16:creationId xmlns:a16="http://schemas.microsoft.com/office/drawing/2014/main" id="{45CF9C44-1ABE-2566-3EA9-1ACB0F42EDE7}"/>
              </a:ext>
            </a:extLst>
          </p:cNvPr>
          <p:cNvSpPr/>
          <p:nvPr/>
        </p:nvSpPr>
        <p:spPr>
          <a:xfrm>
            <a:off x="1310217" y="4981121"/>
            <a:ext cx="2976637" cy="291496"/>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spcBef>
                <a:spcPts val="600"/>
              </a:spcBef>
            </a:pPr>
            <a:r>
              <a:rPr lang="en-US" sz="1000">
                <a:cs typeface="Arial"/>
              </a:rPr>
              <a:t>Business Outcome: Automated Document checks</a:t>
            </a:r>
            <a:endParaRPr lang="en-US" sz="1000"/>
          </a:p>
        </p:txBody>
      </p:sp>
      <p:sp>
        <p:nvSpPr>
          <p:cNvPr id="44" name="Rectangle 43">
            <a:extLst>
              <a:ext uri="{FF2B5EF4-FFF2-40B4-BE49-F238E27FC236}">
                <a16:creationId xmlns:a16="http://schemas.microsoft.com/office/drawing/2014/main" id="{FC2EA9FF-ED14-5249-174A-74E287F0A648}"/>
              </a:ext>
            </a:extLst>
          </p:cNvPr>
          <p:cNvSpPr/>
          <p:nvPr/>
        </p:nvSpPr>
        <p:spPr>
          <a:xfrm>
            <a:off x="5168597" y="4981120"/>
            <a:ext cx="2861733" cy="291496"/>
          </a:xfrm>
          <a:prstGeom prst="rect">
            <a:avLst/>
          </a:prstGeom>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spcBef>
                <a:spcPts val="600"/>
              </a:spcBef>
            </a:pPr>
            <a:r>
              <a:rPr lang="en-US" sz="1000">
                <a:cs typeface="Arial"/>
              </a:rPr>
              <a:t>Business Outcome: Simple Compliance Checks</a:t>
            </a:r>
            <a:endParaRPr lang="en-US" sz="1000"/>
          </a:p>
        </p:txBody>
      </p:sp>
      <p:sp>
        <p:nvSpPr>
          <p:cNvPr id="35" name="Rectangle 34">
            <a:extLst>
              <a:ext uri="{FF2B5EF4-FFF2-40B4-BE49-F238E27FC236}">
                <a16:creationId xmlns:a16="http://schemas.microsoft.com/office/drawing/2014/main" id="{48B904EE-6474-A4A3-D91C-BACA7BB01C02}"/>
              </a:ext>
            </a:extLst>
          </p:cNvPr>
          <p:cNvSpPr/>
          <p:nvPr/>
        </p:nvSpPr>
        <p:spPr>
          <a:xfrm>
            <a:off x="9236029" y="4970823"/>
            <a:ext cx="2861733" cy="291496"/>
          </a:xfrm>
          <a:prstGeom prst="rect">
            <a:avLst/>
          </a:prstGeom>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spcBef>
                <a:spcPts val="600"/>
              </a:spcBef>
            </a:pPr>
            <a:r>
              <a:rPr lang="en-US" sz="1000">
                <a:cs typeface="Arial"/>
              </a:rPr>
              <a:t>Business Outcome: Continuous compliance</a:t>
            </a:r>
            <a:endParaRPr lang="en-US" sz="1000"/>
          </a:p>
        </p:txBody>
      </p:sp>
      <p:cxnSp>
        <p:nvCxnSpPr>
          <p:cNvPr id="47" name="Straight Arrow Connector 46">
            <a:extLst>
              <a:ext uri="{FF2B5EF4-FFF2-40B4-BE49-F238E27FC236}">
                <a16:creationId xmlns:a16="http://schemas.microsoft.com/office/drawing/2014/main" id="{A6571C81-F4B6-CF75-123C-925588469BA5}"/>
              </a:ext>
            </a:extLst>
          </p:cNvPr>
          <p:cNvCxnSpPr>
            <a:cxnSpLocks/>
          </p:cNvCxnSpPr>
          <p:nvPr/>
        </p:nvCxnSpPr>
        <p:spPr>
          <a:xfrm>
            <a:off x="10995329" y="4782153"/>
            <a:ext cx="427" cy="19038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0F7FCEB2-7A82-7146-C4D9-6B8DC595F9C5}"/>
              </a:ext>
            </a:extLst>
          </p:cNvPr>
          <p:cNvCxnSpPr/>
          <p:nvPr/>
        </p:nvCxnSpPr>
        <p:spPr>
          <a:xfrm flipH="1">
            <a:off x="2194202" y="3716637"/>
            <a:ext cx="2060" cy="122331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4B99736-2E44-05B7-7AE9-C74DCA320F1C}"/>
              </a:ext>
            </a:extLst>
          </p:cNvPr>
          <p:cNvCxnSpPr>
            <a:cxnSpLocks/>
          </p:cNvCxnSpPr>
          <p:nvPr/>
        </p:nvCxnSpPr>
        <p:spPr>
          <a:xfrm flipH="1">
            <a:off x="5975406" y="4204234"/>
            <a:ext cx="2633" cy="73667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DAF7AB4C-9597-2D2E-3F45-250F62B6EC7E}"/>
              </a:ext>
            </a:extLst>
          </p:cNvPr>
          <p:cNvSpPr txBox="1"/>
          <p:nvPr/>
        </p:nvSpPr>
        <p:spPr>
          <a:xfrm>
            <a:off x="10345753" y="3529778"/>
            <a:ext cx="1258525" cy="1123384"/>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9</a:t>
            </a:r>
            <a:endParaRPr lang="nb-NO" sz="900">
              <a:solidFill>
                <a:schemeClr val="accent1"/>
              </a:solidFill>
            </a:endParaRPr>
          </a:p>
          <a:p>
            <a:pPr algn="ctr">
              <a:lnSpc>
                <a:spcPct val="100000"/>
              </a:lnSpc>
              <a:spcBef>
                <a:spcPts val="600"/>
              </a:spcBef>
            </a:pPr>
            <a:r>
              <a:rPr lang="nb-NO" sz="900">
                <a:solidFill>
                  <a:schemeClr val="accent1"/>
                </a:solidFill>
              </a:rPr>
              <a:t>A </a:t>
            </a:r>
            <a:r>
              <a:rPr lang="en-GB" sz="900">
                <a:solidFill>
                  <a:schemeClr val="accent1"/>
                </a:solidFill>
              </a:rPr>
              <a:t>product that delivers compliance status to the customer is deployed and integrated to the customer facing frontend</a:t>
            </a:r>
            <a:endParaRPr lang="en-GB" sz="900">
              <a:solidFill>
                <a:schemeClr val="accent1"/>
              </a:solidFill>
              <a:cs typeface="Arial"/>
            </a:endParaRPr>
          </a:p>
          <a:p>
            <a:pPr algn="ctr">
              <a:spcBef>
                <a:spcPts val="600"/>
              </a:spcBef>
            </a:pPr>
            <a:r>
              <a:rPr lang="en-GB" sz="900">
                <a:solidFill>
                  <a:schemeClr val="accent1"/>
                </a:solidFill>
                <a:cs typeface="Arial"/>
              </a:rPr>
              <a:t>2 checkpoints</a:t>
            </a:r>
          </a:p>
        </p:txBody>
      </p:sp>
      <p:cxnSp>
        <p:nvCxnSpPr>
          <p:cNvPr id="50" name="Straight Connector 49">
            <a:extLst>
              <a:ext uri="{FF2B5EF4-FFF2-40B4-BE49-F238E27FC236}">
                <a16:creationId xmlns:a16="http://schemas.microsoft.com/office/drawing/2014/main" id="{3F972A32-895A-F092-B7A7-CA36302A49AF}"/>
              </a:ext>
            </a:extLst>
          </p:cNvPr>
          <p:cNvCxnSpPr>
            <a:cxnSpLocks/>
          </p:cNvCxnSpPr>
          <p:nvPr/>
        </p:nvCxnSpPr>
        <p:spPr>
          <a:xfrm>
            <a:off x="11033257" y="3234419"/>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03391D1C-202E-BA16-D74C-DDCAC95F7EF4}"/>
              </a:ext>
            </a:extLst>
          </p:cNvPr>
          <p:cNvSpPr txBox="1"/>
          <p:nvPr/>
        </p:nvSpPr>
        <p:spPr>
          <a:xfrm>
            <a:off x="10698460"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15.12.2026</a:t>
            </a:r>
            <a:endParaRPr lang="en-GB" sz="1100">
              <a:solidFill>
                <a:schemeClr val="accent1"/>
              </a:solidFill>
            </a:endParaRPr>
          </a:p>
        </p:txBody>
      </p:sp>
    </p:spTree>
    <p:extLst>
      <p:ext uri="{BB962C8B-B14F-4D97-AF65-F5344CB8AC3E}">
        <p14:creationId xmlns:p14="http://schemas.microsoft.com/office/powerpoint/2010/main" val="37513509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3BA0A-9F61-8181-8E80-5CB685AEE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59BE83-5B4B-D089-E4C8-52AFDAD7903C}"/>
              </a:ext>
            </a:extLst>
          </p:cNvPr>
          <p:cNvSpPr>
            <a:spLocks noGrp="1"/>
          </p:cNvSpPr>
          <p:nvPr>
            <p:ph type="title"/>
          </p:nvPr>
        </p:nvSpPr>
        <p:spPr>
          <a:xfrm>
            <a:off x="473439" y="240590"/>
            <a:ext cx="9409468" cy="539608"/>
          </a:xfrm>
        </p:spPr>
        <p:txBody>
          <a:bodyPr/>
          <a:lstStyle/>
          <a:p>
            <a:r>
              <a:rPr lang="en-GB"/>
              <a:t>Technical Roadmap Overview</a:t>
            </a:r>
          </a:p>
        </p:txBody>
      </p:sp>
      <p:sp>
        <p:nvSpPr>
          <p:cNvPr id="4" name="Slide Number Placeholder 3">
            <a:extLst>
              <a:ext uri="{FF2B5EF4-FFF2-40B4-BE49-F238E27FC236}">
                <a16:creationId xmlns:a16="http://schemas.microsoft.com/office/drawing/2014/main" id="{62043BE0-841B-8536-0968-93F2610D45FE}"/>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20</a:t>
            </a:fld>
            <a:endParaRPr lang="en-GB"/>
          </a:p>
        </p:txBody>
      </p:sp>
      <p:cxnSp>
        <p:nvCxnSpPr>
          <p:cNvPr id="5" name="Straight Connector 4">
            <a:extLst>
              <a:ext uri="{FF2B5EF4-FFF2-40B4-BE49-F238E27FC236}">
                <a16:creationId xmlns:a16="http://schemas.microsoft.com/office/drawing/2014/main" id="{F13D6894-A907-0AB6-F82B-357D30932229}"/>
              </a:ext>
            </a:extLst>
          </p:cNvPr>
          <p:cNvCxnSpPr>
            <a:cxnSpLocks/>
          </p:cNvCxnSpPr>
          <p:nvPr/>
        </p:nvCxnSpPr>
        <p:spPr>
          <a:xfrm>
            <a:off x="99284" y="3325871"/>
            <a:ext cx="2093913" cy="0"/>
          </a:xfrm>
          <a:prstGeom prst="line">
            <a:avLst/>
          </a:prstGeom>
          <a:ln>
            <a:solidFill>
              <a:schemeClr val="accent1"/>
            </a:solidFill>
            <a:tailEnd type="none"/>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77E47C61-B7B0-4368-B4A4-7FA246A61544}"/>
              </a:ext>
            </a:extLst>
          </p:cNvPr>
          <p:cNvGrpSpPr>
            <a:grpSpLocks/>
          </p:cNvGrpSpPr>
          <p:nvPr/>
        </p:nvGrpSpPr>
        <p:grpSpPr>
          <a:xfrm>
            <a:off x="5029552" y="1711919"/>
            <a:ext cx="1524413" cy="1187380"/>
            <a:chOff x="2704324" y="2251538"/>
            <a:chExt cx="1524413" cy="1187380"/>
          </a:xfrm>
        </p:grpSpPr>
        <p:cxnSp>
          <p:nvCxnSpPr>
            <p:cNvPr id="11" name="Straight Connector 10">
              <a:extLst>
                <a:ext uri="{FF2B5EF4-FFF2-40B4-BE49-F238E27FC236}">
                  <a16:creationId xmlns:a16="http://schemas.microsoft.com/office/drawing/2014/main" id="{352258CA-FFCF-65A0-2FF4-8997D8F90AA1}"/>
                </a:ext>
              </a:extLst>
            </p:cNvPr>
            <p:cNvCxnSpPr>
              <a:cxnSpLocks/>
            </p:cNvCxnSpPr>
            <p:nvPr/>
          </p:nvCxnSpPr>
          <p:spPr>
            <a:xfrm>
              <a:off x="3502085" y="3244955"/>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5B8C49-C503-4E58-FB56-376D7AC63575}"/>
                </a:ext>
              </a:extLst>
            </p:cNvPr>
            <p:cNvSpPr txBox="1">
              <a:spLocks/>
            </p:cNvSpPr>
            <p:nvPr/>
          </p:nvSpPr>
          <p:spPr>
            <a:xfrm>
              <a:off x="2704324" y="2251538"/>
              <a:ext cx="1524413" cy="923330"/>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4</a:t>
              </a:r>
            </a:p>
            <a:p>
              <a:pPr algn="ctr">
                <a:spcBef>
                  <a:spcPts val="600"/>
                </a:spcBef>
              </a:pPr>
              <a:r>
                <a:rPr lang="en-GB" sz="900">
                  <a:solidFill>
                    <a:schemeClr val="accent1"/>
                  </a:solidFill>
                </a:rPr>
                <a:t>Automated linking between actions and the components</a:t>
              </a:r>
              <a:endParaRPr lang="en-GB" sz="900">
                <a:solidFill>
                  <a:schemeClr val="accent1"/>
                </a:solidFill>
                <a:cs typeface="Arial"/>
              </a:endParaRPr>
            </a:p>
            <a:p>
              <a:pPr algn="ctr">
                <a:spcBef>
                  <a:spcPts val="600"/>
                </a:spcBef>
              </a:pPr>
              <a:r>
                <a:rPr lang="en-GB" sz="900">
                  <a:solidFill>
                    <a:schemeClr val="accent1"/>
                  </a:solidFill>
                </a:rPr>
                <a:t>(Reasoning application #2)</a:t>
              </a:r>
              <a:endParaRPr lang="en-GB" sz="900">
                <a:solidFill>
                  <a:schemeClr val="accent1"/>
                </a:solidFill>
                <a:cs typeface="Arial"/>
              </a:endParaRPr>
            </a:p>
            <a:p>
              <a:pPr algn="ctr">
                <a:spcBef>
                  <a:spcPts val="600"/>
                </a:spcBef>
              </a:pPr>
              <a:r>
                <a:rPr lang="en-GB" sz="900">
                  <a:solidFill>
                    <a:schemeClr val="accent1"/>
                  </a:solidFill>
                  <a:cs typeface="Arial"/>
                </a:rPr>
                <a:t>3 checkpoints of Milestone 3</a:t>
              </a:r>
            </a:p>
          </p:txBody>
        </p:sp>
      </p:grpSp>
      <p:grpSp>
        <p:nvGrpSpPr>
          <p:cNvPr id="19" name="Group 18">
            <a:extLst>
              <a:ext uri="{FF2B5EF4-FFF2-40B4-BE49-F238E27FC236}">
                <a16:creationId xmlns:a16="http://schemas.microsoft.com/office/drawing/2014/main" id="{D4B13499-60F5-D90A-6AA2-4035ECF4758F}"/>
              </a:ext>
            </a:extLst>
          </p:cNvPr>
          <p:cNvGrpSpPr/>
          <p:nvPr/>
        </p:nvGrpSpPr>
        <p:grpSpPr>
          <a:xfrm>
            <a:off x="1430988" y="1724899"/>
            <a:ext cx="1524420" cy="1705865"/>
            <a:chOff x="1140481" y="1568425"/>
            <a:chExt cx="1524420" cy="1705865"/>
          </a:xfrm>
        </p:grpSpPr>
        <p:cxnSp>
          <p:nvCxnSpPr>
            <p:cNvPr id="20" name="Straight Connector 19">
              <a:extLst>
                <a:ext uri="{FF2B5EF4-FFF2-40B4-BE49-F238E27FC236}">
                  <a16:creationId xmlns:a16="http://schemas.microsoft.com/office/drawing/2014/main" id="{7262E3B4-A019-DE32-AC9F-03D1EBB5F7F9}"/>
                </a:ext>
              </a:extLst>
            </p:cNvPr>
            <p:cNvCxnSpPr>
              <a:cxnSpLocks/>
            </p:cNvCxnSpPr>
            <p:nvPr/>
          </p:nvCxnSpPr>
          <p:spPr>
            <a:xfrm>
              <a:off x="1902691" y="3080327"/>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86DF5DD-5BD8-131F-67BE-B23196E6DADF}"/>
                </a:ext>
              </a:extLst>
            </p:cNvPr>
            <p:cNvSpPr txBox="1"/>
            <p:nvPr/>
          </p:nvSpPr>
          <p:spPr>
            <a:xfrm>
              <a:off x="1140481" y="1568425"/>
              <a:ext cx="1524420" cy="120032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2</a:t>
              </a:r>
            </a:p>
            <a:p>
              <a:pPr algn="ctr">
                <a:spcBef>
                  <a:spcPts val="600"/>
                </a:spcBef>
              </a:pPr>
              <a:r>
                <a:rPr lang="nb-NO" sz="900" kern="1200">
                  <a:solidFill>
                    <a:srgbClr val="0F204B"/>
                  </a:solidFill>
                  <a:effectLst/>
                  <a:latin typeface="Arial"/>
                  <a:cs typeface="Arial"/>
                </a:rPr>
                <a:t>Automated checking of document </a:t>
              </a:r>
              <a:r>
                <a:rPr lang="nb-NO" sz="900">
                  <a:solidFill>
                    <a:srgbClr val="0F204B"/>
                  </a:solidFill>
                  <a:latin typeface="Arial"/>
                  <a:cs typeface="Arial"/>
                </a:rPr>
                <a:t>existence</a:t>
              </a:r>
              <a:r>
                <a:rPr lang="nb-NO" sz="900" kern="1200">
                  <a:solidFill>
                    <a:srgbClr val="0F204B"/>
                  </a:solidFill>
                  <a:effectLst/>
                  <a:latin typeface="Arial"/>
                  <a:cs typeface="Arial"/>
                </a:rPr>
                <a:t> using ontology</a:t>
              </a:r>
              <a:r>
                <a:rPr lang="nb-NO" sz="900">
                  <a:solidFill>
                    <a:srgbClr val="0F204B"/>
                  </a:solidFill>
                  <a:latin typeface="Arial"/>
                  <a:cs typeface="Arial"/>
                </a:rPr>
                <a:t> (certificates &amp; usermanual)</a:t>
              </a:r>
              <a:endParaRPr lang="nb-NO" sz="900" kern="1200">
                <a:solidFill>
                  <a:srgbClr val="0F204B"/>
                </a:solidFill>
                <a:effectLst/>
                <a:latin typeface="Arial"/>
                <a:cs typeface="Arial"/>
              </a:endParaRPr>
            </a:p>
            <a:p>
              <a:pPr marL="0" algn="ctr" rtl="0" eaLnBrk="1" latinLnBrk="0" hangingPunct="1">
                <a:spcBef>
                  <a:spcPts val="600"/>
                </a:spcBef>
                <a:buNone/>
              </a:pPr>
              <a:r>
                <a:rPr lang="nb-NO" sz="900">
                  <a:solidFill>
                    <a:srgbClr val="0F204B"/>
                  </a:solidFill>
                  <a:latin typeface="Arial"/>
                  <a:cs typeface="Arial"/>
                </a:rPr>
                <a:t>(Reasoning application #1)</a:t>
              </a:r>
            </a:p>
            <a:p>
              <a:pPr marL="0" algn="ctr" rtl="0" eaLnBrk="1" latinLnBrk="0" hangingPunct="1">
                <a:spcBef>
                  <a:spcPts val="600"/>
                </a:spcBef>
                <a:buNone/>
              </a:pPr>
              <a:r>
                <a:rPr lang="nb-NO" sz="900">
                  <a:solidFill>
                    <a:srgbClr val="0F204B"/>
                  </a:solidFill>
                  <a:effectLst/>
                  <a:latin typeface="Arial"/>
                  <a:cs typeface="Arial"/>
                </a:rPr>
                <a:t>2 checkpoints</a:t>
              </a:r>
              <a:endParaRPr lang="nb-NO" sz="900">
                <a:effectLst/>
                <a:latin typeface="Arial"/>
                <a:cs typeface="Arial"/>
              </a:endParaRPr>
            </a:p>
          </p:txBody>
        </p:sp>
      </p:grpSp>
      <p:grpSp>
        <p:nvGrpSpPr>
          <p:cNvPr id="27" name="Group 26">
            <a:extLst>
              <a:ext uri="{FF2B5EF4-FFF2-40B4-BE49-F238E27FC236}">
                <a16:creationId xmlns:a16="http://schemas.microsoft.com/office/drawing/2014/main" id="{F71CC0E2-CE17-AD85-64D5-1E39E4F0C922}"/>
              </a:ext>
            </a:extLst>
          </p:cNvPr>
          <p:cNvGrpSpPr/>
          <p:nvPr/>
        </p:nvGrpSpPr>
        <p:grpSpPr>
          <a:xfrm>
            <a:off x="5873139" y="3769832"/>
            <a:ext cx="1625122" cy="1538954"/>
            <a:chOff x="8407216" y="1761966"/>
            <a:chExt cx="1625122" cy="1538954"/>
          </a:xfrm>
        </p:grpSpPr>
        <p:cxnSp>
          <p:nvCxnSpPr>
            <p:cNvPr id="14" name="Straight Connector 13">
              <a:extLst>
                <a:ext uri="{FF2B5EF4-FFF2-40B4-BE49-F238E27FC236}">
                  <a16:creationId xmlns:a16="http://schemas.microsoft.com/office/drawing/2014/main" id="{8A38AB32-8182-4182-3BF9-8C11D7B53684}"/>
                </a:ext>
              </a:extLst>
            </p:cNvPr>
            <p:cNvCxnSpPr>
              <a:cxnSpLocks/>
            </p:cNvCxnSpPr>
            <p:nvPr/>
          </p:nvCxnSpPr>
          <p:spPr>
            <a:xfrm>
              <a:off x="9129557" y="1761966"/>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B338412-9140-1237-3AF7-AFDAF31805F1}"/>
                </a:ext>
              </a:extLst>
            </p:cNvPr>
            <p:cNvSpPr txBox="1"/>
            <p:nvPr/>
          </p:nvSpPr>
          <p:spPr>
            <a:xfrm>
              <a:off x="8407216" y="2039036"/>
              <a:ext cx="1625122" cy="1261884"/>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7</a:t>
              </a:r>
            </a:p>
            <a:p>
              <a:pPr algn="ctr">
                <a:lnSpc>
                  <a:spcPct val="100000"/>
                </a:lnSpc>
                <a:spcBef>
                  <a:spcPts val="600"/>
                </a:spcBef>
              </a:pPr>
              <a:r>
                <a:rPr lang="en-GB" sz="900">
                  <a:solidFill>
                    <a:schemeClr val="accent1"/>
                  </a:solidFill>
                </a:rPr>
                <a:t>Im</a:t>
              </a:r>
              <a:r>
                <a:rPr lang="en-US" sz="900"/>
                <a:t>plement automated reasoning that links technical requirements to the specific components they apply to, enabling technical‑compliance inference</a:t>
              </a:r>
              <a:endParaRPr lang="en-GB" sz="900"/>
            </a:p>
            <a:p>
              <a:pPr algn="ctr">
                <a:spcBef>
                  <a:spcPts val="600"/>
                </a:spcBef>
              </a:pPr>
              <a:r>
                <a:rPr lang="en-GB" sz="900">
                  <a:solidFill>
                    <a:schemeClr val="accent1"/>
                  </a:solidFill>
                  <a:cs typeface="Arial"/>
                </a:rPr>
                <a:t>3checkpoints</a:t>
              </a:r>
            </a:p>
          </p:txBody>
        </p:sp>
      </p:grpSp>
      <p:grpSp>
        <p:nvGrpSpPr>
          <p:cNvPr id="52" name="Group 51">
            <a:extLst>
              <a:ext uri="{FF2B5EF4-FFF2-40B4-BE49-F238E27FC236}">
                <a16:creationId xmlns:a16="http://schemas.microsoft.com/office/drawing/2014/main" id="{65ED865E-7D4C-F510-C0F2-980997A34C1B}"/>
              </a:ext>
            </a:extLst>
          </p:cNvPr>
          <p:cNvGrpSpPr>
            <a:grpSpLocks/>
          </p:cNvGrpSpPr>
          <p:nvPr/>
        </p:nvGrpSpPr>
        <p:grpSpPr>
          <a:xfrm>
            <a:off x="3339789" y="1711919"/>
            <a:ext cx="1303186" cy="1187378"/>
            <a:chOff x="2125277" y="3690409"/>
            <a:chExt cx="1303186" cy="1187378"/>
          </a:xfrm>
        </p:grpSpPr>
        <p:cxnSp>
          <p:nvCxnSpPr>
            <p:cNvPr id="24" name="Straight Connector 23">
              <a:extLst>
                <a:ext uri="{FF2B5EF4-FFF2-40B4-BE49-F238E27FC236}">
                  <a16:creationId xmlns:a16="http://schemas.microsoft.com/office/drawing/2014/main" id="{FA83F9BB-3994-F6BA-D5BE-E05F41633FDD}"/>
                </a:ext>
              </a:extLst>
            </p:cNvPr>
            <p:cNvCxnSpPr>
              <a:cxnSpLocks/>
            </p:cNvCxnSpPr>
            <p:nvPr/>
          </p:nvCxnSpPr>
          <p:spPr>
            <a:xfrm>
              <a:off x="2776870" y="4683824"/>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500B7FC-B883-93FD-D081-5E89C16A221E}"/>
                </a:ext>
              </a:extLst>
            </p:cNvPr>
            <p:cNvSpPr txBox="1">
              <a:spLocks/>
            </p:cNvSpPr>
            <p:nvPr/>
          </p:nvSpPr>
          <p:spPr>
            <a:xfrm>
              <a:off x="2125277" y="3690409"/>
              <a:ext cx="1303186" cy="907941"/>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Milestone 3</a:t>
              </a:r>
            </a:p>
            <a:p>
              <a:pPr lvl="0" algn="ctr"/>
              <a:r>
                <a:rPr lang="en-GB" sz="900"/>
                <a:t>Integrate the actions (</a:t>
              </a:r>
              <a:r>
                <a:rPr lang="en-GB" sz="900">
                  <a:solidFill>
                    <a:schemeClr val="accent1"/>
                  </a:solidFill>
                </a:rPr>
                <a:t>procedural requirements) to the asset model</a:t>
              </a:r>
              <a:endParaRPr lang="en-GB" sz="900"/>
            </a:p>
            <a:p>
              <a:pPr algn="ctr">
                <a:lnSpc>
                  <a:spcPct val="100000"/>
                </a:lnSpc>
                <a:spcBef>
                  <a:spcPts val="600"/>
                </a:spcBef>
              </a:pPr>
              <a:r>
                <a:rPr lang="en-GB" sz="900">
                  <a:solidFill>
                    <a:schemeClr val="accent1"/>
                  </a:solidFill>
                </a:rPr>
                <a:t>3 checkpoints</a:t>
              </a:r>
            </a:p>
          </p:txBody>
        </p:sp>
      </p:grpSp>
      <p:grpSp>
        <p:nvGrpSpPr>
          <p:cNvPr id="51" name="Group 50">
            <a:extLst>
              <a:ext uri="{FF2B5EF4-FFF2-40B4-BE49-F238E27FC236}">
                <a16:creationId xmlns:a16="http://schemas.microsoft.com/office/drawing/2014/main" id="{FDC51E44-DAE7-5555-C547-87CA6D53E159}"/>
              </a:ext>
            </a:extLst>
          </p:cNvPr>
          <p:cNvGrpSpPr/>
          <p:nvPr/>
        </p:nvGrpSpPr>
        <p:grpSpPr>
          <a:xfrm>
            <a:off x="9052290" y="1707432"/>
            <a:ext cx="1874327" cy="1709798"/>
            <a:chOff x="956787" y="4196024"/>
            <a:chExt cx="1874327" cy="1709798"/>
          </a:xfrm>
        </p:grpSpPr>
        <p:cxnSp>
          <p:nvCxnSpPr>
            <p:cNvPr id="53" name="Straight Connector 52">
              <a:extLst>
                <a:ext uri="{FF2B5EF4-FFF2-40B4-BE49-F238E27FC236}">
                  <a16:creationId xmlns:a16="http://schemas.microsoft.com/office/drawing/2014/main" id="{F1D6F641-DA6B-5637-ECF1-6524303D621C}"/>
                </a:ext>
              </a:extLst>
            </p:cNvPr>
            <p:cNvCxnSpPr>
              <a:cxnSpLocks/>
            </p:cNvCxnSpPr>
            <p:nvPr/>
          </p:nvCxnSpPr>
          <p:spPr>
            <a:xfrm>
              <a:off x="1903299" y="5711859"/>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C2920305-F818-6C99-A26C-A30BD69E9D6B}"/>
                </a:ext>
              </a:extLst>
            </p:cNvPr>
            <p:cNvSpPr txBox="1"/>
            <p:nvPr/>
          </p:nvSpPr>
          <p:spPr>
            <a:xfrm>
              <a:off x="956787" y="4196024"/>
              <a:ext cx="1874327" cy="984885"/>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8</a:t>
              </a:r>
            </a:p>
            <a:p>
              <a:pPr algn="ctr">
                <a:spcBef>
                  <a:spcPts val="600"/>
                </a:spcBef>
              </a:pPr>
              <a:r>
                <a:rPr lang="nb-NO" sz="900">
                  <a:solidFill>
                    <a:schemeClr val="accent1"/>
                  </a:solidFill>
                </a:rPr>
                <a:t>A</a:t>
              </a:r>
              <a:r>
                <a:rPr lang="en-US" sz="900" err="1"/>
                <a:t>chieve</a:t>
              </a:r>
              <a:r>
                <a:rPr lang="en-US" sz="900"/>
                <a:t> end‑to‑end automation of the extraction process, while retaining human‑in‑the‑loop checkpoints for review and approval</a:t>
              </a:r>
              <a:endParaRPr lang="en-GB" sz="900"/>
            </a:p>
            <a:p>
              <a:pPr algn="ctr">
                <a:spcBef>
                  <a:spcPts val="600"/>
                </a:spcBef>
              </a:pPr>
              <a:r>
                <a:rPr lang="en-GB" sz="900">
                  <a:solidFill>
                    <a:schemeClr val="accent1"/>
                  </a:solidFill>
                  <a:cs typeface="Arial"/>
                </a:rPr>
                <a:t>9 checkpoints</a:t>
              </a:r>
            </a:p>
          </p:txBody>
        </p:sp>
      </p:grpSp>
      <p:sp>
        <p:nvSpPr>
          <p:cNvPr id="7" name="TextBox 6">
            <a:extLst>
              <a:ext uri="{FF2B5EF4-FFF2-40B4-BE49-F238E27FC236}">
                <a16:creationId xmlns:a16="http://schemas.microsoft.com/office/drawing/2014/main" id="{0C80BB04-C784-DB60-8BAD-D7CF78333491}"/>
              </a:ext>
            </a:extLst>
          </p:cNvPr>
          <p:cNvSpPr txBox="1">
            <a:spLocks/>
          </p:cNvSpPr>
          <p:nvPr/>
        </p:nvSpPr>
        <p:spPr>
          <a:xfrm>
            <a:off x="10118297" y="5558367"/>
            <a:ext cx="1901334" cy="769441"/>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Milestone</a:t>
            </a:r>
          </a:p>
          <a:p>
            <a:pPr algn="ctr">
              <a:lnSpc>
                <a:spcPct val="100000"/>
              </a:lnSpc>
              <a:spcBef>
                <a:spcPts val="600"/>
              </a:spcBef>
            </a:pPr>
            <a:r>
              <a:rPr lang="en-GB" sz="900">
                <a:solidFill>
                  <a:schemeClr val="accent1"/>
                </a:solidFill>
              </a:rPr>
              <a:t>Internal frontend that can aid with visualizing site model and is accessible to the SMEs for verification</a:t>
            </a:r>
          </a:p>
        </p:txBody>
      </p:sp>
      <p:grpSp>
        <p:nvGrpSpPr>
          <p:cNvPr id="8" name="Group 7">
            <a:extLst>
              <a:ext uri="{FF2B5EF4-FFF2-40B4-BE49-F238E27FC236}">
                <a16:creationId xmlns:a16="http://schemas.microsoft.com/office/drawing/2014/main" id="{A4D23588-5D45-2E9C-3370-FB4C2E1CE852}"/>
              </a:ext>
            </a:extLst>
          </p:cNvPr>
          <p:cNvGrpSpPr/>
          <p:nvPr/>
        </p:nvGrpSpPr>
        <p:grpSpPr>
          <a:xfrm>
            <a:off x="4316819" y="3769832"/>
            <a:ext cx="1315991" cy="1123456"/>
            <a:chOff x="1248123" y="1428106"/>
            <a:chExt cx="1315991" cy="1123456"/>
          </a:xfrm>
        </p:grpSpPr>
        <p:cxnSp>
          <p:nvCxnSpPr>
            <p:cNvPr id="9" name="Straight Connector 8">
              <a:extLst>
                <a:ext uri="{FF2B5EF4-FFF2-40B4-BE49-F238E27FC236}">
                  <a16:creationId xmlns:a16="http://schemas.microsoft.com/office/drawing/2014/main" id="{ACCF9BF6-F37F-44F5-D1CE-876F97E26E40}"/>
                </a:ext>
              </a:extLst>
            </p:cNvPr>
            <p:cNvCxnSpPr>
              <a:cxnSpLocks/>
            </p:cNvCxnSpPr>
            <p:nvPr/>
          </p:nvCxnSpPr>
          <p:spPr>
            <a:xfrm>
              <a:off x="1937560" y="1428106"/>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21A11C2-AE93-CF42-258F-854E43498C9E}"/>
                </a:ext>
              </a:extLst>
            </p:cNvPr>
            <p:cNvSpPr txBox="1"/>
            <p:nvPr/>
          </p:nvSpPr>
          <p:spPr>
            <a:xfrm>
              <a:off x="1248123" y="1705176"/>
              <a:ext cx="1315991" cy="846386"/>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6</a:t>
              </a:r>
            </a:p>
            <a:p>
              <a:pPr algn="ctr">
                <a:lnSpc>
                  <a:spcPct val="100000"/>
                </a:lnSpc>
                <a:spcBef>
                  <a:spcPts val="600"/>
                </a:spcBef>
              </a:pPr>
              <a:r>
                <a:rPr lang="en-GB" sz="900"/>
                <a:t>Integrate technical requirements to the asset model</a:t>
              </a:r>
            </a:p>
            <a:p>
              <a:pPr algn="ctr">
                <a:lnSpc>
                  <a:spcPct val="100000"/>
                </a:lnSpc>
                <a:spcBef>
                  <a:spcPts val="600"/>
                </a:spcBef>
              </a:pPr>
              <a:r>
                <a:rPr lang="en-GB" sz="900"/>
                <a:t>3 checkpoints</a:t>
              </a:r>
            </a:p>
          </p:txBody>
        </p:sp>
      </p:grpSp>
      <p:grpSp>
        <p:nvGrpSpPr>
          <p:cNvPr id="38" name="Group 37">
            <a:extLst>
              <a:ext uri="{FF2B5EF4-FFF2-40B4-BE49-F238E27FC236}">
                <a16:creationId xmlns:a16="http://schemas.microsoft.com/office/drawing/2014/main" id="{A671CEDA-FF3D-D580-A72F-98D9CD256F4A}"/>
              </a:ext>
            </a:extLst>
          </p:cNvPr>
          <p:cNvGrpSpPr/>
          <p:nvPr/>
        </p:nvGrpSpPr>
        <p:grpSpPr>
          <a:xfrm>
            <a:off x="6909627" y="1711919"/>
            <a:ext cx="1524420" cy="1187379"/>
            <a:chOff x="1180240" y="3332591"/>
            <a:chExt cx="1524420" cy="1187379"/>
          </a:xfrm>
        </p:grpSpPr>
        <p:cxnSp>
          <p:nvCxnSpPr>
            <p:cNvPr id="39" name="Straight Connector 38">
              <a:extLst>
                <a:ext uri="{FF2B5EF4-FFF2-40B4-BE49-F238E27FC236}">
                  <a16:creationId xmlns:a16="http://schemas.microsoft.com/office/drawing/2014/main" id="{587576AD-B2E3-86A2-990E-F8E15E9DE3FF}"/>
                </a:ext>
              </a:extLst>
            </p:cNvPr>
            <p:cNvCxnSpPr>
              <a:cxnSpLocks/>
            </p:cNvCxnSpPr>
            <p:nvPr/>
          </p:nvCxnSpPr>
          <p:spPr>
            <a:xfrm>
              <a:off x="1951069" y="4326007"/>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2F4F7DFE-29C5-2948-2D50-74B6BCA0A9C6}"/>
                </a:ext>
              </a:extLst>
            </p:cNvPr>
            <p:cNvSpPr txBox="1"/>
            <p:nvPr/>
          </p:nvSpPr>
          <p:spPr>
            <a:xfrm>
              <a:off x="1180240" y="3332591"/>
              <a:ext cx="1524420" cy="707886"/>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5</a:t>
              </a:r>
            </a:p>
            <a:p>
              <a:pPr algn="ctr">
                <a:spcBef>
                  <a:spcPts val="600"/>
                </a:spcBef>
              </a:pPr>
              <a:r>
                <a:rPr lang="en-GB" sz="900">
                  <a:solidFill>
                    <a:schemeClr val="accent1"/>
                  </a:solidFill>
                </a:rPr>
                <a:t>Integrate user-generated response into the asset model</a:t>
              </a:r>
              <a:endParaRPr lang="en-GB" sz="900">
                <a:solidFill>
                  <a:schemeClr val="accent1"/>
                </a:solidFill>
                <a:cs typeface="Arial"/>
              </a:endParaRPr>
            </a:p>
            <a:p>
              <a:pPr algn="ctr">
                <a:spcBef>
                  <a:spcPts val="600"/>
                </a:spcBef>
              </a:pPr>
              <a:r>
                <a:rPr lang="en-GB" sz="900">
                  <a:solidFill>
                    <a:schemeClr val="accent1"/>
                  </a:solidFill>
                  <a:cs typeface="Arial"/>
                </a:rPr>
                <a:t>2checkpoint</a:t>
              </a:r>
            </a:p>
          </p:txBody>
        </p:sp>
      </p:grpSp>
      <p:grpSp>
        <p:nvGrpSpPr>
          <p:cNvPr id="17" name="Group 16">
            <a:extLst>
              <a:ext uri="{FF2B5EF4-FFF2-40B4-BE49-F238E27FC236}">
                <a16:creationId xmlns:a16="http://schemas.microsoft.com/office/drawing/2014/main" id="{549C1949-4190-7F0B-8DF1-52A08145CFB3}"/>
              </a:ext>
            </a:extLst>
          </p:cNvPr>
          <p:cNvGrpSpPr/>
          <p:nvPr/>
        </p:nvGrpSpPr>
        <p:grpSpPr>
          <a:xfrm>
            <a:off x="101525" y="3230760"/>
            <a:ext cx="1665604" cy="1491634"/>
            <a:chOff x="1324966" y="2093642"/>
            <a:chExt cx="1665604" cy="1491634"/>
          </a:xfrm>
        </p:grpSpPr>
        <p:cxnSp>
          <p:nvCxnSpPr>
            <p:cNvPr id="15" name="Straight Connector 14">
              <a:extLst>
                <a:ext uri="{FF2B5EF4-FFF2-40B4-BE49-F238E27FC236}">
                  <a16:creationId xmlns:a16="http://schemas.microsoft.com/office/drawing/2014/main" id="{9D14FC10-4971-0704-42EA-247BF3435A1E}"/>
                </a:ext>
              </a:extLst>
            </p:cNvPr>
            <p:cNvCxnSpPr>
              <a:cxnSpLocks/>
            </p:cNvCxnSpPr>
            <p:nvPr/>
          </p:nvCxnSpPr>
          <p:spPr>
            <a:xfrm>
              <a:off x="2128089" y="2093642"/>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74742DE-2762-3B22-7C58-4CCDF44B4C30}"/>
                </a:ext>
              </a:extLst>
            </p:cNvPr>
            <p:cNvSpPr txBox="1">
              <a:spLocks noGrp="1" noRot="1" noMove="1" noResize="1" noEditPoints="1" noAdjustHandles="1" noChangeArrowheads="1" noChangeShapeType="1"/>
            </p:cNvSpPr>
            <p:nvPr/>
          </p:nvSpPr>
          <p:spPr>
            <a:xfrm>
              <a:off x="1324966" y="2323392"/>
              <a:ext cx="1665604" cy="1261884"/>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rPr>
                <a:t>Milestone 1</a:t>
              </a:r>
            </a:p>
            <a:p>
              <a:pPr algn="ctr">
                <a:lnSpc>
                  <a:spcPct val="100000"/>
                </a:lnSpc>
                <a:spcBef>
                  <a:spcPts val="600"/>
                </a:spcBef>
              </a:pPr>
              <a:r>
                <a:rPr lang="en-GB" sz="900">
                  <a:solidFill>
                    <a:schemeClr val="accent1"/>
                  </a:solidFill>
                </a:rPr>
                <a:t>An automated and integrated system for site model creation running on the cloud that is triggered either manually or automatically upon upload of new files to DWB</a:t>
              </a:r>
              <a:endParaRPr lang="en-GB" sz="900">
                <a:solidFill>
                  <a:schemeClr val="accent1"/>
                </a:solidFill>
                <a:cs typeface="Arial"/>
              </a:endParaRPr>
            </a:p>
            <a:p>
              <a:pPr algn="ctr">
                <a:spcBef>
                  <a:spcPts val="600"/>
                </a:spcBef>
              </a:pPr>
              <a:r>
                <a:rPr lang="en-GB" sz="900">
                  <a:solidFill>
                    <a:schemeClr val="accent1"/>
                  </a:solidFill>
                  <a:cs typeface="Arial"/>
                </a:rPr>
                <a:t>6 checkpoints</a:t>
              </a:r>
            </a:p>
          </p:txBody>
        </p:sp>
      </p:grpSp>
      <p:sp>
        <p:nvSpPr>
          <p:cNvPr id="18" name="TextBox 17">
            <a:extLst>
              <a:ext uri="{FF2B5EF4-FFF2-40B4-BE49-F238E27FC236}">
                <a16:creationId xmlns:a16="http://schemas.microsoft.com/office/drawing/2014/main" id="{6565AF9E-1812-6915-DEB8-4A52BD9F0AE0}"/>
              </a:ext>
            </a:extLst>
          </p:cNvPr>
          <p:cNvSpPr txBox="1"/>
          <p:nvPr/>
        </p:nvSpPr>
        <p:spPr>
          <a:xfrm>
            <a:off x="537883" y="3065930"/>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20.02.2026</a:t>
            </a:r>
            <a:endParaRPr lang="en-GB" sz="1100">
              <a:solidFill>
                <a:schemeClr val="accent1"/>
              </a:solidFill>
            </a:endParaRPr>
          </a:p>
        </p:txBody>
      </p:sp>
      <p:sp>
        <p:nvSpPr>
          <p:cNvPr id="31" name="TextBox 30">
            <a:extLst>
              <a:ext uri="{FF2B5EF4-FFF2-40B4-BE49-F238E27FC236}">
                <a16:creationId xmlns:a16="http://schemas.microsoft.com/office/drawing/2014/main" id="{69A26928-5203-B038-90C5-3E5C162AF485}"/>
              </a:ext>
            </a:extLst>
          </p:cNvPr>
          <p:cNvSpPr txBox="1"/>
          <p:nvPr/>
        </p:nvSpPr>
        <p:spPr>
          <a:xfrm>
            <a:off x="1810871" y="305696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10.03.2026</a:t>
            </a:r>
            <a:endParaRPr lang="en-GB" sz="1100">
              <a:solidFill>
                <a:schemeClr val="accent1"/>
              </a:solidFill>
            </a:endParaRPr>
          </a:p>
        </p:txBody>
      </p:sp>
      <p:sp>
        <p:nvSpPr>
          <p:cNvPr id="32" name="TextBox 31">
            <a:extLst>
              <a:ext uri="{FF2B5EF4-FFF2-40B4-BE49-F238E27FC236}">
                <a16:creationId xmlns:a16="http://schemas.microsoft.com/office/drawing/2014/main" id="{D95036DA-61D3-B933-EA09-B458D6BFEF84}"/>
              </a:ext>
            </a:extLst>
          </p:cNvPr>
          <p:cNvSpPr txBox="1"/>
          <p:nvPr/>
        </p:nvSpPr>
        <p:spPr>
          <a:xfrm>
            <a:off x="3821893" y="3004542"/>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31.05.2026</a:t>
            </a:r>
            <a:endParaRPr lang="en-GB" sz="1100">
              <a:solidFill>
                <a:schemeClr val="accent1"/>
              </a:solidFill>
            </a:endParaRPr>
          </a:p>
        </p:txBody>
      </p:sp>
      <p:sp>
        <p:nvSpPr>
          <p:cNvPr id="37" name="TextBox 36">
            <a:extLst>
              <a:ext uri="{FF2B5EF4-FFF2-40B4-BE49-F238E27FC236}">
                <a16:creationId xmlns:a16="http://schemas.microsoft.com/office/drawing/2014/main" id="{F3CEE50D-F517-0E9B-3592-AB43FC078E15}"/>
              </a:ext>
            </a:extLst>
          </p:cNvPr>
          <p:cNvSpPr txBox="1"/>
          <p:nvPr/>
        </p:nvSpPr>
        <p:spPr>
          <a:xfrm>
            <a:off x="7252977" y="3008282"/>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31.08.2026</a:t>
            </a:r>
            <a:endParaRPr lang="en-GB" sz="1100">
              <a:solidFill>
                <a:schemeClr val="accent1"/>
              </a:solidFill>
            </a:endParaRPr>
          </a:p>
        </p:txBody>
      </p:sp>
      <p:sp>
        <p:nvSpPr>
          <p:cNvPr id="42" name="TextBox 41">
            <a:extLst>
              <a:ext uri="{FF2B5EF4-FFF2-40B4-BE49-F238E27FC236}">
                <a16:creationId xmlns:a16="http://schemas.microsoft.com/office/drawing/2014/main" id="{03F031B5-210E-60EE-4310-41E2F92D3DF0}"/>
              </a:ext>
            </a:extLst>
          </p:cNvPr>
          <p:cNvSpPr txBox="1"/>
          <p:nvPr/>
        </p:nvSpPr>
        <p:spPr>
          <a:xfrm>
            <a:off x="6309296" y="3539990"/>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31.07.2026</a:t>
            </a:r>
          </a:p>
        </p:txBody>
      </p:sp>
      <p:sp>
        <p:nvSpPr>
          <p:cNvPr id="43" name="TextBox 42">
            <a:extLst>
              <a:ext uri="{FF2B5EF4-FFF2-40B4-BE49-F238E27FC236}">
                <a16:creationId xmlns:a16="http://schemas.microsoft.com/office/drawing/2014/main" id="{0932BDD7-5C09-C7A0-0997-B21420E0E85C}"/>
              </a:ext>
            </a:extLst>
          </p:cNvPr>
          <p:cNvSpPr txBox="1"/>
          <p:nvPr/>
        </p:nvSpPr>
        <p:spPr>
          <a:xfrm>
            <a:off x="9590902"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30.03.2027</a:t>
            </a:r>
            <a:endParaRPr lang="en-GB" sz="1100">
              <a:solidFill>
                <a:schemeClr val="accent1"/>
              </a:solidFill>
            </a:endParaRPr>
          </a:p>
        </p:txBody>
      </p:sp>
      <p:sp>
        <p:nvSpPr>
          <p:cNvPr id="6" name="Flowchart: Connector 5">
            <a:extLst>
              <a:ext uri="{FF2B5EF4-FFF2-40B4-BE49-F238E27FC236}">
                <a16:creationId xmlns:a16="http://schemas.microsoft.com/office/drawing/2014/main" id="{DF51B1E1-0663-C9CB-5FEF-4EAF60CD9DED}"/>
              </a:ext>
            </a:extLst>
          </p:cNvPr>
          <p:cNvSpPr/>
          <p:nvPr/>
        </p:nvSpPr>
        <p:spPr>
          <a:xfrm>
            <a:off x="2572871" y="1716516"/>
            <a:ext cx="176167" cy="169277"/>
          </a:xfrm>
          <a:prstGeom prst="flowChartConnector">
            <a:avLst/>
          </a:prstGeom>
          <a:solidFill>
            <a:srgbClr val="FFF377"/>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grpSp>
        <p:nvGrpSpPr>
          <p:cNvPr id="46" name="Group 45">
            <a:extLst>
              <a:ext uri="{FF2B5EF4-FFF2-40B4-BE49-F238E27FC236}">
                <a16:creationId xmlns:a16="http://schemas.microsoft.com/office/drawing/2014/main" id="{A6FFCF60-49E0-3A61-86D2-19212039FBA9}"/>
              </a:ext>
            </a:extLst>
          </p:cNvPr>
          <p:cNvGrpSpPr/>
          <p:nvPr/>
        </p:nvGrpSpPr>
        <p:grpSpPr>
          <a:xfrm>
            <a:off x="240764" y="5480616"/>
            <a:ext cx="1570107" cy="901805"/>
            <a:chOff x="447457" y="5393018"/>
            <a:chExt cx="1570107" cy="901805"/>
          </a:xfrm>
        </p:grpSpPr>
        <p:sp>
          <p:nvSpPr>
            <p:cNvPr id="30" name="Rectangle 29">
              <a:extLst>
                <a:ext uri="{FF2B5EF4-FFF2-40B4-BE49-F238E27FC236}">
                  <a16:creationId xmlns:a16="http://schemas.microsoft.com/office/drawing/2014/main" id="{62CCCB2C-D60F-3F3C-0583-33DB2E49F104}"/>
                </a:ext>
              </a:extLst>
            </p:cNvPr>
            <p:cNvSpPr/>
            <p:nvPr/>
          </p:nvSpPr>
          <p:spPr>
            <a:xfrm>
              <a:off x="447457" y="5393018"/>
              <a:ext cx="1310821" cy="901805"/>
            </a:xfrm>
            <a:prstGeom prst="rect">
              <a:avLst/>
            </a:prstGeom>
            <a:ln/>
          </p:spPr>
          <p:style>
            <a:lnRef idx="2">
              <a:schemeClr val="dk1"/>
            </a:lnRef>
            <a:fillRef idx="1">
              <a:schemeClr val="lt1"/>
            </a:fillRef>
            <a:effectRef idx="0">
              <a:schemeClr val="dk1"/>
            </a:effectRef>
            <a:fontRef idx="minor">
              <a:schemeClr val="dk1"/>
            </a:fontRef>
          </p:style>
          <p:txBody>
            <a:bodyPr rtlCol="0" anchor="t"/>
            <a:lstStyle/>
            <a:p>
              <a:pPr>
                <a:lnSpc>
                  <a:spcPct val="100000"/>
                </a:lnSpc>
                <a:spcBef>
                  <a:spcPts val="600"/>
                </a:spcBef>
              </a:pPr>
              <a:r>
                <a:rPr lang="en-GB" sz="1200"/>
                <a:t>Legend:</a:t>
              </a:r>
            </a:p>
          </p:txBody>
        </p:sp>
        <p:sp>
          <p:nvSpPr>
            <p:cNvPr id="23" name="Flowchart: Connector 22">
              <a:extLst>
                <a:ext uri="{FF2B5EF4-FFF2-40B4-BE49-F238E27FC236}">
                  <a16:creationId xmlns:a16="http://schemas.microsoft.com/office/drawing/2014/main" id="{33AB91E6-BB78-DCC5-CAB5-D83C07B88019}"/>
                </a:ext>
              </a:extLst>
            </p:cNvPr>
            <p:cNvSpPr/>
            <p:nvPr/>
          </p:nvSpPr>
          <p:spPr>
            <a:xfrm>
              <a:off x="515933" y="5625643"/>
              <a:ext cx="176167" cy="169277"/>
            </a:xfrm>
            <a:prstGeom prst="flowChartConnector">
              <a:avLst/>
            </a:prstGeom>
            <a:solidFill>
              <a:srgbClr val="FFF377"/>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5" name="Flowchart: Connector 24">
              <a:extLst>
                <a:ext uri="{FF2B5EF4-FFF2-40B4-BE49-F238E27FC236}">
                  <a16:creationId xmlns:a16="http://schemas.microsoft.com/office/drawing/2014/main" id="{8F6C13DE-D076-B3FE-32D2-164CFCBF11E0}"/>
                </a:ext>
              </a:extLst>
            </p:cNvPr>
            <p:cNvSpPr/>
            <p:nvPr/>
          </p:nvSpPr>
          <p:spPr>
            <a:xfrm>
              <a:off x="515933" y="5843921"/>
              <a:ext cx="176167" cy="169277"/>
            </a:xfrm>
            <a:prstGeom prst="flowChartConnector">
              <a:avLst/>
            </a:prstGeom>
            <a:solidFill>
              <a:schemeClr val="accent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8" name="Flowchart: Connector 27">
              <a:extLst>
                <a:ext uri="{FF2B5EF4-FFF2-40B4-BE49-F238E27FC236}">
                  <a16:creationId xmlns:a16="http://schemas.microsoft.com/office/drawing/2014/main" id="{1056151D-36E4-58D9-0F67-36BA7673D3B8}"/>
                </a:ext>
              </a:extLst>
            </p:cNvPr>
            <p:cNvSpPr/>
            <p:nvPr/>
          </p:nvSpPr>
          <p:spPr>
            <a:xfrm>
              <a:off x="515933" y="6062199"/>
              <a:ext cx="176167" cy="169277"/>
            </a:xfrm>
            <a:prstGeom prst="flowChartConnector">
              <a:avLst/>
            </a:prstGeom>
            <a:solidFill>
              <a:srgbClr val="FF0000"/>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9" name="TextBox 28">
              <a:extLst>
                <a:ext uri="{FF2B5EF4-FFF2-40B4-BE49-F238E27FC236}">
                  <a16:creationId xmlns:a16="http://schemas.microsoft.com/office/drawing/2014/main" id="{6D163042-B216-4B8A-1F31-A210B9DD0135}"/>
                </a:ext>
              </a:extLst>
            </p:cNvPr>
            <p:cNvSpPr txBox="1"/>
            <p:nvPr/>
          </p:nvSpPr>
          <p:spPr>
            <a:xfrm>
              <a:off x="771798" y="5643865"/>
              <a:ext cx="1245766" cy="569387"/>
            </a:xfrm>
            <a:prstGeom prst="rect">
              <a:avLst/>
            </a:prstGeom>
            <a:noFill/>
          </p:spPr>
          <p:txBody>
            <a:bodyPr wrap="square" lIns="0" tIns="0" rIns="0" bIns="0" rtlCol="0">
              <a:spAutoFit/>
            </a:bodyPr>
            <a:lstStyle/>
            <a:p>
              <a:pPr algn="l">
                <a:lnSpc>
                  <a:spcPct val="100000"/>
                </a:lnSpc>
                <a:spcBef>
                  <a:spcPts val="600"/>
                </a:spcBef>
              </a:pPr>
              <a:r>
                <a:rPr lang="en-GB" sz="900">
                  <a:solidFill>
                    <a:schemeClr val="accent1"/>
                  </a:solidFill>
                </a:rPr>
                <a:t>Ongoing</a:t>
              </a:r>
            </a:p>
            <a:p>
              <a:pPr algn="l">
                <a:lnSpc>
                  <a:spcPct val="100000"/>
                </a:lnSpc>
                <a:spcBef>
                  <a:spcPts val="600"/>
                </a:spcBef>
              </a:pPr>
              <a:r>
                <a:rPr lang="en-GB" sz="900">
                  <a:solidFill>
                    <a:schemeClr val="accent1"/>
                  </a:solidFill>
                </a:rPr>
                <a:t>Completed</a:t>
              </a:r>
            </a:p>
            <a:p>
              <a:pPr algn="l">
                <a:lnSpc>
                  <a:spcPct val="100000"/>
                </a:lnSpc>
                <a:spcBef>
                  <a:spcPts val="600"/>
                </a:spcBef>
              </a:pPr>
              <a:r>
                <a:rPr lang="en-GB" sz="900">
                  <a:solidFill>
                    <a:schemeClr val="accent1"/>
                  </a:solidFill>
                </a:rPr>
                <a:t>Irrelevant</a:t>
              </a:r>
            </a:p>
          </p:txBody>
        </p:sp>
      </p:grpSp>
      <p:sp>
        <p:nvSpPr>
          <p:cNvPr id="33" name="Flowchart: Connector 32">
            <a:extLst>
              <a:ext uri="{FF2B5EF4-FFF2-40B4-BE49-F238E27FC236}">
                <a16:creationId xmlns:a16="http://schemas.microsoft.com/office/drawing/2014/main" id="{F69C9712-CB11-7CA2-66A5-95BD69D70196}"/>
              </a:ext>
            </a:extLst>
          </p:cNvPr>
          <p:cNvSpPr/>
          <p:nvPr/>
        </p:nvSpPr>
        <p:spPr>
          <a:xfrm>
            <a:off x="10532524" y="5558367"/>
            <a:ext cx="176167" cy="169277"/>
          </a:xfrm>
          <a:prstGeom prst="flowChartConnector">
            <a:avLst/>
          </a:prstGeom>
          <a:solidFill>
            <a:srgbClr val="FF0000"/>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41" name="Rectangle 40">
            <a:extLst>
              <a:ext uri="{FF2B5EF4-FFF2-40B4-BE49-F238E27FC236}">
                <a16:creationId xmlns:a16="http://schemas.microsoft.com/office/drawing/2014/main" id="{6BC3DA22-4413-98D3-CB7E-1653A43FABD1}"/>
              </a:ext>
            </a:extLst>
          </p:cNvPr>
          <p:cNvSpPr/>
          <p:nvPr/>
        </p:nvSpPr>
        <p:spPr>
          <a:xfrm>
            <a:off x="1485615" y="4782153"/>
            <a:ext cx="1412511" cy="499493"/>
          </a:xfrm>
          <a:prstGeom prst="rect">
            <a:avLst/>
          </a:prstGeom>
          <a:ln/>
        </p:spPr>
        <p:style>
          <a:lnRef idx="2">
            <a:schemeClr val="accent3"/>
          </a:lnRef>
          <a:fillRef idx="1">
            <a:schemeClr val="lt1"/>
          </a:fillRef>
          <a:effectRef idx="0">
            <a:schemeClr val="accent3"/>
          </a:effectRef>
          <a:fontRef idx="minor">
            <a:schemeClr val="dk1"/>
          </a:fontRef>
        </p:style>
        <p:txBody>
          <a:bodyPr rtlCol="0" anchor="ctr"/>
          <a:lstStyle/>
          <a:p>
            <a:pPr algn="ctr">
              <a:spcBef>
                <a:spcPts val="600"/>
              </a:spcBef>
            </a:pPr>
            <a:r>
              <a:rPr lang="en-US" sz="1000">
                <a:cs typeface="Arial"/>
              </a:rPr>
              <a:t>Business Outcome: Automated Document checks</a:t>
            </a:r>
            <a:endParaRPr lang="en-US" sz="1000"/>
          </a:p>
        </p:txBody>
      </p:sp>
      <p:sp>
        <p:nvSpPr>
          <p:cNvPr id="44" name="Rectangle 43">
            <a:extLst>
              <a:ext uri="{FF2B5EF4-FFF2-40B4-BE49-F238E27FC236}">
                <a16:creationId xmlns:a16="http://schemas.microsoft.com/office/drawing/2014/main" id="{5DAB698B-E1AA-332B-5CF4-C8CA1D9413BA}"/>
              </a:ext>
            </a:extLst>
          </p:cNvPr>
          <p:cNvSpPr/>
          <p:nvPr/>
        </p:nvSpPr>
        <p:spPr>
          <a:xfrm>
            <a:off x="6996051" y="5596297"/>
            <a:ext cx="1351571" cy="569386"/>
          </a:xfrm>
          <a:prstGeom prst="rect">
            <a:avLst/>
          </a:prstGeom>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lgn="ctr">
              <a:spcBef>
                <a:spcPts val="600"/>
              </a:spcBef>
            </a:pPr>
            <a:r>
              <a:rPr lang="en-US" sz="1000">
                <a:cs typeface="Arial"/>
              </a:rPr>
              <a:t>Business Outcome: Simple Compliance Checks</a:t>
            </a:r>
            <a:endParaRPr lang="en-US" sz="1000"/>
          </a:p>
        </p:txBody>
      </p:sp>
      <p:sp>
        <p:nvSpPr>
          <p:cNvPr id="35" name="Rectangle 34">
            <a:extLst>
              <a:ext uri="{FF2B5EF4-FFF2-40B4-BE49-F238E27FC236}">
                <a16:creationId xmlns:a16="http://schemas.microsoft.com/office/drawing/2014/main" id="{5623808D-1087-DFF0-6353-C24C20D09DF1}"/>
              </a:ext>
            </a:extLst>
          </p:cNvPr>
          <p:cNvSpPr/>
          <p:nvPr/>
        </p:nvSpPr>
        <p:spPr>
          <a:xfrm>
            <a:off x="9275518" y="5073932"/>
            <a:ext cx="2861733" cy="291496"/>
          </a:xfrm>
          <a:prstGeom prst="rect">
            <a:avLst/>
          </a:prstGeom>
          <a:ln/>
        </p:spPr>
        <p:style>
          <a:lnRef idx="2">
            <a:schemeClr val="accent3"/>
          </a:lnRef>
          <a:fillRef idx="1">
            <a:schemeClr val="lt1"/>
          </a:fillRef>
          <a:effectRef idx="0">
            <a:schemeClr val="accent3"/>
          </a:effectRef>
          <a:fontRef idx="minor">
            <a:schemeClr val="dk1"/>
          </a:fontRef>
        </p:style>
        <p:txBody>
          <a:bodyPr lIns="91440" tIns="45720" rIns="91440" bIns="45720" rtlCol="0" anchor="ctr"/>
          <a:lstStyle/>
          <a:p>
            <a:pPr>
              <a:spcBef>
                <a:spcPts val="600"/>
              </a:spcBef>
            </a:pPr>
            <a:r>
              <a:rPr lang="en-US" sz="1000">
                <a:cs typeface="Arial"/>
              </a:rPr>
              <a:t>Business Outcome: Continuous compliance</a:t>
            </a:r>
            <a:endParaRPr lang="en-US" sz="1000"/>
          </a:p>
        </p:txBody>
      </p:sp>
      <p:cxnSp>
        <p:nvCxnSpPr>
          <p:cNvPr id="47" name="Straight Arrow Connector 46">
            <a:extLst>
              <a:ext uri="{FF2B5EF4-FFF2-40B4-BE49-F238E27FC236}">
                <a16:creationId xmlns:a16="http://schemas.microsoft.com/office/drawing/2014/main" id="{8C43D850-B09B-E1C5-5D6D-D6D044BF9974}"/>
              </a:ext>
            </a:extLst>
          </p:cNvPr>
          <p:cNvCxnSpPr>
            <a:cxnSpLocks/>
          </p:cNvCxnSpPr>
          <p:nvPr/>
        </p:nvCxnSpPr>
        <p:spPr>
          <a:xfrm>
            <a:off x="10995756" y="4754558"/>
            <a:ext cx="0" cy="31937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5C1E34D-3EB5-B1D7-3441-7D5FE0AAB7E1}"/>
              </a:ext>
            </a:extLst>
          </p:cNvPr>
          <p:cNvCxnSpPr/>
          <p:nvPr/>
        </p:nvCxnSpPr>
        <p:spPr>
          <a:xfrm flipH="1">
            <a:off x="2191871" y="3479793"/>
            <a:ext cx="2060" cy="1223317"/>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BF2CFCD-A4CE-C248-9FC0-04E1F37E9FD6}"/>
              </a:ext>
            </a:extLst>
          </p:cNvPr>
          <p:cNvCxnSpPr>
            <a:cxnSpLocks/>
            <a:endCxn id="44" idx="0"/>
          </p:cNvCxnSpPr>
          <p:nvPr/>
        </p:nvCxnSpPr>
        <p:spPr>
          <a:xfrm flipH="1">
            <a:off x="7671837" y="3271609"/>
            <a:ext cx="8085" cy="232468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FA893BC-9A7E-8857-230E-2D84B11CBB7F}"/>
              </a:ext>
            </a:extLst>
          </p:cNvPr>
          <p:cNvSpPr txBox="1"/>
          <p:nvPr/>
        </p:nvSpPr>
        <p:spPr>
          <a:xfrm>
            <a:off x="10076314" y="3483282"/>
            <a:ext cx="1913885" cy="1184940"/>
          </a:xfrm>
          <a:prstGeom prst="rect">
            <a:avLst/>
          </a:prstGeom>
          <a:noFill/>
        </p:spPr>
        <p:txBody>
          <a:bodyPr wrap="square" lIns="0" tIns="0" rIns="0" bIns="0" rtlCol="0" anchor="t">
            <a:spAutoFit/>
          </a:bodyPr>
          <a:lstStyle/>
          <a:p>
            <a:pPr algn="ctr">
              <a:spcBef>
                <a:spcPts val="600"/>
              </a:spcBef>
            </a:pPr>
            <a:r>
              <a:rPr lang="en-GB" sz="900">
                <a:solidFill>
                  <a:schemeClr val="accent1"/>
                </a:solidFill>
              </a:rPr>
              <a:t>Milestone 9</a:t>
            </a:r>
            <a:endParaRPr lang="nb-NO" sz="900">
              <a:solidFill>
                <a:schemeClr val="accent1"/>
              </a:solidFill>
            </a:endParaRPr>
          </a:p>
          <a:p>
            <a:pPr lvl="0" algn="ctr"/>
            <a:r>
              <a:rPr lang="en-US" sz="900"/>
              <a:t>Deploy and integrate the compliance‑status product into the customer‑facing frontend so customers can view real‑time compliance results based on requirements and available evidence</a:t>
            </a:r>
            <a:endParaRPr lang="en-GB" sz="900"/>
          </a:p>
          <a:p>
            <a:pPr algn="ctr">
              <a:spcBef>
                <a:spcPts val="600"/>
              </a:spcBef>
            </a:pPr>
            <a:r>
              <a:rPr lang="en-GB" sz="900">
                <a:solidFill>
                  <a:schemeClr val="accent1"/>
                </a:solidFill>
                <a:cs typeface="Arial"/>
              </a:rPr>
              <a:t>2 checkpoints</a:t>
            </a:r>
          </a:p>
        </p:txBody>
      </p:sp>
      <p:cxnSp>
        <p:nvCxnSpPr>
          <p:cNvPr id="50" name="Straight Connector 49">
            <a:extLst>
              <a:ext uri="{FF2B5EF4-FFF2-40B4-BE49-F238E27FC236}">
                <a16:creationId xmlns:a16="http://schemas.microsoft.com/office/drawing/2014/main" id="{CF196793-8EFF-5E0C-66DA-57FED5B85ABB}"/>
              </a:ext>
            </a:extLst>
          </p:cNvPr>
          <p:cNvCxnSpPr>
            <a:cxnSpLocks/>
          </p:cNvCxnSpPr>
          <p:nvPr/>
        </p:nvCxnSpPr>
        <p:spPr>
          <a:xfrm>
            <a:off x="11033257" y="3234419"/>
            <a:ext cx="0" cy="19396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C0CADBC4-6170-A98A-2D6E-9527979B37D0}"/>
              </a:ext>
            </a:extLst>
          </p:cNvPr>
          <p:cNvSpPr txBox="1"/>
          <p:nvPr/>
        </p:nvSpPr>
        <p:spPr>
          <a:xfrm>
            <a:off x="10698460" y="303903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30.06.2027</a:t>
            </a:r>
            <a:endParaRPr lang="en-GB" sz="1100">
              <a:solidFill>
                <a:schemeClr val="accent1"/>
              </a:solidFill>
            </a:endParaRPr>
          </a:p>
        </p:txBody>
      </p:sp>
      <p:cxnSp>
        <p:nvCxnSpPr>
          <p:cNvPr id="60" name="Straight Connector 59">
            <a:extLst>
              <a:ext uri="{FF2B5EF4-FFF2-40B4-BE49-F238E27FC236}">
                <a16:creationId xmlns:a16="http://schemas.microsoft.com/office/drawing/2014/main" id="{D789E91E-99B3-AFA0-C2F2-5668D550F8D4}"/>
              </a:ext>
            </a:extLst>
          </p:cNvPr>
          <p:cNvCxnSpPr/>
          <p:nvPr/>
        </p:nvCxnSpPr>
        <p:spPr>
          <a:xfrm>
            <a:off x="3991054" y="2802315"/>
            <a:ext cx="368940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85AA86F-7C17-3719-ECE3-D2FD9FD5D588}"/>
              </a:ext>
            </a:extLst>
          </p:cNvPr>
          <p:cNvCxnSpPr/>
          <p:nvPr/>
        </p:nvCxnSpPr>
        <p:spPr>
          <a:xfrm flipV="1">
            <a:off x="5006256" y="3856822"/>
            <a:ext cx="1589223" cy="999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730215EC-C7D4-9684-50A9-1A6994FC296C}"/>
              </a:ext>
            </a:extLst>
          </p:cNvPr>
          <p:cNvCxnSpPr/>
          <p:nvPr/>
        </p:nvCxnSpPr>
        <p:spPr>
          <a:xfrm>
            <a:off x="2193197" y="3325871"/>
            <a:ext cx="1000379"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3B7C9AD-5E50-B982-F527-BA2421E2A1D0}"/>
              </a:ext>
            </a:extLst>
          </p:cNvPr>
          <p:cNvCxnSpPr>
            <a:cxnSpLocks/>
          </p:cNvCxnSpPr>
          <p:nvPr/>
        </p:nvCxnSpPr>
        <p:spPr>
          <a:xfrm flipV="1">
            <a:off x="3200400" y="2802315"/>
            <a:ext cx="789462" cy="52355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2DE90DF2-E813-0038-D3AC-2283A9342EF8}"/>
              </a:ext>
            </a:extLst>
          </p:cNvPr>
          <p:cNvCxnSpPr>
            <a:cxnSpLocks/>
          </p:cNvCxnSpPr>
          <p:nvPr/>
        </p:nvCxnSpPr>
        <p:spPr>
          <a:xfrm>
            <a:off x="3193576" y="3325871"/>
            <a:ext cx="797478" cy="53800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5E92C3D-32EA-2461-BE96-1118B3A45051}"/>
              </a:ext>
            </a:extLst>
          </p:cNvPr>
          <p:cNvCxnSpPr>
            <a:cxnSpLocks/>
          </p:cNvCxnSpPr>
          <p:nvPr/>
        </p:nvCxnSpPr>
        <p:spPr>
          <a:xfrm>
            <a:off x="3991054" y="3863873"/>
            <a:ext cx="1038498"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311AB9CC-8F77-F8FC-DFFD-71FEEF3A9948}"/>
              </a:ext>
            </a:extLst>
          </p:cNvPr>
          <p:cNvCxnSpPr>
            <a:cxnSpLocks/>
          </p:cNvCxnSpPr>
          <p:nvPr/>
        </p:nvCxnSpPr>
        <p:spPr>
          <a:xfrm>
            <a:off x="6595479" y="3856822"/>
            <a:ext cx="1038498"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B73C7DB4-C455-F5C2-6424-0107743597C4}"/>
              </a:ext>
            </a:extLst>
          </p:cNvPr>
          <p:cNvCxnSpPr>
            <a:cxnSpLocks/>
          </p:cNvCxnSpPr>
          <p:nvPr/>
        </p:nvCxnSpPr>
        <p:spPr>
          <a:xfrm>
            <a:off x="7680127" y="2802315"/>
            <a:ext cx="841303" cy="523556"/>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E4FFCB7-C2B4-8A3E-6EA8-89CFFE41B157}"/>
              </a:ext>
            </a:extLst>
          </p:cNvPr>
          <p:cNvCxnSpPr>
            <a:cxnSpLocks/>
          </p:cNvCxnSpPr>
          <p:nvPr/>
        </p:nvCxnSpPr>
        <p:spPr>
          <a:xfrm flipV="1">
            <a:off x="7633977" y="3325871"/>
            <a:ext cx="887453" cy="530951"/>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A871853-537E-0852-4751-9A9CAC3A6234}"/>
              </a:ext>
            </a:extLst>
          </p:cNvPr>
          <p:cNvCxnSpPr/>
          <p:nvPr/>
        </p:nvCxnSpPr>
        <p:spPr>
          <a:xfrm flipH="1">
            <a:off x="8521430" y="3325871"/>
            <a:ext cx="340468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4253613C-FD53-0EB1-2B56-7E1581F3A515}"/>
              </a:ext>
            </a:extLst>
          </p:cNvPr>
          <p:cNvSpPr txBox="1"/>
          <p:nvPr/>
        </p:nvSpPr>
        <p:spPr>
          <a:xfrm>
            <a:off x="5454755" y="3003861"/>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30.06.2026</a:t>
            </a:r>
            <a:endParaRPr lang="en-GB" sz="1100">
              <a:solidFill>
                <a:schemeClr val="accent1"/>
              </a:solidFill>
            </a:endParaRPr>
          </a:p>
        </p:txBody>
      </p:sp>
      <p:sp>
        <p:nvSpPr>
          <p:cNvPr id="92" name="TextBox 91">
            <a:extLst>
              <a:ext uri="{FF2B5EF4-FFF2-40B4-BE49-F238E27FC236}">
                <a16:creationId xmlns:a16="http://schemas.microsoft.com/office/drawing/2014/main" id="{404D97B3-1E26-6397-617C-8D00FE9420A1}"/>
              </a:ext>
            </a:extLst>
          </p:cNvPr>
          <p:cNvSpPr txBox="1"/>
          <p:nvPr/>
        </p:nvSpPr>
        <p:spPr>
          <a:xfrm>
            <a:off x="4626583" y="3526465"/>
            <a:ext cx="762000" cy="16927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lnSpc>
                <a:spcPct val="100000"/>
              </a:lnSpc>
              <a:spcBef>
                <a:spcPts val="600"/>
              </a:spcBef>
            </a:pPr>
            <a:r>
              <a:rPr lang="en-GB" sz="1100">
                <a:solidFill>
                  <a:schemeClr val="accent1"/>
                </a:solidFill>
                <a:cs typeface="Arial"/>
              </a:rPr>
              <a:t>31.05.2026</a:t>
            </a:r>
            <a:endParaRPr lang="en-GB" sz="1100">
              <a:solidFill>
                <a:schemeClr val="accent1"/>
              </a:solidFill>
            </a:endParaRPr>
          </a:p>
        </p:txBody>
      </p:sp>
      <p:sp>
        <p:nvSpPr>
          <p:cNvPr id="98" name="Flowchart: Connector 97">
            <a:extLst>
              <a:ext uri="{FF2B5EF4-FFF2-40B4-BE49-F238E27FC236}">
                <a16:creationId xmlns:a16="http://schemas.microsoft.com/office/drawing/2014/main" id="{141254F9-142A-C6F5-6AB0-54857FCADC5B}"/>
              </a:ext>
            </a:extLst>
          </p:cNvPr>
          <p:cNvSpPr/>
          <p:nvPr/>
        </p:nvSpPr>
        <p:spPr>
          <a:xfrm>
            <a:off x="1284031" y="3447490"/>
            <a:ext cx="176167" cy="169277"/>
          </a:xfrm>
          <a:prstGeom prst="flowChartConnector">
            <a:avLst/>
          </a:prstGeom>
          <a:solidFill>
            <a:schemeClr val="accent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Tree>
    <p:extLst>
      <p:ext uri="{BB962C8B-B14F-4D97-AF65-F5344CB8AC3E}">
        <p14:creationId xmlns:p14="http://schemas.microsoft.com/office/powerpoint/2010/main" val="35748555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CB63D-ABFB-81E6-38DB-F543968197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3A955-82E6-2635-9D58-4721513EDA78}"/>
              </a:ext>
            </a:extLst>
          </p:cNvPr>
          <p:cNvSpPr>
            <a:spLocks noGrp="1"/>
          </p:cNvSpPr>
          <p:nvPr>
            <p:ph type="title"/>
          </p:nvPr>
        </p:nvSpPr>
        <p:spPr>
          <a:xfrm>
            <a:off x="539750" y="539750"/>
            <a:ext cx="6298917" cy="936000"/>
          </a:xfrm>
        </p:spPr>
        <p:txBody>
          <a:bodyPr/>
          <a:lstStyle/>
          <a:p>
            <a:r>
              <a:rPr lang="en-GB"/>
              <a:t>Milestone 1 overview</a:t>
            </a:r>
          </a:p>
        </p:txBody>
      </p:sp>
      <p:sp>
        <p:nvSpPr>
          <p:cNvPr id="4" name="Slide Number Placeholder 3">
            <a:extLst>
              <a:ext uri="{FF2B5EF4-FFF2-40B4-BE49-F238E27FC236}">
                <a16:creationId xmlns:a16="http://schemas.microsoft.com/office/drawing/2014/main" id="{376C34F4-5126-4683-4FC5-3F8E5F1C315A}"/>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21</a:t>
            </a:fld>
            <a:endParaRPr lang="en-GB"/>
          </a:p>
        </p:txBody>
      </p:sp>
      <p:graphicFrame>
        <p:nvGraphicFramePr>
          <p:cNvPr id="32" name="Diagram 31">
            <a:extLst>
              <a:ext uri="{FF2B5EF4-FFF2-40B4-BE49-F238E27FC236}">
                <a16:creationId xmlns:a16="http://schemas.microsoft.com/office/drawing/2014/main" id="{09C60AD2-EFEA-708C-9CA8-90A6CC188219}"/>
              </a:ext>
            </a:extLst>
          </p:cNvPr>
          <p:cNvGraphicFramePr/>
          <p:nvPr>
            <p:extLst>
              <p:ext uri="{D42A27DB-BD31-4B8C-83A1-F6EECF244321}">
                <p14:modId xmlns:p14="http://schemas.microsoft.com/office/powerpoint/2010/main" val="990779316"/>
              </p:ext>
            </p:extLst>
          </p:nvPr>
        </p:nvGraphicFramePr>
        <p:xfrm>
          <a:off x="692100" y="1005016"/>
          <a:ext cx="10090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4" name="TextBox 93">
            <a:extLst>
              <a:ext uri="{FF2B5EF4-FFF2-40B4-BE49-F238E27FC236}">
                <a16:creationId xmlns:a16="http://schemas.microsoft.com/office/drawing/2014/main" id="{395367FF-17EA-DEE6-DD1B-A94AB7899EA3}"/>
              </a:ext>
            </a:extLst>
          </p:cNvPr>
          <p:cNvSpPr txBox="1"/>
          <p:nvPr/>
        </p:nvSpPr>
        <p:spPr>
          <a:xfrm>
            <a:off x="1524000" y="5745891"/>
            <a:ext cx="8690428" cy="307777"/>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2000">
                <a:solidFill>
                  <a:schemeClr val="accent1"/>
                </a:solidFill>
                <a:cs typeface="Arial"/>
              </a:rPr>
              <a:t>Business question (descriptive): What is the current state of the site?</a:t>
            </a:r>
          </a:p>
        </p:txBody>
      </p:sp>
    </p:spTree>
    <p:extLst>
      <p:ext uri="{BB962C8B-B14F-4D97-AF65-F5344CB8AC3E}">
        <p14:creationId xmlns:p14="http://schemas.microsoft.com/office/powerpoint/2010/main" val="277843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BDA48-6048-3843-7857-AFE3191AD6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DBB40B-DFD8-CBAC-F16E-7343B143E392}"/>
              </a:ext>
            </a:extLst>
          </p:cNvPr>
          <p:cNvSpPr>
            <a:spLocks noGrp="1"/>
          </p:cNvSpPr>
          <p:nvPr>
            <p:ph type="title"/>
          </p:nvPr>
        </p:nvSpPr>
        <p:spPr>
          <a:xfrm>
            <a:off x="539750" y="539750"/>
            <a:ext cx="6298917" cy="936000"/>
          </a:xfrm>
        </p:spPr>
        <p:txBody>
          <a:bodyPr/>
          <a:lstStyle/>
          <a:p>
            <a:r>
              <a:rPr lang="en-GB"/>
              <a:t>Milestone 2 overview</a:t>
            </a:r>
          </a:p>
        </p:txBody>
      </p:sp>
      <p:sp>
        <p:nvSpPr>
          <p:cNvPr id="4" name="Slide Number Placeholder 3">
            <a:extLst>
              <a:ext uri="{FF2B5EF4-FFF2-40B4-BE49-F238E27FC236}">
                <a16:creationId xmlns:a16="http://schemas.microsoft.com/office/drawing/2014/main" id="{A4192A7F-358D-5186-465E-771DEFFAE734}"/>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22</a:t>
            </a:fld>
            <a:endParaRPr lang="en-GB"/>
          </a:p>
        </p:txBody>
      </p:sp>
      <p:graphicFrame>
        <p:nvGraphicFramePr>
          <p:cNvPr id="32" name="Diagram 31">
            <a:extLst>
              <a:ext uri="{FF2B5EF4-FFF2-40B4-BE49-F238E27FC236}">
                <a16:creationId xmlns:a16="http://schemas.microsoft.com/office/drawing/2014/main" id="{F33FA762-2074-3012-6F95-CAA9A404532C}"/>
              </a:ext>
            </a:extLst>
          </p:cNvPr>
          <p:cNvGraphicFramePr/>
          <p:nvPr>
            <p:extLst>
              <p:ext uri="{D42A27DB-BD31-4B8C-83A1-F6EECF244321}">
                <p14:modId xmlns:p14="http://schemas.microsoft.com/office/powerpoint/2010/main" val="3151835198"/>
              </p:ext>
            </p:extLst>
          </p:nvPr>
        </p:nvGraphicFramePr>
        <p:xfrm>
          <a:off x="692100" y="1005016"/>
          <a:ext cx="8761799" cy="457428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1" name="TextBox 20">
            <a:extLst>
              <a:ext uri="{FF2B5EF4-FFF2-40B4-BE49-F238E27FC236}">
                <a16:creationId xmlns:a16="http://schemas.microsoft.com/office/drawing/2014/main" id="{E47F9B15-FE6E-1034-3036-A1BD06C1B899}"/>
              </a:ext>
            </a:extLst>
          </p:cNvPr>
          <p:cNvSpPr txBox="1"/>
          <p:nvPr/>
        </p:nvSpPr>
        <p:spPr>
          <a:xfrm>
            <a:off x="556054" y="5663512"/>
            <a:ext cx="9926103" cy="307777"/>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2000">
                <a:solidFill>
                  <a:schemeClr val="accent1"/>
                </a:solidFill>
                <a:cs typeface="Arial"/>
              </a:rPr>
              <a:t>Business question (normative): Are all required document types present for a site?</a:t>
            </a:r>
          </a:p>
        </p:txBody>
      </p:sp>
    </p:spTree>
    <p:extLst>
      <p:ext uri="{BB962C8B-B14F-4D97-AF65-F5344CB8AC3E}">
        <p14:creationId xmlns:p14="http://schemas.microsoft.com/office/powerpoint/2010/main" val="4100229566"/>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D881-8FAB-6639-4697-2B1AE0FE7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A4BB5-D4FA-67A7-432D-4D0A5C35A229}"/>
              </a:ext>
            </a:extLst>
          </p:cNvPr>
          <p:cNvSpPr>
            <a:spLocks noGrp="1"/>
          </p:cNvSpPr>
          <p:nvPr>
            <p:ph type="title"/>
          </p:nvPr>
        </p:nvSpPr>
        <p:spPr>
          <a:xfrm>
            <a:off x="539750" y="539750"/>
            <a:ext cx="6298917" cy="936000"/>
          </a:xfrm>
        </p:spPr>
        <p:txBody>
          <a:bodyPr/>
          <a:lstStyle/>
          <a:p>
            <a:r>
              <a:rPr lang="en-GB"/>
              <a:t>Milestone 3 &amp; 4 overview</a:t>
            </a:r>
          </a:p>
        </p:txBody>
      </p:sp>
      <p:sp>
        <p:nvSpPr>
          <p:cNvPr id="4" name="Slide Number Placeholder 3">
            <a:extLst>
              <a:ext uri="{FF2B5EF4-FFF2-40B4-BE49-F238E27FC236}">
                <a16:creationId xmlns:a16="http://schemas.microsoft.com/office/drawing/2014/main" id="{5E2353FF-7D5C-855B-8DB9-04A812956633}"/>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23</a:t>
            </a:fld>
            <a:endParaRPr lang="en-GB"/>
          </a:p>
        </p:txBody>
      </p:sp>
      <p:graphicFrame>
        <p:nvGraphicFramePr>
          <p:cNvPr id="32" name="Diagram 31">
            <a:extLst>
              <a:ext uri="{FF2B5EF4-FFF2-40B4-BE49-F238E27FC236}">
                <a16:creationId xmlns:a16="http://schemas.microsoft.com/office/drawing/2014/main" id="{F2B86A3C-0F98-0153-3D39-E813E5E500BE}"/>
              </a:ext>
            </a:extLst>
          </p:cNvPr>
          <p:cNvGraphicFramePr/>
          <p:nvPr>
            <p:extLst>
              <p:ext uri="{D42A27DB-BD31-4B8C-83A1-F6EECF244321}">
                <p14:modId xmlns:p14="http://schemas.microsoft.com/office/powerpoint/2010/main" val="1315875402"/>
              </p:ext>
            </p:extLst>
          </p:nvPr>
        </p:nvGraphicFramePr>
        <p:xfrm>
          <a:off x="537641" y="1252151"/>
          <a:ext cx="9533769" cy="45659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TextBox 28">
            <a:extLst>
              <a:ext uri="{FF2B5EF4-FFF2-40B4-BE49-F238E27FC236}">
                <a16:creationId xmlns:a16="http://schemas.microsoft.com/office/drawing/2014/main" id="{BD616B3C-B3AF-53A2-8962-0C31DB6D174D}"/>
              </a:ext>
            </a:extLst>
          </p:cNvPr>
          <p:cNvSpPr txBox="1"/>
          <p:nvPr/>
        </p:nvSpPr>
        <p:spPr>
          <a:xfrm>
            <a:off x="4275667" y="5455606"/>
            <a:ext cx="2987524" cy="984885"/>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a:t>
            </a:r>
            <a:r>
              <a:rPr lang="en-US" sz="1600">
                <a:solidFill>
                  <a:schemeClr val="accent1"/>
                </a:solidFill>
                <a:ea typeface="+mn-lt"/>
                <a:cs typeface="+mn-lt"/>
              </a:rPr>
              <a:t>What procedural requirements are required for the asset to be compliant?</a:t>
            </a:r>
          </a:p>
        </p:txBody>
      </p:sp>
      <p:sp>
        <p:nvSpPr>
          <p:cNvPr id="43" name="TextBox 42">
            <a:extLst>
              <a:ext uri="{FF2B5EF4-FFF2-40B4-BE49-F238E27FC236}">
                <a16:creationId xmlns:a16="http://schemas.microsoft.com/office/drawing/2014/main" id="{4E1F16C6-7FA9-C20A-9643-DAD06260FDEC}"/>
              </a:ext>
            </a:extLst>
          </p:cNvPr>
          <p:cNvSpPr txBox="1"/>
          <p:nvPr/>
        </p:nvSpPr>
        <p:spPr>
          <a:xfrm>
            <a:off x="7870240" y="5577538"/>
            <a:ext cx="3517294" cy="738664"/>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 Traceability): Why is this action required for this component or asset?</a:t>
            </a:r>
            <a:endParaRPr lang="en-US" sz="1600">
              <a:solidFill>
                <a:schemeClr val="accent1"/>
              </a:solidFill>
            </a:endParaRPr>
          </a:p>
        </p:txBody>
      </p:sp>
      <p:cxnSp>
        <p:nvCxnSpPr>
          <p:cNvPr id="56" name="Straight Arrow Connector 55">
            <a:extLst>
              <a:ext uri="{FF2B5EF4-FFF2-40B4-BE49-F238E27FC236}">
                <a16:creationId xmlns:a16="http://schemas.microsoft.com/office/drawing/2014/main" id="{9135EAB7-C96E-E7D5-821F-F88870B28E6F}"/>
              </a:ext>
            </a:extLst>
          </p:cNvPr>
          <p:cNvCxnSpPr/>
          <p:nvPr/>
        </p:nvCxnSpPr>
        <p:spPr>
          <a:xfrm>
            <a:off x="8315627" y="3773865"/>
            <a:ext cx="19353" cy="1779209"/>
          </a:xfrm>
          <a:prstGeom prst="straightConnector1">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05623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623F0-5925-C721-5A06-77B2E3C88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69BE97-851B-C9DC-A4FF-F8D091EEE2D3}"/>
              </a:ext>
            </a:extLst>
          </p:cNvPr>
          <p:cNvSpPr>
            <a:spLocks noGrp="1"/>
          </p:cNvSpPr>
          <p:nvPr>
            <p:ph type="title"/>
          </p:nvPr>
        </p:nvSpPr>
        <p:spPr>
          <a:xfrm>
            <a:off x="539750" y="539750"/>
            <a:ext cx="6298917" cy="936000"/>
          </a:xfrm>
        </p:spPr>
        <p:txBody>
          <a:bodyPr/>
          <a:lstStyle/>
          <a:p>
            <a:r>
              <a:rPr lang="en-GB"/>
              <a:t>Milestone 5 overview</a:t>
            </a:r>
          </a:p>
        </p:txBody>
      </p:sp>
      <p:sp>
        <p:nvSpPr>
          <p:cNvPr id="4" name="Slide Number Placeholder 3">
            <a:extLst>
              <a:ext uri="{FF2B5EF4-FFF2-40B4-BE49-F238E27FC236}">
                <a16:creationId xmlns:a16="http://schemas.microsoft.com/office/drawing/2014/main" id="{ADF02B73-19A6-348A-E5E8-26B86FA25440}"/>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24</a:t>
            </a:fld>
            <a:endParaRPr lang="en-GB"/>
          </a:p>
        </p:txBody>
      </p:sp>
      <p:graphicFrame>
        <p:nvGraphicFramePr>
          <p:cNvPr id="32" name="Diagram 31">
            <a:extLst>
              <a:ext uri="{FF2B5EF4-FFF2-40B4-BE49-F238E27FC236}">
                <a16:creationId xmlns:a16="http://schemas.microsoft.com/office/drawing/2014/main" id="{B876C4C5-B8C4-0CD3-3E33-B3A843E3C2A7}"/>
              </a:ext>
            </a:extLst>
          </p:cNvPr>
          <p:cNvGraphicFramePr/>
          <p:nvPr>
            <p:extLst>
              <p:ext uri="{D42A27DB-BD31-4B8C-83A1-F6EECF244321}">
                <p14:modId xmlns:p14="http://schemas.microsoft.com/office/powerpoint/2010/main" val="1454158786"/>
              </p:ext>
            </p:extLst>
          </p:nvPr>
        </p:nvGraphicFramePr>
        <p:xfrm>
          <a:off x="692100" y="991162"/>
          <a:ext cx="10090150" cy="4620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TextBox 19">
            <a:extLst>
              <a:ext uri="{FF2B5EF4-FFF2-40B4-BE49-F238E27FC236}">
                <a16:creationId xmlns:a16="http://schemas.microsoft.com/office/drawing/2014/main" id="{7C2A38DD-ADDB-F4DF-503E-AFAABF29F33A}"/>
              </a:ext>
            </a:extLst>
          </p:cNvPr>
          <p:cNvSpPr txBox="1"/>
          <p:nvPr/>
        </p:nvSpPr>
        <p:spPr>
          <a:xfrm>
            <a:off x="818429" y="5755663"/>
            <a:ext cx="10095468" cy="615553"/>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2000">
                <a:solidFill>
                  <a:schemeClr val="accent1"/>
                </a:solidFill>
                <a:ea typeface="+mn-lt"/>
                <a:cs typeface="+mn-lt"/>
              </a:rPr>
              <a:t>Business Question (Compliance alpha): Which requirements are currently satisfied, which are not, and what evidence supports that assessment?”</a:t>
            </a:r>
            <a:endParaRPr lang="en-US">
              <a:solidFill>
                <a:schemeClr val="accent1"/>
              </a:solidFill>
            </a:endParaRPr>
          </a:p>
        </p:txBody>
      </p:sp>
    </p:spTree>
    <p:extLst>
      <p:ext uri="{BB962C8B-B14F-4D97-AF65-F5344CB8AC3E}">
        <p14:creationId xmlns:p14="http://schemas.microsoft.com/office/powerpoint/2010/main" val="41895539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36ED5-518B-8973-EE50-FA926BFDD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0FAB2-1730-8275-104A-B14F4B2C7F4E}"/>
              </a:ext>
            </a:extLst>
          </p:cNvPr>
          <p:cNvSpPr>
            <a:spLocks noGrp="1"/>
          </p:cNvSpPr>
          <p:nvPr>
            <p:ph type="title"/>
          </p:nvPr>
        </p:nvSpPr>
        <p:spPr>
          <a:xfrm>
            <a:off x="539750" y="539750"/>
            <a:ext cx="6298917" cy="936000"/>
          </a:xfrm>
        </p:spPr>
        <p:txBody>
          <a:bodyPr/>
          <a:lstStyle/>
          <a:p>
            <a:r>
              <a:rPr lang="en-GB"/>
              <a:t>Milestone 6 overview</a:t>
            </a:r>
          </a:p>
        </p:txBody>
      </p:sp>
      <p:sp>
        <p:nvSpPr>
          <p:cNvPr id="4" name="Slide Number Placeholder 3">
            <a:extLst>
              <a:ext uri="{FF2B5EF4-FFF2-40B4-BE49-F238E27FC236}">
                <a16:creationId xmlns:a16="http://schemas.microsoft.com/office/drawing/2014/main" id="{31CFCE14-DCA6-07A2-A03E-B6BBFE7F6B44}"/>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25</a:t>
            </a:fld>
            <a:endParaRPr lang="en-GB"/>
          </a:p>
        </p:txBody>
      </p:sp>
      <p:graphicFrame>
        <p:nvGraphicFramePr>
          <p:cNvPr id="32" name="Diagram 31">
            <a:extLst>
              <a:ext uri="{FF2B5EF4-FFF2-40B4-BE49-F238E27FC236}">
                <a16:creationId xmlns:a16="http://schemas.microsoft.com/office/drawing/2014/main" id="{720844DE-9982-A1F5-BD70-232619F1E863}"/>
              </a:ext>
            </a:extLst>
          </p:cNvPr>
          <p:cNvGraphicFramePr/>
          <p:nvPr>
            <p:extLst>
              <p:ext uri="{D42A27DB-BD31-4B8C-83A1-F6EECF244321}">
                <p14:modId xmlns:p14="http://schemas.microsoft.com/office/powerpoint/2010/main" val="151327793"/>
              </p:ext>
            </p:extLst>
          </p:nvPr>
        </p:nvGraphicFramePr>
        <p:xfrm>
          <a:off x="424370" y="1005016"/>
          <a:ext cx="9276664" cy="4677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586FDD9-D482-F288-7F44-C88A02DBD5C0}"/>
              </a:ext>
            </a:extLst>
          </p:cNvPr>
          <p:cNvSpPr txBox="1"/>
          <p:nvPr/>
        </p:nvSpPr>
        <p:spPr>
          <a:xfrm>
            <a:off x="478237" y="5815117"/>
            <a:ext cx="9753600" cy="246221"/>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a:t>
            </a:r>
            <a:r>
              <a:rPr lang="en-US" sz="1600">
                <a:solidFill>
                  <a:schemeClr val="accent1"/>
                </a:solidFill>
                <a:ea typeface="+mn-lt"/>
                <a:cs typeface="+mn-lt"/>
              </a:rPr>
              <a:t>What technical requirements are required for the asset to be compliant?</a:t>
            </a:r>
          </a:p>
        </p:txBody>
      </p:sp>
    </p:spTree>
    <p:extLst>
      <p:ext uri="{BB962C8B-B14F-4D97-AF65-F5344CB8AC3E}">
        <p14:creationId xmlns:p14="http://schemas.microsoft.com/office/powerpoint/2010/main" val="14411595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517BA-364A-9D73-0C86-58FA23DBB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2A230F-3E06-31B5-9653-0C998851DA51}"/>
              </a:ext>
            </a:extLst>
          </p:cNvPr>
          <p:cNvSpPr>
            <a:spLocks noGrp="1"/>
          </p:cNvSpPr>
          <p:nvPr>
            <p:ph type="title"/>
          </p:nvPr>
        </p:nvSpPr>
        <p:spPr>
          <a:xfrm>
            <a:off x="539750" y="539750"/>
            <a:ext cx="6298917" cy="936000"/>
          </a:xfrm>
        </p:spPr>
        <p:txBody>
          <a:bodyPr/>
          <a:lstStyle/>
          <a:p>
            <a:r>
              <a:rPr lang="en-GB"/>
              <a:t>Milestone 7 overview</a:t>
            </a:r>
          </a:p>
        </p:txBody>
      </p:sp>
      <p:sp>
        <p:nvSpPr>
          <p:cNvPr id="4" name="Slide Number Placeholder 3">
            <a:extLst>
              <a:ext uri="{FF2B5EF4-FFF2-40B4-BE49-F238E27FC236}">
                <a16:creationId xmlns:a16="http://schemas.microsoft.com/office/drawing/2014/main" id="{8ABE2743-494E-8FFA-5A18-094873787CDB}"/>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26</a:t>
            </a:fld>
            <a:endParaRPr lang="en-GB"/>
          </a:p>
        </p:txBody>
      </p:sp>
      <p:graphicFrame>
        <p:nvGraphicFramePr>
          <p:cNvPr id="32" name="Diagram 31">
            <a:extLst>
              <a:ext uri="{FF2B5EF4-FFF2-40B4-BE49-F238E27FC236}">
                <a16:creationId xmlns:a16="http://schemas.microsoft.com/office/drawing/2014/main" id="{40FD5DC8-C24F-3077-ECF8-9DA72B72C7FF}"/>
              </a:ext>
            </a:extLst>
          </p:cNvPr>
          <p:cNvGraphicFramePr/>
          <p:nvPr>
            <p:extLst>
              <p:ext uri="{D42A27DB-BD31-4B8C-83A1-F6EECF244321}">
                <p14:modId xmlns:p14="http://schemas.microsoft.com/office/powerpoint/2010/main" val="1579638120"/>
              </p:ext>
            </p:extLst>
          </p:nvPr>
        </p:nvGraphicFramePr>
        <p:xfrm>
          <a:off x="692100" y="1005016"/>
          <a:ext cx="10090150" cy="45632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42B6963F-8C51-568E-5ABF-A504C0C86EA5}"/>
              </a:ext>
            </a:extLst>
          </p:cNvPr>
          <p:cNvSpPr txBox="1"/>
          <p:nvPr/>
        </p:nvSpPr>
        <p:spPr>
          <a:xfrm>
            <a:off x="692100" y="5910442"/>
            <a:ext cx="9753600" cy="246221"/>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Which technical requirements apply to which components of the asset?</a:t>
            </a:r>
            <a:endParaRPr lang="en-US" sz="1600">
              <a:solidFill>
                <a:schemeClr val="accent1"/>
              </a:solidFill>
              <a:ea typeface="+mn-lt"/>
              <a:cs typeface="+mn-lt"/>
            </a:endParaRPr>
          </a:p>
        </p:txBody>
      </p:sp>
    </p:spTree>
    <p:extLst>
      <p:ext uri="{BB962C8B-B14F-4D97-AF65-F5344CB8AC3E}">
        <p14:creationId xmlns:p14="http://schemas.microsoft.com/office/powerpoint/2010/main" val="1299780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BEBB1-79B2-AAC0-4B6B-5C22B7402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D5ABCA-5754-AE40-CF71-8F670903FE79}"/>
              </a:ext>
            </a:extLst>
          </p:cNvPr>
          <p:cNvSpPr>
            <a:spLocks noGrp="1"/>
          </p:cNvSpPr>
          <p:nvPr>
            <p:ph type="title"/>
          </p:nvPr>
        </p:nvSpPr>
        <p:spPr>
          <a:xfrm>
            <a:off x="558900" y="167684"/>
            <a:ext cx="6298917" cy="548596"/>
          </a:xfrm>
        </p:spPr>
        <p:txBody>
          <a:bodyPr/>
          <a:lstStyle/>
          <a:p>
            <a:r>
              <a:rPr lang="en-GB"/>
              <a:t>Milestone 8 overview</a:t>
            </a:r>
          </a:p>
        </p:txBody>
      </p:sp>
      <p:sp>
        <p:nvSpPr>
          <p:cNvPr id="4" name="Slide Number Placeholder 3">
            <a:extLst>
              <a:ext uri="{FF2B5EF4-FFF2-40B4-BE49-F238E27FC236}">
                <a16:creationId xmlns:a16="http://schemas.microsoft.com/office/drawing/2014/main" id="{D1C2335D-26B9-8170-80E0-532E00801F3A}"/>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27</a:t>
            </a:fld>
            <a:endParaRPr lang="en-GB"/>
          </a:p>
        </p:txBody>
      </p:sp>
      <p:graphicFrame>
        <p:nvGraphicFramePr>
          <p:cNvPr id="32" name="Diagram 31">
            <a:extLst>
              <a:ext uri="{FF2B5EF4-FFF2-40B4-BE49-F238E27FC236}">
                <a16:creationId xmlns:a16="http://schemas.microsoft.com/office/drawing/2014/main" id="{66304494-E6B1-86C8-E245-FE70F247E26B}"/>
              </a:ext>
            </a:extLst>
          </p:cNvPr>
          <p:cNvGraphicFramePr/>
          <p:nvPr>
            <p:extLst>
              <p:ext uri="{D42A27DB-BD31-4B8C-83A1-F6EECF244321}">
                <p14:modId xmlns:p14="http://schemas.microsoft.com/office/powerpoint/2010/main" val="2657795515"/>
              </p:ext>
            </p:extLst>
          </p:nvPr>
        </p:nvGraphicFramePr>
        <p:xfrm>
          <a:off x="297180" y="167684"/>
          <a:ext cx="11696700" cy="6255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A5740EC6-F374-1522-CC8B-F3BC736EFB86}"/>
              </a:ext>
            </a:extLst>
          </p:cNvPr>
          <p:cNvSpPr txBox="1"/>
          <p:nvPr/>
        </p:nvSpPr>
        <p:spPr>
          <a:xfrm>
            <a:off x="860375" y="5729873"/>
            <a:ext cx="9753600" cy="492443"/>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How can we efficiently scale and standardize the compliance process while reducing manual effort, turnaround time, and the risk of errors?</a:t>
            </a:r>
            <a:endParaRPr lang="en-US" sz="1600">
              <a:solidFill>
                <a:schemeClr val="accent1"/>
              </a:solidFill>
              <a:ea typeface="+mn-lt"/>
              <a:cs typeface="+mn-lt"/>
            </a:endParaRPr>
          </a:p>
        </p:txBody>
      </p:sp>
    </p:spTree>
    <p:extLst>
      <p:ext uri="{BB962C8B-B14F-4D97-AF65-F5344CB8AC3E}">
        <p14:creationId xmlns:p14="http://schemas.microsoft.com/office/powerpoint/2010/main" val="2426104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49551-699E-4EE7-9ECF-A1AFEE8F2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5FC409-1F5A-FE6C-40A6-A54964F79668}"/>
              </a:ext>
            </a:extLst>
          </p:cNvPr>
          <p:cNvSpPr>
            <a:spLocks noGrp="1"/>
          </p:cNvSpPr>
          <p:nvPr>
            <p:ph type="title"/>
          </p:nvPr>
        </p:nvSpPr>
        <p:spPr>
          <a:xfrm>
            <a:off x="539750" y="539750"/>
            <a:ext cx="6298917" cy="936000"/>
          </a:xfrm>
        </p:spPr>
        <p:txBody>
          <a:bodyPr/>
          <a:lstStyle/>
          <a:p>
            <a:r>
              <a:rPr lang="en-GB"/>
              <a:t>Milestone 9 overview</a:t>
            </a:r>
          </a:p>
        </p:txBody>
      </p:sp>
      <p:sp>
        <p:nvSpPr>
          <p:cNvPr id="4" name="Slide Number Placeholder 3">
            <a:extLst>
              <a:ext uri="{FF2B5EF4-FFF2-40B4-BE49-F238E27FC236}">
                <a16:creationId xmlns:a16="http://schemas.microsoft.com/office/drawing/2014/main" id="{710FAE08-11EE-3DCE-D636-75842448C30F}"/>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28</a:t>
            </a:fld>
            <a:endParaRPr lang="en-GB"/>
          </a:p>
        </p:txBody>
      </p:sp>
      <p:graphicFrame>
        <p:nvGraphicFramePr>
          <p:cNvPr id="32" name="Diagram 31">
            <a:extLst>
              <a:ext uri="{FF2B5EF4-FFF2-40B4-BE49-F238E27FC236}">
                <a16:creationId xmlns:a16="http://schemas.microsoft.com/office/drawing/2014/main" id="{BBD6F2C2-0DAF-8A32-3AA4-9274EC37B58E}"/>
              </a:ext>
            </a:extLst>
          </p:cNvPr>
          <p:cNvGraphicFramePr/>
          <p:nvPr>
            <p:extLst>
              <p:ext uri="{D42A27DB-BD31-4B8C-83A1-F6EECF244321}">
                <p14:modId xmlns:p14="http://schemas.microsoft.com/office/powerpoint/2010/main" val="2496980932"/>
              </p:ext>
            </p:extLst>
          </p:nvPr>
        </p:nvGraphicFramePr>
        <p:xfrm>
          <a:off x="692100" y="1005016"/>
          <a:ext cx="10090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 name="TextBox 19">
            <a:extLst>
              <a:ext uri="{FF2B5EF4-FFF2-40B4-BE49-F238E27FC236}">
                <a16:creationId xmlns:a16="http://schemas.microsoft.com/office/drawing/2014/main" id="{6593B2A1-1198-EBB3-31C4-C8863BBFE25A}"/>
              </a:ext>
            </a:extLst>
          </p:cNvPr>
          <p:cNvSpPr txBox="1"/>
          <p:nvPr/>
        </p:nvSpPr>
        <p:spPr>
          <a:xfrm>
            <a:off x="823784" y="5745891"/>
            <a:ext cx="9961603" cy="307777"/>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2000">
                <a:solidFill>
                  <a:schemeClr val="accent1"/>
                </a:solidFill>
                <a:cs typeface="Arial"/>
              </a:rPr>
              <a:t>Business Question: </a:t>
            </a:r>
            <a:r>
              <a:rPr lang="en-US" sz="2000">
                <a:solidFill>
                  <a:schemeClr val="accent1"/>
                </a:solidFill>
                <a:ea typeface="+mn-lt"/>
                <a:cs typeface="+mn-lt"/>
              </a:rPr>
              <a:t>Is this site compliant, and what evidence supports that conclusion?</a:t>
            </a:r>
            <a:endParaRPr lang="en-US" sz="2000">
              <a:solidFill>
                <a:schemeClr val="accent1"/>
              </a:solidFill>
            </a:endParaRPr>
          </a:p>
        </p:txBody>
      </p:sp>
    </p:spTree>
    <p:extLst>
      <p:ext uri="{BB962C8B-B14F-4D97-AF65-F5344CB8AC3E}">
        <p14:creationId xmlns:p14="http://schemas.microsoft.com/office/powerpoint/2010/main" val="23182138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10914E7-85BB-F3A6-A609-E0A6E2C62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175C5-4305-E362-F626-EB810B91C486}"/>
              </a:ext>
            </a:extLst>
          </p:cNvPr>
          <p:cNvSpPr>
            <a:spLocks noGrp="1"/>
          </p:cNvSpPr>
          <p:nvPr>
            <p:ph type="title"/>
          </p:nvPr>
        </p:nvSpPr>
        <p:spPr>
          <a:xfrm>
            <a:off x="539750" y="539750"/>
            <a:ext cx="6298917" cy="936000"/>
          </a:xfrm>
        </p:spPr>
        <p:txBody>
          <a:bodyPr/>
          <a:lstStyle/>
          <a:p>
            <a:r>
              <a:rPr lang="en-GB"/>
              <a:t>Milestone 6 overview</a:t>
            </a:r>
          </a:p>
        </p:txBody>
      </p:sp>
      <p:sp>
        <p:nvSpPr>
          <p:cNvPr id="4" name="Slide Number Placeholder 3">
            <a:extLst>
              <a:ext uri="{FF2B5EF4-FFF2-40B4-BE49-F238E27FC236}">
                <a16:creationId xmlns:a16="http://schemas.microsoft.com/office/drawing/2014/main" id="{E7F838B6-3B8D-D8D2-BB5F-87F0AC20DA4F}"/>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29</a:t>
            </a:fld>
            <a:endParaRPr lang="en-GB"/>
          </a:p>
        </p:txBody>
      </p:sp>
      <p:graphicFrame>
        <p:nvGraphicFramePr>
          <p:cNvPr id="32" name="Diagram 31">
            <a:extLst>
              <a:ext uri="{FF2B5EF4-FFF2-40B4-BE49-F238E27FC236}">
                <a16:creationId xmlns:a16="http://schemas.microsoft.com/office/drawing/2014/main" id="{78EE2A41-D79D-9012-B1DC-03D62630FB87}"/>
              </a:ext>
            </a:extLst>
          </p:cNvPr>
          <p:cNvGraphicFramePr/>
          <p:nvPr>
            <p:extLst>
              <p:ext uri="{D42A27DB-BD31-4B8C-83A1-F6EECF244321}">
                <p14:modId xmlns:p14="http://schemas.microsoft.com/office/powerpoint/2010/main" val="2404956040"/>
              </p:ext>
            </p:extLst>
          </p:nvPr>
        </p:nvGraphicFramePr>
        <p:xfrm>
          <a:off x="424370" y="1005016"/>
          <a:ext cx="9276664" cy="46772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5" name="TextBox 44">
            <a:extLst>
              <a:ext uri="{FF2B5EF4-FFF2-40B4-BE49-F238E27FC236}">
                <a16:creationId xmlns:a16="http://schemas.microsoft.com/office/drawing/2014/main" id="{A5D24AEA-2F3B-6BA4-5B26-3928710737F0}"/>
              </a:ext>
            </a:extLst>
          </p:cNvPr>
          <p:cNvSpPr txBox="1"/>
          <p:nvPr/>
        </p:nvSpPr>
        <p:spPr>
          <a:xfrm>
            <a:off x="411891" y="5684108"/>
            <a:ext cx="11372332" cy="636147"/>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2000">
                <a:solidFill>
                  <a:schemeClr val="accent1"/>
                </a:solidFill>
                <a:cs typeface="Arial"/>
              </a:rPr>
              <a:t>Business question (descriptive): What are the attributes/properties (such as MBL, lifetime, </a:t>
            </a:r>
            <a:r>
              <a:rPr lang="en-US" sz="2000" err="1">
                <a:solidFill>
                  <a:schemeClr val="accent1"/>
                </a:solidFill>
                <a:cs typeface="Arial"/>
              </a:rPr>
              <a:t>etc</a:t>
            </a:r>
            <a:r>
              <a:rPr lang="en-US" sz="2000">
                <a:solidFill>
                  <a:schemeClr val="accent1"/>
                </a:solidFill>
                <a:cs typeface="Arial"/>
              </a:rPr>
              <a:t>) of the asset?</a:t>
            </a:r>
            <a:endParaRPr lang="en-US" sz="2000" err="1">
              <a:solidFill>
                <a:schemeClr val="accent1"/>
              </a:solidFill>
            </a:endParaRPr>
          </a:p>
        </p:txBody>
      </p:sp>
    </p:spTree>
    <p:extLst>
      <p:ext uri="{BB962C8B-B14F-4D97-AF65-F5344CB8AC3E}">
        <p14:creationId xmlns:p14="http://schemas.microsoft.com/office/powerpoint/2010/main" val="12690261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F5738B-2EFF-E9E7-1961-36D4DEE9C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B142A-8E58-9AE7-D3B4-1255941D5632}"/>
              </a:ext>
            </a:extLst>
          </p:cNvPr>
          <p:cNvSpPr>
            <a:spLocks noGrp="1"/>
          </p:cNvSpPr>
          <p:nvPr>
            <p:ph type="title"/>
          </p:nvPr>
        </p:nvSpPr>
        <p:spPr>
          <a:xfrm>
            <a:off x="539750" y="539750"/>
            <a:ext cx="6298917" cy="936000"/>
          </a:xfrm>
        </p:spPr>
        <p:txBody>
          <a:bodyPr/>
          <a:lstStyle/>
          <a:p>
            <a:r>
              <a:rPr lang="en-GB"/>
              <a:t>Milestone 7 overview</a:t>
            </a:r>
          </a:p>
        </p:txBody>
      </p:sp>
      <p:sp>
        <p:nvSpPr>
          <p:cNvPr id="4" name="Slide Number Placeholder 3">
            <a:extLst>
              <a:ext uri="{FF2B5EF4-FFF2-40B4-BE49-F238E27FC236}">
                <a16:creationId xmlns:a16="http://schemas.microsoft.com/office/drawing/2014/main" id="{D721D6BF-4AB9-3DC6-F33B-C0F3C584A4F0}"/>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30</a:t>
            </a:fld>
            <a:endParaRPr lang="en-GB"/>
          </a:p>
        </p:txBody>
      </p:sp>
      <p:graphicFrame>
        <p:nvGraphicFramePr>
          <p:cNvPr id="32" name="Diagram 31">
            <a:extLst>
              <a:ext uri="{FF2B5EF4-FFF2-40B4-BE49-F238E27FC236}">
                <a16:creationId xmlns:a16="http://schemas.microsoft.com/office/drawing/2014/main" id="{97F71E4F-482D-84A8-1754-BD04A510AEEB}"/>
              </a:ext>
            </a:extLst>
          </p:cNvPr>
          <p:cNvGraphicFramePr/>
          <p:nvPr/>
        </p:nvGraphicFramePr>
        <p:xfrm>
          <a:off x="692100" y="1005016"/>
          <a:ext cx="10090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371996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BC120E6-32A2-7A7B-D8E5-D2FF11E15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308375-593D-BFC9-6CE7-02D10D53A58A}"/>
              </a:ext>
            </a:extLst>
          </p:cNvPr>
          <p:cNvSpPr>
            <a:spLocks noGrp="1"/>
          </p:cNvSpPr>
          <p:nvPr>
            <p:ph type="title"/>
          </p:nvPr>
        </p:nvSpPr>
        <p:spPr>
          <a:xfrm>
            <a:off x="539750" y="539750"/>
            <a:ext cx="6298917" cy="936000"/>
          </a:xfrm>
        </p:spPr>
        <p:txBody>
          <a:bodyPr/>
          <a:lstStyle/>
          <a:p>
            <a:r>
              <a:rPr lang="en-GB"/>
              <a:t>Milestone 8 overview</a:t>
            </a:r>
          </a:p>
        </p:txBody>
      </p:sp>
      <p:sp>
        <p:nvSpPr>
          <p:cNvPr id="4" name="Slide Number Placeholder 3">
            <a:extLst>
              <a:ext uri="{FF2B5EF4-FFF2-40B4-BE49-F238E27FC236}">
                <a16:creationId xmlns:a16="http://schemas.microsoft.com/office/drawing/2014/main" id="{D9C8F2CD-D394-0E5F-8926-50055008BAE1}"/>
              </a:ext>
            </a:extLst>
          </p:cNvPr>
          <p:cNvSpPr>
            <a:spLocks noGrp="1"/>
          </p:cNvSpPr>
          <p:nvPr>
            <p:ph type="sldNum" sz="quarter" idx="12"/>
          </p:nvPr>
        </p:nvSpPr>
        <p:spPr>
          <a:xfrm>
            <a:off x="425700" y="6440400"/>
            <a:ext cx="266400" cy="151200"/>
          </a:xfrm>
        </p:spPr>
        <p:txBody>
          <a:bodyPr/>
          <a:lstStyle/>
          <a:p>
            <a:fld id="{5BA07366-CB75-4AA8-9E5B-928B849F427C}" type="slidenum">
              <a:rPr lang="en-GB" smtClean="0"/>
              <a:t>31</a:t>
            </a:fld>
            <a:endParaRPr lang="en-GB"/>
          </a:p>
        </p:txBody>
      </p:sp>
      <p:graphicFrame>
        <p:nvGraphicFramePr>
          <p:cNvPr id="32" name="Diagram 31">
            <a:extLst>
              <a:ext uri="{FF2B5EF4-FFF2-40B4-BE49-F238E27FC236}">
                <a16:creationId xmlns:a16="http://schemas.microsoft.com/office/drawing/2014/main" id="{70A2D14F-2A7E-3E0C-C462-8AFBFE267B1B}"/>
              </a:ext>
            </a:extLst>
          </p:cNvPr>
          <p:cNvGraphicFramePr/>
          <p:nvPr>
            <p:extLst>
              <p:ext uri="{D42A27DB-BD31-4B8C-83A1-F6EECF244321}">
                <p14:modId xmlns:p14="http://schemas.microsoft.com/office/powerpoint/2010/main" val="3228678955"/>
              </p:ext>
            </p:extLst>
          </p:nvPr>
        </p:nvGraphicFramePr>
        <p:xfrm>
          <a:off x="692100" y="1005016"/>
          <a:ext cx="1009015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43C2F8F5-D5E7-7D87-7E52-0506BB673A23}"/>
              </a:ext>
            </a:extLst>
          </p:cNvPr>
          <p:cNvSpPr txBox="1"/>
          <p:nvPr/>
        </p:nvSpPr>
        <p:spPr>
          <a:xfrm>
            <a:off x="860375" y="5729873"/>
            <a:ext cx="9753600" cy="246221"/>
          </a:xfrm>
          <a:prstGeom prst="rect">
            <a:avLst/>
          </a:prstGeom>
        </p:spPr>
        <p:style>
          <a:lnRef idx="2">
            <a:schemeClr val="accent3"/>
          </a:lnRef>
          <a:fillRef idx="1">
            <a:schemeClr val="lt1"/>
          </a:fillRef>
          <a:effectRef idx="0">
            <a:schemeClr val="accent3"/>
          </a:effectRef>
          <a:fontRef idx="minor">
            <a:schemeClr val="dk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spcBef>
                <a:spcPts val="600"/>
              </a:spcBef>
            </a:pPr>
            <a:r>
              <a:rPr lang="en-US" sz="1600">
                <a:solidFill>
                  <a:schemeClr val="accent1"/>
                </a:solidFill>
                <a:cs typeface="Arial"/>
              </a:rPr>
              <a:t>Business question (normative): </a:t>
            </a:r>
            <a:r>
              <a:rPr lang="en-US" sz="1600">
                <a:solidFill>
                  <a:schemeClr val="accent1"/>
                </a:solidFill>
                <a:ea typeface="+mn-lt"/>
                <a:cs typeface="+mn-lt"/>
              </a:rPr>
              <a:t>What technical requirements are required for the asset to be compliant?</a:t>
            </a:r>
          </a:p>
        </p:txBody>
      </p:sp>
    </p:spTree>
    <p:extLst>
      <p:ext uri="{BB962C8B-B14F-4D97-AF65-F5344CB8AC3E}">
        <p14:creationId xmlns:p14="http://schemas.microsoft.com/office/powerpoint/2010/main" val="2579342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53402EC-EB92-5C84-3F05-F95AC4762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05EAD5-E449-C415-8F94-46DD9B759EFC}"/>
              </a:ext>
            </a:extLst>
          </p:cNvPr>
          <p:cNvSpPr>
            <a:spLocks noGrp="1"/>
          </p:cNvSpPr>
          <p:nvPr>
            <p:ph type="title"/>
          </p:nvPr>
        </p:nvSpPr>
        <p:spPr/>
        <p:txBody>
          <a:bodyPr/>
          <a:lstStyle/>
          <a:p>
            <a:r>
              <a:rPr lang="en-GB"/>
              <a:t>Future Architecture</a:t>
            </a:r>
          </a:p>
        </p:txBody>
      </p:sp>
      <p:sp>
        <p:nvSpPr>
          <p:cNvPr id="4" name="Slide Number Placeholder 3">
            <a:extLst>
              <a:ext uri="{FF2B5EF4-FFF2-40B4-BE49-F238E27FC236}">
                <a16:creationId xmlns:a16="http://schemas.microsoft.com/office/drawing/2014/main" id="{E8CDF388-14B2-455C-4110-29A5E4B46E54}"/>
              </a:ext>
            </a:extLst>
          </p:cNvPr>
          <p:cNvSpPr>
            <a:spLocks noGrp="1"/>
          </p:cNvSpPr>
          <p:nvPr>
            <p:ph type="sldNum" sz="quarter" idx="12"/>
          </p:nvPr>
        </p:nvSpPr>
        <p:spPr/>
        <p:txBody>
          <a:bodyPr/>
          <a:lstStyle/>
          <a:p>
            <a:fld id="{5BA07366-CB75-4AA8-9E5B-928B849F427C}" type="slidenum">
              <a:rPr lang="en-GB" smtClean="0"/>
              <a:t>32</a:t>
            </a:fld>
            <a:endParaRPr lang="en-GB"/>
          </a:p>
        </p:txBody>
      </p:sp>
      <p:grpSp>
        <p:nvGrpSpPr>
          <p:cNvPr id="20" name="Group 19">
            <a:extLst>
              <a:ext uri="{FF2B5EF4-FFF2-40B4-BE49-F238E27FC236}">
                <a16:creationId xmlns:a16="http://schemas.microsoft.com/office/drawing/2014/main" id="{D1F8536F-57CF-B3B0-6B1D-9F36A4D1A5D3}"/>
              </a:ext>
            </a:extLst>
          </p:cNvPr>
          <p:cNvGrpSpPr/>
          <p:nvPr/>
        </p:nvGrpSpPr>
        <p:grpSpPr>
          <a:xfrm>
            <a:off x="5934336" y="1990294"/>
            <a:ext cx="1287780" cy="1196340"/>
            <a:chOff x="4808220" y="2514600"/>
            <a:chExt cx="1287780" cy="1196340"/>
          </a:xfrm>
        </p:grpSpPr>
        <p:grpSp>
          <p:nvGrpSpPr>
            <p:cNvPr id="5" name="Group 4">
              <a:extLst>
                <a:ext uri="{FF2B5EF4-FFF2-40B4-BE49-F238E27FC236}">
                  <a16:creationId xmlns:a16="http://schemas.microsoft.com/office/drawing/2014/main" id="{D888044B-01E7-1BEB-6E44-D4B8CE2B1CAD}"/>
                </a:ext>
              </a:extLst>
            </p:cNvPr>
            <p:cNvGrpSpPr/>
            <p:nvPr/>
          </p:nvGrpSpPr>
          <p:grpSpPr>
            <a:xfrm>
              <a:off x="5303662" y="2727671"/>
              <a:ext cx="350562" cy="349883"/>
              <a:chOff x="2905491" y="3801479"/>
              <a:chExt cx="581120" cy="601744"/>
            </a:xfrm>
          </p:grpSpPr>
          <p:sp>
            <p:nvSpPr>
              <p:cNvPr id="6" name="Oval 5">
                <a:extLst>
                  <a:ext uri="{FF2B5EF4-FFF2-40B4-BE49-F238E27FC236}">
                    <a16:creationId xmlns:a16="http://schemas.microsoft.com/office/drawing/2014/main" id="{1822E2FB-C917-A785-3F3F-B7598A6914B8}"/>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7" name="Oval 6">
                <a:extLst>
                  <a:ext uri="{FF2B5EF4-FFF2-40B4-BE49-F238E27FC236}">
                    <a16:creationId xmlns:a16="http://schemas.microsoft.com/office/drawing/2014/main" id="{0A0EDC87-8A6E-7E0A-F8C3-14B5E2D2A494}"/>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8" name="Oval 7">
                <a:extLst>
                  <a:ext uri="{FF2B5EF4-FFF2-40B4-BE49-F238E27FC236}">
                    <a16:creationId xmlns:a16="http://schemas.microsoft.com/office/drawing/2014/main" id="{D7BB4498-BA50-6CA7-DC39-09BDE9BE7755}"/>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9" name="Oval 8">
                <a:extLst>
                  <a:ext uri="{FF2B5EF4-FFF2-40B4-BE49-F238E27FC236}">
                    <a16:creationId xmlns:a16="http://schemas.microsoft.com/office/drawing/2014/main" id="{37A08F83-CB3E-2AAA-AC6C-A502AB5D3721}"/>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10" name="Oval 9">
                <a:extLst>
                  <a:ext uri="{FF2B5EF4-FFF2-40B4-BE49-F238E27FC236}">
                    <a16:creationId xmlns:a16="http://schemas.microsoft.com/office/drawing/2014/main" id="{B635DE10-3D96-71A6-3019-6EC288CCF1BF}"/>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11" name="Oval 10">
                <a:extLst>
                  <a:ext uri="{FF2B5EF4-FFF2-40B4-BE49-F238E27FC236}">
                    <a16:creationId xmlns:a16="http://schemas.microsoft.com/office/drawing/2014/main" id="{847D0553-9E63-381F-E924-E97EB4ADC464}"/>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12" name="Oval 11">
                <a:extLst>
                  <a:ext uri="{FF2B5EF4-FFF2-40B4-BE49-F238E27FC236}">
                    <a16:creationId xmlns:a16="http://schemas.microsoft.com/office/drawing/2014/main" id="{DC53563D-44CE-BDFB-32B4-E57231C3BEA3}"/>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13" name="Straight Connector 12">
                <a:extLst>
                  <a:ext uri="{FF2B5EF4-FFF2-40B4-BE49-F238E27FC236}">
                    <a16:creationId xmlns:a16="http://schemas.microsoft.com/office/drawing/2014/main" id="{F10194B0-DAEC-4EF5-765D-7A85C191D33E}"/>
                  </a:ext>
                </a:extLst>
              </p:cNvPr>
              <p:cNvCxnSpPr>
                <a:cxnSpLocks/>
                <a:stCxn id="9" idx="7"/>
                <a:endCxn id="6"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51E68E-0082-AA0B-CE07-1587DB606886}"/>
                  </a:ext>
                </a:extLst>
              </p:cNvPr>
              <p:cNvCxnSpPr>
                <a:cxnSpLocks/>
                <a:stCxn id="7" idx="3"/>
                <a:endCxn id="6"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9F6C20-9448-5E41-553A-BEBE819A6DCE}"/>
                  </a:ext>
                </a:extLst>
              </p:cNvPr>
              <p:cNvCxnSpPr>
                <a:cxnSpLocks/>
                <a:stCxn id="12" idx="6"/>
                <a:endCxn id="7"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CB27B5-E55A-75F3-D362-6D9A403B967D}"/>
                  </a:ext>
                </a:extLst>
              </p:cNvPr>
              <p:cNvCxnSpPr>
                <a:cxnSpLocks/>
                <a:stCxn id="7"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6D6674F-D386-5C4B-485E-BE5119521069}"/>
                  </a:ext>
                </a:extLst>
              </p:cNvPr>
              <p:cNvCxnSpPr>
                <a:cxnSpLocks/>
                <a:stCxn id="10" idx="0"/>
                <a:endCxn id="11"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237A247-5310-795C-0A1D-99C9298C9AEE}"/>
                  </a:ext>
                </a:extLst>
              </p:cNvPr>
              <p:cNvCxnSpPr>
                <a:cxnSpLocks/>
                <a:stCxn id="9" idx="1"/>
                <a:endCxn id="10"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sp>
          <p:nvSpPr>
            <p:cNvPr id="19" name="Rectangle 18">
              <a:extLst>
                <a:ext uri="{FF2B5EF4-FFF2-40B4-BE49-F238E27FC236}">
                  <a16:creationId xmlns:a16="http://schemas.microsoft.com/office/drawing/2014/main" id="{FA0EC586-13F4-F691-8737-9CAACB7CBB5B}"/>
                </a:ext>
              </a:extLst>
            </p:cNvPr>
            <p:cNvSpPr/>
            <p:nvPr/>
          </p:nvSpPr>
          <p:spPr>
            <a:xfrm>
              <a:off x="4808220" y="2514600"/>
              <a:ext cx="1287780" cy="119634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100000"/>
                </a:lnSpc>
                <a:spcBef>
                  <a:spcPts val="600"/>
                </a:spcBef>
              </a:pPr>
              <a:r>
                <a:rPr lang="en-GB" sz="1050">
                  <a:solidFill>
                    <a:schemeClr val="accent1"/>
                  </a:solidFill>
                </a:rPr>
                <a:t>Graph Database</a:t>
              </a:r>
              <a:br>
                <a:rPr lang="en-GB" sz="1050">
                  <a:solidFill>
                    <a:schemeClr val="accent1"/>
                  </a:solidFill>
                </a:rPr>
              </a:br>
              <a:r>
                <a:rPr lang="en-GB" sz="1050">
                  <a:solidFill>
                    <a:schemeClr val="accent1"/>
                  </a:solidFill>
                </a:rPr>
                <a:t>(Oracle)</a:t>
              </a:r>
            </a:p>
          </p:txBody>
        </p:sp>
      </p:grpSp>
      <p:grpSp>
        <p:nvGrpSpPr>
          <p:cNvPr id="21" name="Group 20">
            <a:extLst>
              <a:ext uri="{FF2B5EF4-FFF2-40B4-BE49-F238E27FC236}">
                <a16:creationId xmlns:a16="http://schemas.microsoft.com/office/drawing/2014/main" id="{77DE539B-CE0E-13D2-77C1-2D04E5027B58}"/>
              </a:ext>
            </a:extLst>
          </p:cNvPr>
          <p:cNvGrpSpPr/>
          <p:nvPr/>
        </p:nvGrpSpPr>
        <p:grpSpPr>
          <a:xfrm>
            <a:off x="8441439" y="2110893"/>
            <a:ext cx="786994" cy="1066274"/>
            <a:chOff x="1931213" y="4730820"/>
            <a:chExt cx="786994" cy="1066274"/>
          </a:xfrm>
        </p:grpSpPr>
        <p:pic>
          <p:nvPicPr>
            <p:cNvPr id="22" name="Graphic 21" descr="Laptop outline">
              <a:extLst>
                <a:ext uri="{FF2B5EF4-FFF2-40B4-BE49-F238E27FC236}">
                  <a16:creationId xmlns:a16="http://schemas.microsoft.com/office/drawing/2014/main" id="{14B80247-FD10-AF3C-4F25-63E77E20E41B}"/>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085925" y="4730820"/>
              <a:ext cx="477571" cy="477571"/>
            </a:xfrm>
            <a:prstGeom prst="rect">
              <a:avLst/>
            </a:prstGeom>
          </p:spPr>
        </p:pic>
        <p:sp>
          <p:nvSpPr>
            <p:cNvPr id="23" name="TextBox 22">
              <a:extLst>
                <a:ext uri="{FF2B5EF4-FFF2-40B4-BE49-F238E27FC236}">
                  <a16:creationId xmlns:a16="http://schemas.microsoft.com/office/drawing/2014/main" id="{82983D4F-E7C6-BD3B-FABF-5110C3413AB1}"/>
                </a:ext>
              </a:extLst>
            </p:cNvPr>
            <p:cNvSpPr txBox="1"/>
            <p:nvPr/>
          </p:nvSpPr>
          <p:spPr>
            <a:xfrm>
              <a:off x="1931213" y="5166152"/>
              <a:ext cx="786994" cy="630942"/>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Smarter Compliance Front-end</a:t>
              </a:r>
            </a:p>
            <a:p>
              <a:pPr algn="ctr">
                <a:lnSpc>
                  <a:spcPct val="100000"/>
                </a:lnSpc>
                <a:spcBef>
                  <a:spcPts val="600"/>
                </a:spcBef>
              </a:pPr>
              <a:r>
                <a:rPr lang="en-GB" sz="900">
                  <a:solidFill>
                    <a:schemeClr val="accent1"/>
                  </a:solidFill>
                </a:rPr>
                <a:t>(OCI)</a:t>
              </a:r>
            </a:p>
          </p:txBody>
        </p:sp>
      </p:grpSp>
      <p:grpSp>
        <p:nvGrpSpPr>
          <p:cNvPr id="26" name="Group 25">
            <a:extLst>
              <a:ext uri="{FF2B5EF4-FFF2-40B4-BE49-F238E27FC236}">
                <a16:creationId xmlns:a16="http://schemas.microsoft.com/office/drawing/2014/main" id="{6F325254-10CF-2B24-A24C-0357029B1EEE}"/>
              </a:ext>
            </a:extLst>
          </p:cNvPr>
          <p:cNvGrpSpPr/>
          <p:nvPr/>
        </p:nvGrpSpPr>
        <p:grpSpPr>
          <a:xfrm>
            <a:off x="7694048" y="2291829"/>
            <a:ext cx="563780" cy="390307"/>
            <a:chOff x="9873313" y="539749"/>
            <a:chExt cx="563780" cy="390307"/>
          </a:xfrm>
        </p:grpSpPr>
        <p:sp>
          <p:nvSpPr>
            <p:cNvPr id="24" name="Freeform: Shape 23">
              <a:extLst>
                <a:ext uri="{FF2B5EF4-FFF2-40B4-BE49-F238E27FC236}">
                  <a16:creationId xmlns:a16="http://schemas.microsoft.com/office/drawing/2014/main" id="{44BB07A3-4C81-36C2-D32D-150476F8494C}"/>
                </a:ext>
              </a:extLst>
            </p:cNvPr>
            <p:cNvSpPr/>
            <p:nvPr/>
          </p:nvSpPr>
          <p:spPr>
            <a:xfrm>
              <a:off x="9875520" y="539749"/>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reeform: Shape 24">
              <a:extLst>
                <a:ext uri="{FF2B5EF4-FFF2-40B4-BE49-F238E27FC236}">
                  <a16:creationId xmlns:a16="http://schemas.microsoft.com/office/drawing/2014/main" id="{062F6757-69B4-0C48-3CD7-7F1557F2122B}"/>
                </a:ext>
              </a:extLst>
            </p:cNvPr>
            <p:cNvSpPr/>
            <p:nvPr/>
          </p:nvSpPr>
          <p:spPr>
            <a:xfrm rot="11281437">
              <a:off x="9873313" y="859055"/>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8" name="Group 27">
            <a:extLst>
              <a:ext uri="{FF2B5EF4-FFF2-40B4-BE49-F238E27FC236}">
                <a16:creationId xmlns:a16="http://schemas.microsoft.com/office/drawing/2014/main" id="{711CEC3A-9061-9632-DB0B-663C6DF8D86F}"/>
              </a:ext>
            </a:extLst>
          </p:cNvPr>
          <p:cNvGrpSpPr/>
          <p:nvPr/>
        </p:nvGrpSpPr>
        <p:grpSpPr>
          <a:xfrm>
            <a:off x="3388881" y="2497928"/>
            <a:ext cx="1192926" cy="740053"/>
            <a:chOff x="1728247" y="4730820"/>
            <a:chExt cx="1192926" cy="740053"/>
          </a:xfrm>
        </p:grpSpPr>
        <p:pic>
          <p:nvPicPr>
            <p:cNvPr id="29" name="Graphic 28" descr="Gears outline">
              <a:extLst>
                <a:ext uri="{FF2B5EF4-FFF2-40B4-BE49-F238E27FC236}">
                  <a16:creationId xmlns:a16="http://schemas.microsoft.com/office/drawing/2014/main" id="{86706521-3106-34AF-EF1F-FB740388BEF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085925" y="4730820"/>
              <a:ext cx="477571" cy="477571"/>
            </a:xfrm>
            <a:prstGeom prst="rect">
              <a:avLst/>
            </a:prstGeom>
          </p:spPr>
        </p:pic>
        <p:sp>
          <p:nvSpPr>
            <p:cNvPr id="30" name="TextBox 29">
              <a:extLst>
                <a:ext uri="{FF2B5EF4-FFF2-40B4-BE49-F238E27FC236}">
                  <a16:creationId xmlns:a16="http://schemas.microsoft.com/office/drawing/2014/main" id="{F4AF81B5-0823-81A3-2840-DE208A934AA3}"/>
                </a:ext>
              </a:extLst>
            </p:cNvPr>
            <p:cNvSpPr txBox="1"/>
            <p:nvPr/>
          </p:nvSpPr>
          <p:spPr>
            <a:xfrm>
              <a:off x="1728247" y="5193874"/>
              <a:ext cx="1192926"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data ingestion pipeline</a:t>
              </a:r>
            </a:p>
          </p:txBody>
        </p:sp>
      </p:grpSp>
      <p:grpSp>
        <p:nvGrpSpPr>
          <p:cNvPr id="37" name="Group 36">
            <a:extLst>
              <a:ext uri="{FF2B5EF4-FFF2-40B4-BE49-F238E27FC236}">
                <a16:creationId xmlns:a16="http://schemas.microsoft.com/office/drawing/2014/main" id="{1E352AE9-7BF1-6552-6FE0-CFC10AA00AA8}"/>
              </a:ext>
            </a:extLst>
          </p:cNvPr>
          <p:cNvGrpSpPr/>
          <p:nvPr/>
        </p:nvGrpSpPr>
        <p:grpSpPr>
          <a:xfrm>
            <a:off x="4952349" y="2360428"/>
            <a:ext cx="563780" cy="390307"/>
            <a:chOff x="9873313" y="539749"/>
            <a:chExt cx="563780" cy="390307"/>
          </a:xfrm>
        </p:grpSpPr>
        <p:sp>
          <p:nvSpPr>
            <p:cNvPr id="38" name="Freeform: Shape 37">
              <a:extLst>
                <a:ext uri="{FF2B5EF4-FFF2-40B4-BE49-F238E27FC236}">
                  <a16:creationId xmlns:a16="http://schemas.microsoft.com/office/drawing/2014/main" id="{34CB8267-C363-C82C-B194-AC1A77A7939D}"/>
                </a:ext>
              </a:extLst>
            </p:cNvPr>
            <p:cNvSpPr/>
            <p:nvPr/>
          </p:nvSpPr>
          <p:spPr>
            <a:xfrm>
              <a:off x="9875520" y="539749"/>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Freeform: Shape 38">
              <a:extLst>
                <a:ext uri="{FF2B5EF4-FFF2-40B4-BE49-F238E27FC236}">
                  <a16:creationId xmlns:a16="http://schemas.microsoft.com/office/drawing/2014/main" id="{065C5C1E-D929-6B2B-EBFA-0CF98A7B6391}"/>
                </a:ext>
              </a:extLst>
            </p:cNvPr>
            <p:cNvSpPr/>
            <p:nvPr/>
          </p:nvSpPr>
          <p:spPr>
            <a:xfrm rot="11281437">
              <a:off x="9873313" y="859055"/>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46" name="Group 45">
            <a:extLst>
              <a:ext uri="{FF2B5EF4-FFF2-40B4-BE49-F238E27FC236}">
                <a16:creationId xmlns:a16="http://schemas.microsoft.com/office/drawing/2014/main" id="{BBD98836-3505-636F-7E37-50845959FA5B}"/>
              </a:ext>
            </a:extLst>
          </p:cNvPr>
          <p:cNvGrpSpPr/>
          <p:nvPr/>
        </p:nvGrpSpPr>
        <p:grpSpPr>
          <a:xfrm>
            <a:off x="6199136" y="5876229"/>
            <a:ext cx="792088" cy="740053"/>
            <a:chOff x="1928666" y="4730820"/>
            <a:chExt cx="792088" cy="740053"/>
          </a:xfrm>
        </p:grpSpPr>
        <p:pic>
          <p:nvPicPr>
            <p:cNvPr id="47" name="Graphic 46" descr="Female Profile outline">
              <a:extLst>
                <a:ext uri="{FF2B5EF4-FFF2-40B4-BE49-F238E27FC236}">
                  <a16:creationId xmlns:a16="http://schemas.microsoft.com/office/drawing/2014/main" id="{4953F6E0-5E32-8C4A-2DF7-9D1E756EDF7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85925" y="4730820"/>
              <a:ext cx="477571" cy="477571"/>
            </a:xfrm>
            <a:prstGeom prst="rect">
              <a:avLst/>
            </a:prstGeom>
          </p:spPr>
        </p:pic>
        <p:sp>
          <p:nvSpPr>
            <p:cNvPr id="48" name="TextBox 47">
              <a:extLst>
                <a:ext uri="{FF2B5EF4-FFF2-40B4-BE49-F238E27FC236}">
                  <a16:creationId xmlns:a16="http://schemas.microsoft.com/office/drawing/2014/main" id="{E53938F3-61EC-DB04-F870-654BB3AA6F99}"/>
                </a:ext>
              </a:extLst>
            </p:cNvPr>
            <p:cNvSpPr txBox="1"/>
            <p:nvPr/>
          </p:nvSpPr>
          <p:spPr>
            <a:xfrm>
              <a:off x="1928666" y="5193874"/>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Humans in the loop</a:t>
              </a:r>
            </a:p>
          </p:txBody>
        </p:sp>
      </p:grpSp>
      <p:grpSp>
        <p:nvGrpSpPr>
          <p:cNvPr id="49" name="Group 48">
            <a:extLst>
              <a:ext uri="{FF2B5EF4-FFF2-40B4-BE49-F238E27FC236}">
                <a16:creationId xmlns:a16="http://schemas.microsoft.com/office/drawing/2014/main" id="{D5ACD7FC-1DEA-B8DB-BE61-D1E62444E398}"/>
              </a:ext>
            </a:extLst>
          </p:cNvPr>
          <p:cNvGrpSpPr/>
          <p:nvPr/>
        </p:nvGrpSpPr>
        <p:grpSpPr>
          <a:xfrm rot="16200000">
            <a:off x="6271855" y="3471457"/>
            <a:ext cx="563780" cy="390307"/>
            <a:chOff x="9873313" y="539749"/>
            <a:chExt cx="563780" cy="390307"/>
          </a:xfrm>
        </p:grpSpPr>
        <p:sp>
          <p:nvSpPr>
            <p:cNvPr id="50" name="Freeform: Shape 49">
              <a:extLst>
                <a:ext uri="{FF2B5EF4-FFF2-40B4-BE49-F238E27FC236}">
                  <a16:creationId xmlns:a16="http://schemas.microsoft.com/office/drawing/2014/main" id="{EF18EE08-7A95-B565-644C-EF2C92D7E316}"/>
                </a:ext>
              </a:extLst>
            </p:cNvPr>
            <p:cNvSpPr/>
            <p:nvPr/>
          </p:nvSpPr>
          <p:spPr>
            <a:xfrm>
              <a:off x="9875520" y="539749"/>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1" name="Freeform: Shape 50">
              <a:extLst>
                <a:ext uri="{FF2B5EF4-FFF2-40B4-BE49-F238E27FC236}">
                  <a16:creationId xmlns:a16="http://schemas.microsoft.com/office/drawing/2014/main" id="{D68D73DC-F6AD-8D8A-31BD-5AA3B2606080}"/>
                </a:ext>
              </a:extLst>
            </p:cNvPr>
            <p:cNvSpPr/>
            <p:nvPr/>
          </p:nvSpPr>
          <p:spPr>
            <a:xfrm rot="11281437">
              <a:off x="9873313" y="859055"/>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2" name="Group 51">
            <a:extLst>
              <a:ext uri="{FF2B5EF4-FFF2-40B4-BE49-F238E27FC236}">
                <a16:creationId xmlns:a16="http://schemas.microsoft.com/office/drawing/2014/main" id="{0D659018-893B-454F-2D99-B6CE410DE660}"/>
              </a:ext>
            </a:extLst>
          </p:cNvPr>
          <p:cNvGrpSpPr/>
          <p:nvPr/>
        </p:nvGrpSpPr>
        <p:grpSpPr>
          <a:xfrm>
            <a:off x="2296418" y="2613024"/>
            <a:ext cx="563780" cy="390307"/>
            <a:chOff x="9873313" y="539749"/>
            <a:chExt cx="563780" cy="390307"/>
          </a:xfrm>
        </p:grpSpPr>
        <p:sp>
          <p:nvSpPr>
            <p:cNvPr id="53" name="Freeform: Shape 52">
              <a:extLst>
                <a:ext uri="{FF2B5EF4-FFF2-40B4-BE49-F238E27FC236}">
                  <a16:creationId xmlns:a16="http://schemas.microsoft.com/office/drawing/2014/main" id="{CB8175BE-448A-DA94-C1B3-2CBEDAA89647}"/>
                </a:ext>
              </a:extLst>
            </p:cNvPr>
            <p:cNvSpPr/>
            <p:nvPr/>
          </p:nvSpPr>
          <p:spPr>
            <a:xfrm>
              <a:off x="9875520" y="539749"/>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Freeform: Shape 53">
              <a:extLst>
                <a:ext uri="{FF2B5EF4-FFF2-40B4-BE49-F238E27FC236}">
                  <a16:creationId xmlns:a16="http://schemas.microsoft.com/office/drawing/2014/main" id="{A3153C19-D8D1-1848-6897-7C7A57DEC71B}"/>
                </a:ext>
              </a:extLst>
            </p:cNvPr>
            <p:cNvSpPr/>
            <p:nvPr/>
          </p:nvSpPr>
          <p:spPr>
            <a:xfrm rot="11281437">
              <a:off x="9873313" y="859055"/>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prstDash val="solid"/>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55" name="Group 54">
            <a:extLst>
              <a:ext uri="{FF2B5EF4-FFF2-40B4-BE49-F238E27FC236}">
                <a16:creationId xmlns:a16="http://schemas.microsoft.com/office/drawing/2014/main" id="{BE7D905D-56EB-05F0-5CE2-6C9ABC65D13E}"/>
              </a:ext>
            </a:extLst>
          </p:cNvPr>
          <p:cNvGrpSpPr/>
          <p:nvPr/>
        </p:nvGrpSpPr>
        <p:grpSpPr>
          <a:xfrm>
            <a:off x="1318955" y="2097158"/>
            <a:ext cx="792088" cy="593933"/>
            <a:chOff x="9467132" y="1931973"/>
            <a:chExt cx="792088" cy="593933"/>
          </a:xfrm>
        </p:grpSpPr>
        <p:pic>
          <p:nvPicPr>
            <p:cNvPr id="56" name="Graphic 55" descr="Database outline">
              <a:extLst>
                <a:ext uri="{FF2B5EF4-FFF2-40B4-BE49-F238E27FC236}">
                  <a16:creationId xmlns:a16="http://schemas.microsoft.com/office/drawing/2014/main" id="{C4B920EA-E94E-0680-F72A-CA44C5ED5E3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624391" y="1931973"/>
              <a:ext cx="477571" cy="477571"/>
            </a:xfrm>
            <a:prstGeom prst="rect">
              <a:avLst/>
            </a:prstGeom>
          </p:spPr>
        </p:pic>
        <p:sp>
          <p:nvSpPr>
            <p:cNvPr id="57" name="TextBox 56">
              <a:extLst>
                <a:ext uri="{FF2B5EF4-FFF2-40B4-BE49-F238E27FC236}">
                  <a16:creationId xmlns:a16="http://schemas.microsoft.com/office/drawing/2014/main" id="{8BF19BB7-18BB-35D9-2217-1BF2170E8AFB}"/>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58" name="Group 57">
            <a:extLst>
              <a:ext uri="{FF2B5EF4-FFF2-40B4-BE49-F238E27FC236}">
                <a16:creationId xmlns:a16="http://schemas.microsoft.com/office/drawing/2014/main" id="{144E4FF9-6A5B-29AF-6B3E-706CD420118E}"/>
              </a:ext>
            </a:extLst>
          </p:cNvPr>
          <p:cNvGrpSpPr/>
          <p:nvPr/>
        </p:nvGrpSpPr>
        <p:grpSpPr>
          <a:xfrm>
            <a:off x="1318583" y="3102211"/>
            <a:ext cx="792088" cy="732433"/>
            <a:chOff x="9467132" y="1931973"/>
            <a:chExt cx="792088" cy="732433"/>
          </a:xfrm>
        </p:grpSpPr>
        <p:pic>
          <p:nvPicPr>
            <p:cNvPr id="59" name="Graphic 58" descr="Database outline">
              <a:extLst>
                <a:ext uri="{FF2B5EF4-FFF2-40B4-BE49-F238E27FC236}">
                  <a16:creationId xmlns:a16="http://schemas.microsoft.com/office/drawing/2014/main" id="{0B3D4A5A-1623-57FF-BADD-F4ED26F68B8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624391" y="1931973"/>
              <a:ext cx="477571" cy="477571"/>
            </a:xfrm>
            <a:prstGeom prst="rect">
              <a:avLst/>
            </a:prstGeom>
          </p:spPr>
        </p:pic>
        <p:sp>
          <p:nvSpPr>
            <p:cNvPr id="60" name="TextBox 59">
              <a:extLst>
                <a:ext uri="{FF2B5EF4-FFF2-40B4-BE49-F238E27FC236}">
                  <a16:creationId xmlns:a16="http://schemas.microsoft.com/office/drawing/2014/main" id="{CF3E51AA-7243-2294-9CDF-74AB1B375746}"/>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File Stores (DWB)</a:t>
              </a:r>
            </a:p>
          </p:txBody>
        </p:sp>
      </p:grpSp>
      <p:grpSp>
        <p:nvGrpSpPr>
          <p:cNvPr id="61" name="Group 60">
            <a:extLst>
              <a:ext uri="{FF2B5EF4-FFF2-40B4-BE49-F238E27FC236}">
                <a16:creationId xmlns:a16="http://schemas.microsoft.com/office/drawing/2014/main" id="{7B573ED6-BF4D-B1E9-353B-00C8C1A52669}"/>
              </a:ext>
            </a:extLst>
          </p:cNvPr>
          <p:cNvGrpSpPr/>
          <p:nvPr/>
        </p:nvGrpSpPr>
        <p:grpSpPr>
          <a:xfrm rot="16200000">
            <a:off x="6288546" y="5225211"/>
            <a:ext cx="563780" cy="390307"/>
            <a:chOff x="9873313" y="539749"/>
            <a:chExt cx="563780" cy="390307"/>
          </a:xfrm>
        </p:grpSpPr>
        <p:sp>
          <p:nvSpPr>
            <p:cNvPr id="62" name="Freeform: Shape 61">
              <a:extLst>
                <a:ext uri="{FF2B5EF4-FFF2-40B4-BE49-F238E27FC236}">
                  <a16:creationId xmlns:a16="http://schemas.microsoft.com/office/drawing/2014/main" id="{A1370C02-70FA-B55D-7422-9DCB76B102A6}"/>
                </a:ext>
              </a:extLst>
            </p:cNvPr>
            <p:cNvSpPr/>
            <p:nvPr/>
          </p:nvSpPr>
          <p:spPr>
            <a:xfrm>
              <a:off x="9875520" y="539749"/>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3" name="Freeform: Shape 62">
              <a:extLst>
                <a:ext uri="{FF2B5EF4-FFF2-40B4-BE49-F238E27FC236}">
                  <a16:creationId xmlns:a16="http://schemas.microsoft.com/office/drawing/2014/main" id="{48F72989-70FF-D14B-270B-FECD2539B713}"/>
                </a:ext>
              </a:extLst>
            </p:cNvPr>
            <p:cNvSpPr/>
            <p:nvPr/>
          </p:nvSpPr>
          <p:spPr>
            <a:xfrm rot="11281437">
              <a:off x="9873313" y="859055"/>
              <a:ext cx="561573" cy="71001"/>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4" name="Rectangle 63">
            <a:extLst>
              <a:ext uri="{FF2B5EF4-FFF2-40B4-BE49-F238E27FC236}">
                <a16:creationId xmlns:a16="http://schemas.microsoft.com/office/drawing/2014/main" id="{7A93C500-9182-C179-9128-E4DA6D0783E7}"/>
              </a:ext>
            </a:extLst>
          </p:cNvPr>
          <p:cNvSpPr/>
          <p:nvPr/>
        </p:nvSpPr>
        <p:spPr>
          <a:xfrm>
            <a:off x="3279645" y="2112441"/>
            <a:ext cx="1416172" cy="1240238"/>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1050">
                <a:solidFill>
                  <a:schemeClr val="accent1"/>
                </a:solidFill>
              </a:rPr>
              <a:t>Azure App containers</a:t>
            </a:r>
          </a:p>
        </p:txBody>
      </p:sp>
      <p:grpSp>
        <p:nvGrpSpPr>
          <p:cNvPr id="70" name="Group 69">
            <a:extLst>
              <a:ext uri="{FF2B5EF4-FFF2-40B4-BE49-F238E27FC236}">
                <a16:creationId xmlns:a16="http://schemas.microsoft.com/office/drawing/2014/main" id="{7E75A503-D6AD-3E74-26DA-282C8FE7387A}"/>
              </a:ext>
            </a:extLst>
          </p:cNvPr>
          <p:cNvGrpSpPr/>
          <p:nvPr/>
        </p:nvGrpSpPr>
        <p:grpSpPr>
          <a:xfrm>
            <a:off x="5248968" y="4103447"/>
            <a:ext cx="4816466" cy="827690"/>
            <a:chOff x="5248968" y="4237093"/>
            <a:chExt cx="4816466" cy="827690"/>
          </a:xfrm>
        </p:grpSpPr>
        <p:grpSp>
          <p:nvGrpSpPr>
            <p:cNvPr id="31" name="Group 30">
              <a:extLst>
                <a:ext uri="{FF2B5EF4-FFF2-40B4-BE49-F238E27FC236}">
                  <a16:creationId xmlns:a16="http://schemas.microsoft.com/office/drawing/2014/main" id="{D14D065F-144A-9EFB-B77F-8050D2B485C3}"/>
                </a:ext>
              </a:extLst>
            </p:cNvPr>
            <p:cNvGrpSpPr/>
            <p:nvPr/>
          </p:nvGrpSpPr>
          <p:grpSpPr>
            <a:xfrm>
              <a:off x="6799572" y="4254016"/>
              <a:ext cx="1192926" cy="740053"/>
              <a:chOff x="1728247" y="4730820"/>
              <a:chExt cx="1192926" cy="740053"/>
            </a:xfrm>
          </p:grpSpPr>
          <p:pic>
            <p:nvPicPr>
              <p:cNvPr id="32" name="Graphic 31" descr="Robot outline">
                <a:extLst>
                  <a:ext uri="{FF2B5EF4-FFF2-40B4-BE49-F238E27FC236}">
                    <a16:creationId xmlns:a16="http://schemas.microsoft.com/office/drawing/2014/main" id="{7C9173F8-5532-76CE-0BFC-47C09051AEE6}"/>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085925" y="4730820"/>
                <a:ext cx="477571" cy="477571"/>
              </a:xfrm>
              <a:prstGeom prst="rect">
                <a:avLst/>
              </a:prstGeom>
            </p:spPr>
          </p:pic>
          <p:sp>
            <p:nvSpPr>
              <p:cNvPr id="33" name="TextBox 32">
                <a:extLst>
                  <a:ext uri="{FF2B5EF4-FFF2-40B4-BE49-F238E27FC236}">
                    <a16:creationId xmlns:a16="http://schemas.microsoft.com/office/drawing/2014/main" id="{2FAEFBA8-4BCD-5EDD-415E-675A8637D525}"/>
                  </a:ext>
                </a:extLst>
              </p:cNvPr>
              <p:cNvSpPr txBox="1"/>
              <p:nvPr/>
            </p:nvSpPr>
            <p:spPr>
              <a:xfrm>
                <a:off x="1728247" y="5193874"/>
                <a:ext cx="1192926"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Requirements extraction agent</a:t>
                </a:r>
              </a:p>
            </p:txBody>
          </p:sp>
        </p:grpSp>
        <p:grpSp>
          <p:nvGrpSpPr>
            <p:cNvPr id="34" name="Group 33">
              <a:extLst>
                <a:ext uri="{FF2B5EF4-FFF2-40B4-BE49-F238E27FC236}">
                  <a16:creationId xmlns:a16="http://schemas.microsoft.com/office/drawing/2014/main" id="{EC66AEEA-FC8C-81D0-A3A8-FEC4BE8010E5}"/>
                </a:ext>
              </a:extLst>
            </p:cNvPr>
            <p:cNvGrpSpPr/>
            <p:nvPr/>
          </p:nvGrpSpPr>
          <p:grpSpPr>
            <a:xfrm>
              <a:off x="5248968" y="4254016"/>
              <a:ext cx="1192926" cy="740053"/>
              <a:chOff x="1728247" y="4730820"/>
              <a:chExt cx="1192926" cy="740053"/>
            </a:xfrm>
          </p:grpSpPr>
          <p:pic>
            <p:nvPicPr>
              <p:cNvPr id="35" name="Graphic 34" descr="Robot outline">
                <a:extLst>
                  <a:ext uri="{FF2B5EF4-FFF2-40B4-BE49-F238E27FC236}">
                    <a16:creationId xmlns:a16="http://schemas.microsoft.com/office/drawing/2014/main" id="{F170DFD1-238D-BD2B-590D-43809B9EBBA3}"/>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2085925" y="4730820"/>
                <a:ext cx="477571" cy="477571"/>
              </a:xfrm>
              <a:prstGeom prst="rect">
                <a:avLst/>
              </a:prstGeom>
            </p:spPr>
          </p:pic>
          <p:sp>
            <p:nvSpPr>
              <p:cNvPr id="36" name="TextBox 35">
                <a:extLst>
                  <a:ext uri="{FF2B5EF4-FFF2-40B4-BE49-F238E27FC236}">
                    <a16:creationId xmlns:a16="http://schemas.microsoft.com/office/drawing/2014/main" id="{4D72A3A9-D0D4-A622-3FF5-9179BFE3DD63}"/>
                  </a:ext>
                </a:extLst>
              </p:cNvPr>
              <p:cNvSpPr txBox="1"/>
              <p:nvPr/>
            </p:nvSpPr>
            <p:spPr>
              <a:xfrm>
                <a:off x="1728247" y="5193874"/>
                <a:ext cx="1192926"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Certificate extraction agent</a:t>
                </a:r>
              </a:p>
            </p:txBody>
          </p:sp>
        </p:grpSp>
        <p:sp>
          <p:nvSpPr>
            <p:cNvPr id="65" name="Rectangle 64">
              <a:extLst>
                <a:ext uri="{FF2B5EF4-FFF2-40B4-BE49-F238E27FC236}">
                  <a16:creationId xmlns:a16="http://schemas.microsoft.com/office/drawing/2014/main" id="{52116492-A469-BCC9-A198-372FA1EA8EA1}"/>
                </a:ext>
              </a:extLst>
            </p:cNvPr>
            <p:cNvSpPr/>
            <p:nvPr/>
          </p:nvSpPr>
          <p:spPr>
            <a:xfrm>
              <a:off x="5254956" y="4237093"/>
              <a:ext cx="4810478" cy="827690"/>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ct val="100000"/>
                </a:lnSpc>
                <a:spcBef>
                  <a:spcPts val="600"/>
                </a:spcBef>
              </a:pPr>
              <a:r>
                <a:rPr lang="en-GB" sz="1050">
                  <a:solidFill>
                    <a:schemeClr val="accent1"/>
                  </a:solidFill>
                </a:rPr>
                <a:t>Azure App containers</a:t>
              </a:r>
            </a:p>
          </p:txBody>
        </p:sp>
      </p:grpSp>
    </p:spTree>
    <p:extLst>
      <p:ext uri="{BB962C8B-B14F-4D97-AF65-F5344CB8AC3E}">
        <p14:creationId xmlns:p14="http://schemas.microsoft.com/office/powerpoint/2010/main" val="3018859724"/>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ACD60-05FC-53F7-0D2C-714B985015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5D8772-8B11-E415-552E-1EBA8BB41D84}"/>
              </a:ext>
            </a:extLst>
          </p:cNvPr>
          <p:cNvSpPr>
            <a:spLocks noGrp="1"/>
          </p:cNvSpPr>
          <p:nvPr>
            <p:ph type="title"/>
          </p:nvPr>
        </p:nvSpPr>
        <p:spPr/>
        <p:txBody>
          <a:bodyPr/>
          <a:lstStyle/>
          <a:p>
            <a:r>
              <a:rPr lang="en-GB" err="1"/>
              <a:t>FoA</a:t>
            </a:r>
            <a:r>
              <a:rPr lang="en-GB"/>
              <a:t> architecture principles</a:t>
            </a:r>
          </a:p>
        </p:txBody>
      </p:sp>
      <p:sp>
        <p:nvSpPr>
          <p:cNvPr id="4" name="Slide Number Placeholder 3">
            <a:extLst>
              <a:ext uri="{FF2B5EF4-FFF2-40B4-BE49-F238E27FC236}">
                <a16:creationId xmlns:a16="http://schemas.microsoft.com/office/drawing/2014/main" id="{DABAB6A3-26CA-82F2-A741-8A3263F82F21}"/>
              </a:ext>
            </a:extLst>
          </p:cNvPr>
          <p:cNvSpPr>
            <a:spLocks noGrp="1"/>
          </p:cNvSpPr>
          <p:nvPr>
            <p:ph type="sldNum" sz="quarter" idx="12"/>
          </p:nvPr>
        </p:nvSpPr>
        <p:spPr/>
        <p:txBody>
          <a:bodyPr/>
          <a:lstStyle/>
          <a:p>
            <a:fld id="{5BA07366-CB75-4AA8-9E5B-928B849F427C}" type="slidenum">
              <a:rPr lang="en-GB" smtClean="0"/>
              <a:t>33</a:t>
            </a:fld>
            <a:endParaRPr lang="en-GB"/>
          </a:p>
        </p:txBody>
      </p:sp>
      <p:pic>
        <p:nvPicPr>
          <p:cNvPr id="2050" name="Picture 2">
            <a:extLst>
              <a:ext uri="{FF2B5EF4-FFF2-40B4-BE49-F238E27FC236}">
                <a16:creationId xmlns:a16="http://schemas.microsoft.com/office/drawing/2014/main" id="{B570131D-F1BF-C87F-3160-76945341AFA7}"/>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14324" b="7298"/>
          <a:stretch/>
        </p:blipFill>
        <p:spPr bwMode="auto">
          <a:xfrm>
            <a:off x="982639" y="823073"/>
            <a:ext cx="10225136" cy="5211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3899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F69C3C8-1EE3-4070-87EA-38845D6B8637}"/>
              </a:ext>
            </a:extLst>
          </p:cNvPr>
          <p:cNvSpPr>
            <a:spLocks noGrp="1"/>
          </p:cNvSpPr>
          <p:nvPr>
            <p:ph type="title"/>
          </p:nvPr>
        </p:nvSpPr>
        <p:spPr/>
        <p:txBody>
          <a:bodyPr/>
          <a:lstStyle/>
          <a:p>
            <a:r>
              <a:rPr lang="en-GB">
                <a:cs typeface="Arial"/>
              </a:rPr>
              <a:t>To do</a:t>
            </a:r>
            <a:endParaRPr lang="en-GB"/>
          </a:p>
        </p:txBody>
      </p:sp>
      <p:sp>
        <p:nvSpPr>
          <p:cNvPr id="4" name="Content Placeholder 3">
            <a:extLst>
              <a:ext uri="{FF2B5EF4-FFF2-40B4-BE49-F238E27FC236}">
                <a16:creationId xmlns:a16="http://schemas.microsoft.com/office/drawing/2014/main" id="{EA82BE79-A8F1-48A1-9EEA-B6B3B190572E}"/>
              </a:ext>
            </a:extLst>
          </p:cNvPr>
          <p:cNvSpPr>
            <a:spLocks noGrp="1"/>
          </p:cNvSpPr>
          <p:nvPr>
            <p:ph idx="1"/>
          </p:nvPr>
        </p:nvSpPr>
        <p:spPr/>
        <p:txBody>
          <a:bodyPr vert="horz" lIns="0" tIns="0" rIns="0" bIns="0" rtlCol="0" anchor="t">
            <a:noAutofit/>
          </a:bodyPr>
          <a:lstStyle/>
          <a:p>
            <a:pPr marL="179705" indent="-179705"/>
            <a:r>
              <a:rPr lang="en-GB">
                <a:cs typeface="Arial"/>
              </a:rPr>
              <a:t>Pros and cons of embedding actions to the graph</a:t>
            </a:r>
          </a:p>
          <a:p>
            <a:pPr marL="179705" indent="-179705"/>
            <a:r>
              <a:rPr lang="en-GB">
                <a:cs typeface="Arial"/>
              </a:rPr>
              <a:t>What to do after milestone 2? Technical requirements or Procedural requirements </a:t>
            </a:r>
          </a:p>
          <a:p>
            <a:pPr marL="359410" lvl="1" indent="-179705">
              <a:buFont typeface="Courier New" panose="020B0604020202020204" pitchFamily="34" charset="0"/>
              <a:buChar char="o"/>
            </a:pPr>
            <a:r>
              <a:rPr lang="en-GB">
                <a:cs typeface="Arial"/>
              </a:rPr>
              <a:t>If technical </a:t>
            </a:r>
            <a:r>
              <a:rPr lang="en-GB" err="1">
                <a:cs typeface="Arial"/>
              </a:rPr>
              <a:t>reqts</a:t>
            </a:r>
            <a:r>
              <a:rPr lang="en-GB">
                <a:cs typeface="Arial"/>
              </a:rPr>
              <a:t> – diff documents parsing (PDFs), scope of the </a:t>
            </a:r>
            <a:r>
              <a:rPr lang="en-GB" err="1">
                <a:cs typeface="Arial"/>
              </a:rPr>
              <a:t>reqts</a:t>
            </a:r>
            <a:r>
              <a:rPr lang="en-GB">
                <a:cs typeface="Arial"/>
              </a:rPr>
              <a:t> (just MBL or even more)</a:t>
            </a:r>
          </a:p>
        </p:txBody>
      </p:sp>
      <p:sp>
        <p:nvSpPr>
          <p:cNvPr id="6" name="Slide Number Placeholder 5">
            <a:extLst>
              <a:ext uri="{FF2B5EF4-FFF2-40B4-BE49-F238E27FC236}">
                <a16:creationId xmlns:a16="http://schemas.microsoft.com/office/drawing/2014/main" id="{636EF7BC-0E6D-4690-B6A3-C0EE4F476627}"/>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34</a:t>
            </a:fld>
            <a:endParaRPr lang="en-GB"/>
          </a:p>
        </p:txBody>
      </p:sp>
    </p:spTree>
    <p:extLst>
      <p:ext uri="{BB962C8B-B14F-4D97-AF65-F5344CB8AC3E}">
        <p14:creationId xmlns:p14="http://schemas.microsoft.com/office/powerpoint/2010/main" val="14786194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9B81-FBDC-2719-4E4C-D87793B2BF2C}"/>
              </a:ext>
            </a:extLst>
          </p:cNvPr>
          <p:cNvSpPr>
            <a:spLocks noGrp="1"/>
          </p:cNvSpPr>
          <p:nvPr>
            <p:ph type="title"/>
          </p:nvPr>
        </p:nvSpPr>
        <p:spPr/>
        <p:txBody>
          <a:bodyPr/>
          <a:lstStyle/>
          <a:p>
            <a:r>
              <a:rPr lang="en-GB" dirty="0"/>
              <a:t>High level</a:t>
            </a:r>
          </a:p>
        </p:txBody>
      </p:sp>
      <p:sp>
        <p:nvSpPr>
          <p:cNvPr id="3" name="Slide Number Placeholder 2">
            <a:extLst>
              <a:ext uri="{FF2B5EF4-FFF2-40B4-BE49-F238E27FC236}">
                <a16:creationId xmlns:a16="http://schemas.microsoft.com/office/drawing/2014/main" id="{A2449EDC-3DD0-AD1A-470C-BAA32C66872F}"/>
              </a:ext>
            </a:extLst>
          </p:cNvPr>
          <p:cNvSpPr>
            <a:spLocks noGrp="1"/>
          </p:cNvSpPr>
          <p:nvPr>
            <p:ph type="sldNum" sz="quarter" idx="12"/>
          </p:nvPr>
        </p:nvSpPr>
        <p:spPr/>
        <p:txBody>
          <a:bodyPr/>
          <a:lstStyle/>
          <a:p>
            <a:fld id="{5BA07366-CB75-4AA8-9E5B-928B849F427C}" type="slidenum">
              <a:rPr lang="en-GB" smtClean="0"/>
              <a:pPr/>
              <a:t>35</a:t>
            </a:fld>
            <a:endParaRPr lang="en-GB"/>
          </a:p>
        </p:txBody>
      </p:sp>
    </p:spTree>
    <p:extLst>
      <p:ext uri="{BB962C8B-B14F-4D97-AF65-F5344CB8AC3E}">
        <p14:creationId xmlns:p14="http://schemas.microsoft.com/office/powerpoint/2010/main" val="16996345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E5BFE-76E2-D168-F18A-3B17A1A78E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B296F1C-FAE0-F0D8-9765-0976C3500D1D}"/>
              </a:ext>
            </a:extLst>
          </p:cNvPr>
          <p:cNvSpPr>
            <a:spLocks noGrp="1"/>
          </p:cNvSpPr>
          <p:nvPr>
            <p:ph type="title"/>
          </p:nvPr>
        </p:nvSpPr>
        <p:spPr/>
        <p:txBody>
          <a:bodyPr/>
          <a:lstStyle/>
          <a:p>
            <a:r>
              <a:rPr lang="en-GB"/>
              <a:t>The big picture – where we want to deliver value</a:t>
            </a:r>
          </a:p>
        </p:txBody>
      </p:sp>
      <p:sp>
        <p:nvSpPr>
          <p:cNvPr id="6" name="Slide Number Placeholder 5">
            <a:extLst>
              <a:ext uri="{FF2B5EF4-FFF2-40B4-BE49-F238E27FC236}">
                <a16:creationId xmlns:a16="http://schemas.microsoft.com/office/drawing/2014/main" id="{B3FA8F01-DD5F-0EAD-02F9-5E897E734B3B}"/>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36</a:t>
            </a:fld>
            <a:endParaRPr lang="en-GB"/>
          </a:p>
        </p:txBody>
      </p:sp>
      <p:grpSp>
        <p:nvGrpSpPr>
          <p:cNvPr id="80" name="Group 79">
            <a:extLst>
              <a:ext uri="{FF2B5EF4-FFF2-40B4-BE49-F238E27FC236}">
                <a16:creationId xmlns:a16="http://schemas.microsoft.com/office/drawing/2014/main" id="{41B51689-0314-0059-E8B8-5627EFB8FC7A}"/>
              </a:ext>
            </a:extLst>
          </p:cNvPr>
          <p:cNvGrpSpPr/>
          <p:nvPr/>
        </p:nvGrpSpPr>
        <p:grpSpPr>
          <a:xfrm>
            <a:off x="1217458" y="1755402"/>
            <a:ext cx="9974798" cy="3829960"/>
            <a:chOff x="1019436" y="1755402"/>
            <a:chExt cx="9974798" cy="3829960"/>
          </a:xfrm>
        </p:grpSpPr>
        <p:sp>
          <p:nvSpPr>
            <p:cNvPr id="2" name="Rectangle 1">
              <a:extLst>
                <a:ext uri="{FF2B5EF4-FFF2-40B4-BE49-F238E27FC236}">
                  <a16:creationId xmlns:a16="http://schemas.microsoft.com/office/drawing/2014/main" id="{EF8BAE55-CFB4-E641-E17D-3A389A76CC89}"/>
                </a:ext>
              </a:extLst>
            </p:cNvPr>
            <p:cNvSpPr/>
            <p:nvPr/>
          </p:nvSpPr>
          <p:spPr>
            <a:xfrm>
              <a:off x="3287688" y="2852935"/>
              <a:ext cx="2088232" cy="1287110"/>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2000">
                  <a:solidFill>
                    <a:schemeClr val="accent1"/>
                  </a:solidFill>
                </a:rPr>
                <a:t>Requirements</a:t>
              </a:r>
            </a:p>
          </p:txBody>
        </p:sp>
        <p:sp>
          <p:nvSpPr>
            <p:cNvPr id="5" name="Rectangle 4">
              <a:extLst>
                <a:ext uri="{FF2B5EF4-FFF2-40B4-BE49-F238E27FC236}">
                  <a16:creationId xmlns:a16="http://schemas.microsoft.com/office/drawing/2014/main" id="{84541D4C-A144-BD16-5C11-67FF4347AE26}"/>
                </a:ext>
              </a:extLst>
            </p:cNvPr>
            <p:cNvSpPr/>
            <p:nvPr/>
          </p:nvSpPr>
          <p:spPr>
            <a:xfrm>
              <a:off x="6528048" y="2852935"/>
              <a:ext cx="2088232" cy="1287110"/>
            </a:xfrm>
            <a:prstGeom prst="rect">
              <a:avLst/>
            </a:prstGeom>
            <a:solidFill>
              <a:srgbClr val="2B6173"/>
            </a:solidFill>
            <a:ln w="9525">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2000"/>
                <a:t>Evidence</a:t>
              </a:r>
            </a:p>
          </p:txBody>
        </p:sp>
        <p:sp>
          <p:nvSpPr>
            <p:cNvPr id="15" name="Freeform: Shape 14">
              <a:extLst>
                <a:ext uri="{FF2B5EF4-FFF2-40B4-BE49-F238E27FC236}">
                  <a16:creationId xmlns:a16="http://schemas.microsoft.com/office/drawing/2014/main" id="{185A6D11-5882-3BF7-D5BE-48A3CF42BC3E}"/>
                </a:ext>
              </a:extLst>
            </p:cNvPr>
            <p:cNvSpPr/>
            <p:nvPr/>
          </p:nvSpPr>
          <p:spPr>
            <a:xfrm>
              <a:off x="5504869" y="3133117"/>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Shape 15">
              <a:extLst>
                <a:ext uri="{FF2B5EF4-FFF2-40B4-BE49-F238E27FC236}">
                  <a16:creationId xmlns:a16="http://schemas.microsoft.com/office/drawing/2014/main" id="{E0CDC916-D5B8-CCF5-A7BF-0EBEA5C1FD82}"/>
                </a:ext>
              </a:extLst>
            </p:cNvPr>
            <p:cNvSpPr/>
            <p:nvPr/>
          </p:nvSpPr>
          <p:spPr>
            <a:xfrm rot="11281437">
              <a:off x="5493288" y="3668135"/>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7" name="Group 76">
              <a:extLst>
                <a:ext uri="{FF2B5EF4-FFF2-40B4-BE49-F238E27FC236}">
                  <a16:creationId xmlns:a16="http://schemas.microsoft.com/office/drawing/2014/main" id="{42247B56-0305-60A1-F75E-AE3CFCC4B4E7}"/>
                </a:ext>
              </a:extLst>
            </p:cNvPr>
            <p:cNvGrpSpPr/>
            <p:nvPr/>
          </p:nvGrpSpPr>
          <p:grpSpPr>
            <a:xfrm>
              <a:off x="9702684" y="1778154"/>
              <a:ext cx="1291550" cy="3436671"/>
              <a:chOff x="9659965" y="1849283"/>
              <a:chExt cx="1291550" cy="3436671"/>
            </a:xfrm>
          </p:grpSpPr>
          <p:grpSp>
            <p:nvGrpSpPr>
              <p:cNvPr id="11" name="Group 10">
                <a:extLst>
                  <a:ext uri="{FF2B5EF4-FFF2-40B4-BE49-F238E27FC236}">
                    <a16:creationId xmlns:a16="http://schemas.microsoft.com/office/drawing/2014/main" id="{FB503991-1139-6350-2D7E-17C998A1C442}"/>
                  </a:ext>
                </a:extLst>
              </p:cNvPr>
              <p:cNvGrpSpPr/>
              <p:nvPr/>
            </p:nvGrpSpPr>
            <p:grpSpPr>
              <a:xfrm>
                <a:off x="9659965" y="1849283"/>
                <a:ext cx="1291550" cy="732433"/>
                <a:chOff x="9185384" y="1931973"/>
                <a:chExt cx="1291550" cy="732433"/>
              </a:xfrm>
            </p:grpSpPr>
            <p:pic>
              <p:nvPicPr>
                <p:cNvPr id="7" name="Graphic 6" descr="Contract outline">
                  <a:extLst>
                    <a:ext uri="{FF2B5EF4-FFF2-40B4-BE49-F238E27FC236}">
                      <a16:creationId xmlns:a16="http://schemas.microsoft.com/office/drawing/2014/main" id="{528F7B2C-6548-1C37-7432-D5036B7141E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4391" y="1931973"/>
                  <a:ext cx="477571" cy="477571"/>
                </a:xfrm>
                <a:prstGeom prst="rect">
                  <a:avLst/>
                </a:prstGeom>
              </p:spPr>
            </p:pic>
            <p:sp>
              <p:nvSpPr>
                <p:cNvPr id="10" name="TextBox 9">
                  <a:extLst>
                    <a:ext uri="{FF2B5EF4-FFF2-40B4-BE49-F238E27FC236}">
                      <a16:creationId xmlns:a16="http://schemas.microsoft.com/office/drawing/2014/main" id="{715F945C-B922-C4E4-1054-FBA18D42D8FC}"/>
                    </a:ext>
                  </a:extLst>
                </p:cNvPr>
                <p:cNvSpPr txBox="1"/>
                <p:nvPr/>
              </p:nvSpPr>
              <p:spPr>
                <a:xfrm>
                  <a:off x="9185384" y="2387407"/>
                  <a:ext cx="1291550" cy="2769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 service cards and user manuals</a:t>
                  </a:r>
                </a:p>
              </p:txBody>
            </p:sp>
          </p:grpSp>
          <p:grpSp>
            <p:nvGrpSpPr>
              <p:cNvPr id="17" name="Group 16">
                <a:extLst>
                  <a:ext uri="{FF2B5EF4-FFF2-40B4-BE49-F238E27FC236}">
                    <a16:creationId xmlns:a16="http://schemas.microsoft.com/office/drawing/2014/main" id="{A32C95A4-75AC-A7BF-8B29-85FFF4E56050}"/>
                  </a:ext>
                </a:extLst>
              </p:cNvPr>
              <p:cNvGrpSpPr/>
              <p:nvPr/>
            </p:nvGrpSpPr>
            <p:grpSpPr>
              <a:xfrm>
                <a:off x="9941713" y="2796862"/>
                <a:ext cx="792088" cy="593933"/>
                <a:chOff x="9467132" y="1931973"/>
                <a:chExt cx="792088" cy="593933"/>
              </a:xfrm>
            </p:grpSpPr>
            <p:pic>
              <p:nvPicPr>
                <p:cNvPr id="18" name="Graphic 17" descr="Database outline">
                  <a:extLst>
                    <a:ext uri="{FF2B5EF4-FFF2-40B4-BE49-F238E27FC236}">
                      <a16:creationId xmlns:a16="http://schemas.microsoft.com/office/drawing/2014/main" id="{EF1F6232-93EF-DD5B-515C-BE1E00360BE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9624391" y="1931973"/>
                  <a:ext cx="477571" cy="477571"/>
                </a:xfrm>
                <a:prstGeom prst="rect">
                  <a:avLst/>
                </a:prstGeom>
              </p:spPr>
            </p:pic>
            <p:sp>
              <p:nvSpPr>
                <p:cNvPr id="19" name="TextBox 18">
                  <a:extLst>
                    <a:ext uri="{FF2B5EF4-FFF2-40B4-BE49-F238E27FC236}">
                      <a16:creationId xmlns:a16="http://schemas.microsoft.com/office/drawing/2014/main" id="{61D4233C-58BE-77FD-A931-B585A37DFC3D}"/>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Databases</a:t>
                  </a:r>
                </a:p>
              </p:txBody>
            </p:sp>
          </p:grpSp>
          <p:grpSp>
            <p:nvGrpSpPr>
              <p:cNvPr id="20" name="Group 19">
                <a:extLst>
                  <a:ext uri="{FF2B5EF4-FFF2-40B4-BE49-F238E27FC236}">
                    <a16:creationId xmlns:a16="http://schemas.microsoft.com/office/drawing/2014/main" id="{DBFD369F-A883-337E-C0EA-757416593E2F}"/>
                  </a:ext>
                </a:extLst>
              </p:cNvPr>
              <p:cNvGrpSpPr/>
              <p:nvPr/>
            </p:nvGrpSpPr>
            <p:grpSpPr>
              <a:xfrm>
                <a:off x="9941713" y="3744441"/>
                <a:ext cx="792088" cy="593933"/>
                <a:chOff x="9467132" y="1931973"/>
                <a:chExt cx="792088" cy="593933"/>
              </a:xfrm>
            </p:grpSpPr>
            <p:pic>
              <p:nvPicPr>
                <p:cNvPr id="21" name="Graphic 20" descr="Web cam outline">
                  <a:extLst>
                    <a:ext uri="{FF2B5EF4-FFF2-40B4-BE49-F238E27FC236}">
                      <a16:creationId xmlns:a16="http://schemas.microsoft.com/office/drawing/2014/main" id="{F00E1C4B-7D7E-6D1E-0C28-6A8C64D45D43}"/>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624391" y="1931973"/>
                  <a:ext cx="477571" cy="477571"/>
                </a:xfrm>
                <a:prstGeom prst="rect">
                  <a:avLst/>
                </a:prstGeom>
              </p:spPr>
            </p:pic>
            <p:sp>
              <p:nvSpPr>
                <p:cNvPr id="22" name="TextBox 21">
                  <a:extLst>
                    <a:ext uri="{FF2B5EF4-FFF2-40B4-BE49-F238E27FC236}">
                      <a16:creationId xmlns:a16="http://schemas.microsoft.com/office/drawing/2014/main" id="{6283D9C7-E241-E9C9-EB71-53843BDED015}"/>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Sensors</a:t>
                  </a:r>
                </a:p>
              </p:txBody>
            </p:sp>
          </p:grpSp>
          <p:grpSp>
            <p:nvGrpSpPr>
              <p:cNvPr id="23" name="Group 22">
                <a:extLst>
                  <a:ext uri="{FF2B5EF4-FFF2-40B4-BE49-F238E27FC236}">
                    <a16:creationId xmlns:a16="http://schemas.microsoft.com/office/drawing/2014/main" id="{ADE2E2FD-6318-0EFE-9FEC-48BECBE78A48}"/>
                  </a:ext>
                </a:extLst>
              </p:cNvPr>
              <p:cNvGrpSpPr/>
              <p:nvPr/>
            </p:nvGrpSpPr>
            <p:grpSpPr>
              <a:xfrm>
                <a:off x="9941713" y="4692021"/>
                <a:ext cx="792088" cy="593933"/>
                <a:chOff x="9467132" y="1931973"/>
                <a:chExt cx="792088" cy="593933"/>
              </a:xfrm>
            </p:grpSpPr>
            <p:pic>
              <p:nvPicPr>
                <p:cNvPr id="24" name="Graphic 23" descr="Construction worker male outline">
                  <a:extLst>
                    <a:ext uri="{FF2B5EF4-FFF2-40B4-BE49-F238E27FC236}">
                      <a16:creationId xmlns:a16="http://schemas.microsoft.com/office/drawing/2014/main" id="{7AF301FD-82F8-9D6C-02F9-E1065BB2ED8D}"/>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624391" y="1931973"/>
                  <a:ext cx="477571" cy="477571"/>
                </a:xfrm>
                <a:prstGeom prst="rect">
                  <a:avLst/>
                </a:prstGeom>
              </p:spPr>
            </p:pic>
            <p:sp>
              <p:nvSpPr>
                <p:cNvPr id="25" name="TextBox 24">
                  <a:extLst>
                    <a:ext uri="{FF2B5EF4-FFF2-40B4-BE49-F238E27FC236}">
                      <a16:creationId xmlns:a16="http://schemas.microsoft.com/office/drawing/2014/main" id="{12777007-9210-1CEA-47CA-23873FF9CD0D}"/>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Inspections</a:t>
                  </a:r>
                </a:p>
              </p:txBody>
            </p:sp>
          </p:grpSp>
        </p:grpSp>
        <p:cxnSp>
          <p:nvCxnSpPr>
            <p:cNvPr id="30" name="Straight Arrow Connector 29">
              <a:extLst>
                <a:ext uri="{FF2B5EF4-FFF2-40B4-BE49-F238E27FC236}">
                  <a16:creationId xmlns:a16="http://schemas.microsoft.com/office/drawing/2014/main" id="{A1E049DD-B0C4-9900-0C9B-9863FF0B6410}"/>
                </a:ext>
              </a:extLst>
            </p:cNvPr>
            <p:cNvCxnSpPr>
              <a:cxnSpLocks/>
            </p:cNvCxnSpPr>
            <p:nvPr/>
          </p:nvCxnSpPr>
          <p:spPr>
            <a:xfrm flipH="1">
              <a:off x="8760296" y="3496491"/>
              <a:ext cx="1224136"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881D04E-03CF-406E-D636-06337B444CF7}"/>
                </a:ext>
              </a:extLst>
            </p:cNvPr>
            <p:cNvCxnSpPr>
              <a:cxnSpLocks/>
            </p:cNvCxnSpPr>
            <p:nvPr/>
          </p:nvCxnSpPr>
          <p:spPr>
            <a:xfrm>
              <a:off x="1919536" y="3531883"/>
              <a:ext cx="1224136"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79" name="Group 78">
              <a:extLst>
                <a:ext uri="{FF2B5EF4-FFF2-40B4-BE49-F238E27FC236}">
                  <a16:creationId xmlns:a16="http://schemas.microsoft.com/office/drawing/2014/main" id="{7C1C913E-FB0A-1736-F7B2-4F4D00EC53E9}"/>
                </a:ext>
              </a:extLst>
            </p:cNvPr>
            <p:cNvGrpSpPr/>
            <p:nvPr/>
          </p:nvGrpSpPr>
          <p:grpSpPr>
            <a:xfrm>
              <a:off x="1019436" y="1755402"/>
              <a:ext cx="792088" cy="3829960"/>
              <a:chOff x="1012908" y="2177360"/>
              <a:chExt cx="792088" cy="3829960"/>
            </a:xfrm>
          </p:grpSpPr>
          <p:grpSp>
            <p:nvGrpSpPr>
              <p:cNvPr id="37" name="Group 36">
                <a:extLst>
                  <a:ext uri="{FF2B5EF4-FFF2-40B4-BE49-F238E27FC236}">
                    <a16:creationId xmlns:a16="http://schemas.microsoft.com/office/drawing/2014/main" id="{768A5690-50DD-DFFF-7970-E6CB9366EE0B}"/>
                  </a:ext>
                </a:extLst>
              </p:cNvPr>
              <p:cNvGrpSpPr/>
              <p:nvPr/>
            </p:nvGrpSpPr>
            <p:grpSpPr>
              <a:xfrm>
                <a:off x="1012908" y="2177360"/>
                <a:ext cx="792088" cy="732433"/>
                <a:chOff x="9467132" y="1931973"/>
                <a:chExt cx="792088" cy="732433"/>
              </a:xfrm>
            </p:grpSpPr>
            <p:pic>
              <p:nvPicPr>
                <p:cNvPr id="50" name="Graphic 49" descr="Badge Tick outline">
                  <a:extLst>
                    <a:ext uri="{FF2B5EF4-FFF2-40B4-BE49-F238E27FC236}">
                      <a16:creationId xmlns:a16="http://schemas.microsoft.com/office/drawing/2014/main" id="{AABFD321-3460-A18B-A3AF-B624E15999CC}"/>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624391" y="1931973"/>
                  <a:ext cx="477571" cy="477571"/>
                </a:xfrm>
                <a:prstGeom prst="rect">
                  <a:avLst/>
                </a:prstGeom>
              </p:spPr>
            </p:pic>
            <p:sp>
              <p:nvSpPr>
                <p:cNvPr id="51" name="TextBox 50">
                  <a:extLst>
                    <a:ext uri="{FF2B5EF4-FFF2-40B4-BE49-F238E27FC236}">
                      <a16:creationId xmlns:a16="http://schemas.microsoft.com/office/drawing/2014/main" id="{5CEB702A-AACA-3C10-E7DB-455D5D798FD1}"/>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Certification schemes</a:t>
                  </a:r>
                </a:p>
              </p:txBody>
            </p:sp>
          </p:grpSp>
          <p:grpSp>
            <p:nvGrpSpPr>
              <p:cNvPr id="38" name="Group 37">
                <a:extLst>
                  <a:ext uri="{FF2B5EF4-FFF2-40B4-BE49-F238E27FC236}">
                    <a16:creationId xmlns:a16="http://schemas.microsoft.com/office/drawing/2014/main" id="{AC752805-7FD1-8DE4-F84B-8701D761F868}"/>
                  </a:ext>
                </a:extLst>
              </p:cNvPr>
              <p:cNvGrpSpPr/>
              <p:nvPr/>
            </p:nvGrpSpPr>
            <p:grpSpPr>
              <a:xfrm>
                <a:off x="1012908" y="3209869"/>
                <a:ext cx="792088" cy="593933"/>
                <a:chOff x="9467132" y="1931973"/>
                <a:chExt cx="792088" cy="593933"/>
              </a:xfrm>
            </p:grpSpPr>
            <p:pic>
              <p:nvPicPr>
                <p:cNvPr id="48" name="Graphic 47" descr="List outline">
                  <a:extLst>
                    <a:ext uri="{FF2B5EF4-FFF2-40B4-BE49-F238E27FC236}">
                      <a16:creationId xmlns:a16="http://schemas.microsoft.com/office/drawing/2014/main" id="{672C184D-4864-787A-EE79-1D792FA7DEA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9624391" y="1931973"/>
                  <a:ext cx="477571" cy="477571"/>
                </a:xfrm>
                <a:prstGeom prst="rect">
                  <a:avLst/>
                </a:prstGeom>
              </p:spPr>
            </p:pic>
            <p:sp>
              <p:nvSpPr>
                <p:cNvPr id="49" name="TextBox 48">
                  <a:extLst>
                    <a:ext uri="{FF2B5EF4-FFF2-40B4-BE49-F238E27FC236}">
                      <a16:creationId xmlns:a16="http://schemas.microsoft.com/office/drawing/2014/main" id="{1A25BFA0-E12C-42D1-C46D-6A99934B902E}"/>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Standards</a:t>
                  </a:r>
                </a:p>
              </p:txBody>
            </p:sp>
          </p:grpSp>
          <p:grpSp>
            <p:nvGrpSpPr>
              <p:cNvPr id="39" name="Group 38">
                <a:extLst>
                  <a:ext uri="{FF2B5EF4-FFF2-40B4-BE49-F238E27FC236}">
                    <a16:creationId xmlns:a16="http://schemas.microsoft.com/office/drawing/2014/main" id="{B83F6D79-1015-250E-4FF9-6A7981762DE8}"/>
                  </a:ext>
                </a:extLst>
              </p:cNvPr>
              <p:cNvGrpSpPr/>
              <p:nvPr/>
            </p:nvGrpSpPr>
            <p:grpSpPr>
              <a:xfrm>
                <a:off x="1012908" y="4103878"/>
                <a:ext cx="792088" cy="732433"/>
                <a:chOff x="9467132" y="1931973"/>
                <a:chExt cx="792088" cy="732433"/>
              </a:xfrm>
            </p:grpSpPr>
            <p:pic>
              <p:nvPicPr>
                <p:cNvPr id="46" name="Graphic 45" descr="Bank outline">
                  <a:extLst>
                    <a:ext uri="{FF2B5EF4-FFF2-40B4-BE49-F238E27FC236}">
                      <a16:creationId xmlns:a16="http://schemas.microsoft.com/office/drawing/2014/main" id="{C2C2699B-947F-8F58-4452-426534924AFB}"/>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624391" y="1931973"/>
                  <a:ext cx="477571" cy="477571"/>
                </a:xfrm>
                <a:prstGeom prst="rect">
                  <a:avLst/>
                </a:prstGeom>
              </p:spPr>
            </p:pic>
            <p:sp>
              <p:nvSpPr>
                <p:cNvPr id="47" name="TextBox 46">
                  <a:extLst>
                    <a:ext uri="{FF2B5EF4-FFF2-40B4-BE49-F238E27FC236}">
                      <a16:creationId xmlns:a16="http://schemas.microsoft.com/office/drawing/2014/main" id="{F1BB6C84-9594-813C-61B2-8DFD14BFBE56}"/>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Rules and requirements</a:t>
                  </a:r>
                </a:p>
              </p:txBody>
            </p:sp>
          </p:grpSp>
          <p:grpSp>
            <p:nvGrpSpPr>
              <p:cNvPr id="78" name="Group 77">
                <a:extLst>
                  <a:ext uri="{FF2B5EF4-FFF2-40B4-BE49-F238E27FC236}">
                    <a16:creationId xmlns:a16="http://schemas.microsoft.com/office/drawing/2014/main" id="{AD3CE41F-A87A-BC4E-B008-CE87A47F7ACB}"/>
                  </a:ext>
                </a:extLst>
              </p:cNvPr>
              <p:cNvGrpSpPr/>
              <p:nvPr/>
            </p:nvGrpSpPr>
            <p:grpSpPr>
              <a:xfrm>
                <a:off x="1012908" y="5136388"/>
                <a:ext cx="792088" cy="870932"/>
                <a:chOff x="1012908" y="5136388"/>
                <a:chExt cx="792088" cy="870932"/>
              </a:xfrm>
            </p:grpSpPr>
            <p:pic>
              <p:nvPicPr>
                <p:cNvPr id="75" name="Graphic 74" descr="List outline">
                  <a:extLst>
                    <a:ext uri="{FF2B5EF4-FFF2-40B4-BE49-F238E27FC236}">
                      <a16:creationId xmlns:a16="http://schemas.microsoft.com/office/drawing/2014/main" id="{B273AD65-870B-DF19-B273-2FF973B50D89}"/>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170167" y="5136388"/>
                  <a:ext cx="477571" cy="477571"/>
                </a:xfrm>
                <a:prstGeom prst="rect">
                  <a:avLst/>
                </a:prstGeom>
              </p:spPr>
            </p:pic>
            <p:sp>
              <p:nvSpPr>
                <p:cNvPr id="76" name="TextBox 75">
                  <a:extLst>
                    <a:ext uri="{FF2B5EF4-FFF2-40B4-BE49-F238E27FC236}">
                      <a16:creationId xmlns:a16="http://schemas.microsoft.com/office/drawing/2014/main" id="{031FDEBF-2E3E-EA8A-1C79-1C175DCC46F0}"/>
                    </a:ext>
                  </a:extLst>
                </p:cNvPr>
                <p:cNvSpPr txBox="1"/>
                <p:nvPr/>
              </p:nvSpPr>
              <p:spPr>
                <a:xfrm>
                  <a:off x="1012908" y="5591822"/>
                  <a:ext cx="792088" cy="41549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User manual and Design documents</a:t>
                  </a:r>
                </a:p>
              </p:txBody>
            </p:sp>
          </p:grpSp>
        </p:grpSp>
      </p:grpSp>
    </p:spTree>
    <p:extLst>
      <p:ext uri="{BB962C8B-B14F-4D97-AF65-F5344CB8AC3E}">
        <p14:creationId xmlns:p14="http://schemas.microsoft.com/office/powerpoint/2010/main" val="9271320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2D892-4111-513E-100F-8FA846123954}"/>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4F4DCE01-FE34-C2BC-7BA7-BD39F7F1EE08}"/>
              </a:ext>
            </a:extLst>
          </p:cNvPr>
          <p:cNvSpPr/>
          <p:nvPr/>
        </p:nvSpPr>
        <p:spPr>
          <a:xfrm>
            <a:off x="9560860" y="3429000"/>
            <a:ext cx="2366682" cy="869577"/>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US" sz="2000" err="1"/>
          </a:p>
        </p:txBody>
      </p:sp>
      <p:pic>
        <p:nvPicPr>
          <p:cNvPr id="2114" name="Picture 2113">
            <a:extLst>
              <a:ext uri="{FF2B5EF4-FFF2-40B4-BE49-F238E27FC236}">
                <a16:creationId xmlns:a16="http://schemas.microsoft.com/office/drawing/2014/main" id="{7B271CD8-9D0E-D023-1359-47E49EC9D533}"/>
              </a:ext>
            </a:extLst>
          </p:cNvPr>
          <p:cNvPicPr>
            <a:picLocks noChangeAspect="1"/>
          </p:cNvPicPr>
          <p:nvPr/>
        </p:nvPicPr>
        <p:blipFill>
          <a:blip r:embed="rId3"/>
          <a:stretch>
            <a:fillRect/>
          </a:stretch>
        </p:blipFill>
        <p:spPr>
          <a:xfrm>
            <a:off x="5438607" y="5472632"/>
            <a:ext cx="864718" cy="369528"/>
          </a:xfrm>
          <a:prstGeom prst="rect">
            <a:avLst/>
          </a:prstGeom>
        </p:spPr>
      </p:pic>
      <p:sp>
        <p:nvSpPr>
          <p:cNvPr id="45" name="Rectangle 44">
            <a:extLst>
              <a:ext uri="{FF2B5EF4-FFF2-40B4-BE49-F238E27FC236}">
                <a16:creationId xmlns:a16="http://schemas.microsoft.com/office/drawing/2014/main" id="{EADDFB3D-D888-32CC-BA3E-ACF03E4FEEC1}"/>
              </a:ext>
            </a:extLst>
          </p:cNvPr>
          <p:cNvSpPr/>
          <p:nvPr/>
        </p:nvSpPr>
        <p:spPr>
          <a:xfrm>
            <a:off x="3701198" y="1791075"/>
            <a:ext cx="1494367" cy="2403000"/>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accent1"/>
                </a:solidFill>
              </a:rPr>
              <a:t>Requirement library</a:t>
            </a:r>
          </a:p>
        </p:txBody>
      </p:sp>
      <p:sp>
        <p:nvSpPr>
          <p:cNvPr id="3" name="Title 2">
            <a:extLst>
              <a:ext uri="{FF2B5EF4-FFF2-40B4-BE49-F238E27FC236}">
                <a16:creationId xmlns:a16="http://schemas.microsoft.com/office/drawing/2014/main" id="{092F8D20-BEF3-05AF-CDF1-897421E76748}"/>
              </a:ext>
            </a:extLst>
          </p:cNvPr>
          <p:cNvSpPr>
            <a:spLocks noGrp="1"/>
          </p:cNvSpPr>
          <p:nvPr>
            <p:ph type="title"/>
          </p:nvPr>
        </p:nvSpPr>
        <p:spPr>
          <a:xfrm>
            <a:off x="610632" y="290155"/>
            <a:ext cx="11040032" cy="492977"/>
          </a:xfrm>
        </p:spPr>
        <p:txBody>
          <a:bodyPr/>
          <a:lstStyle/>
          <a:p>
            <a:r>
              <a:rPr lang="en-GB" dirty="0"/>
              <a:t>Assurance as a Service</a:t>
            </a:r>
          </a:p>
        </p:txBody>
      </p:sp>
      <p:sp>
        <p:nvSpPr>
          <p:cNvPr id="6" name="Slide Number Placeholder 5">
            <a:extLst>
              <a:ext uri="{FF2B5EF4-FFF2-40B4-BE49-F238E27FC236}">
                <a16:creationId xmlns:a16="http://schemas.microsoft.com/office/drawing/2014/main" id="{7CFB9529-917C-1C98-CE11-78A79E13FE9D}"/>
              </a:ext>
            </a:extLst>
          </p:cNvPr>
          <p:cNvSpPr>
            <a:spLocks noGrp="1"/>
          </p:cNvSpPr>
          <p:nvPr>
            <p:ph type="sldNum" sz="quarter" idx="12"/>
          </p:nvPr>
        </p:nvSpPr>
        <p:spPr>
          <a:xfrm>
            <a:off x="697258" y="6577544"/>
            <a:ext cx="266400" cy="151200"/>
          </a:xfrm>
        </p:spPr>
        <p:txBody>
          <a:bodyPr/>
          <a:lstStyle/>
          <a:p>
            <a:fld id="{5BA07366-CB75-4AA8-9E5B-928B849F427C}" type="slidenum">
              <a:rPr lang="en-GB" smtClean="0"/>
              <a:pPr/>
              <a:t>37</a:t>
            </a:fld>
            <a:endParaRPr lang="en-GB"/>
          </a:p>
        </p:txBody>
      </p:sp>
      <p:grpSp>
        <p:nvGrpSpPr>
          <p:cNvPr id="11" name="Group 10">
            <a:extLst>
              <a:ext uri="{FF2B5EF4-FFF2-40B4-BE49-F238E27FC236}">
                <a16:creationId xmlns:a16="http://schemas.microsoft.com/office/drawing/2014/main" id="{C2A0F83B-A905-0F43-88AB-C79ADF2F608D}"/>
              </a:ext>
            </a:extLst>
          </p:cNvPr>
          <p:cNvGrpSpPr/>
          <p:nvPr/>
        </p:nvGrpSpPr>
        <p:grpSpPr>
          <a:xfrm>
            <a:off x="9570112" y="3584326"/>
            <a:ext cx="792088" cy="593933"/>
            <a:chOff x="7702986" y="4421064"/>
            <a:chExt cx="792088" cy="593933"/>
          </a:xfrm>
        </p:grpSpPr>
        <p:pic>
          <p:nvPicPr>
            <p:cNvPr id="7" name="Graphic 6" descr="Contract outline">
              <a:extLst>
                <a:ext uri="{FF2B5EF4-FFF2-40B4-BE49-F238E27FC236}">
                  <a16:creationId xmlns:a16="http://schemas.microsoft.com/office/drawing/2014/main" id="{475D26B5-6955-1C34-FF0C-FA8356DC6B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10" name="TextBox 9">
              <a:extLst>
                <a:ext uri="{FF2B5EF4-FFF2-40B4-BE49-F238E27FC236}">
                  <a16:creationId xmlns:a16="http://schemas.microsoft.com/office/drawing/2014/main" id="{0D18E7D8-2AED-E599-C2DB-0AAA482881CA}"/>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a:t>
              </a:r>
              <a:endParaRPr lang="en-GB" sz="900">
                <a:solidFill>
                  <a:schemeClr val="accent1"/>
                </a:solidFill>
                <a:cs typeface="Arial"/>
              </a:endParaRPr>
            </a:p>
          </p:txBody>
        </p:sp>
      </p:grpSp>
      <p:grpSp>
        <p:nvGrpSpPr>
          <p:cNvPr id="23" name="Group 22">
            <a:extLst>
              <a:ext uri="{FF2B5EF4-FFF2-40B4-BE49-F238E27FC236}">
                <a16:creationId xmlns:a16="http://schemas.microsoft.com/office/drawing/2014/main" id="{921730DB-85FF-C471-D00A-75C40504D3A9}"/>
              </a:ext>
            </a:extLst>
          </p:cNvPr>
          <p:cNvGrpSpPr/>
          <p:nvPr/>
        </p:nvGrpSpPr>
        <p:grpSpPr>
          <a:xfrm>
            <a:off x="11134544" y="1353599"/>
            <a:ext cx="792088" cy="732433"/>
            <a:chOff x="9467132" y="1931973"/>
            <a:chExt cx="792088" cy="732433"/>
          </a:xfrm>
        </p:grpSpPr>
        <p:pic>
          <p:nvPicPr>
            <p:cNvPr id="24" name="Graphic 23" descr="Construction worker male outline">
              <a:extLst>
                <a:ext uri="{FF2B5EF4-FFF2-40B4-BE49-F238E27FC236}">
                  <a16:creationId xmlns:a16="http://schemas.microsoft.com/office/drawing/2014/main" id="{440B7051-D41D-4D46-84E4-671075B31D7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624391" y="1931973"/>
              <a:ext cx="477571" cy="477571"/>
            </a:xfrm>
            <a:prstGeom prst="rect">
              <a:avLst/>
            </a:prstGeom>
          </p:spPr>
        </p:pic>
        <p:sp>
          <p:nvSpPr>
            <p:cNvPr id="25" name="TextBox 24">
              <a:extLst>
                <a:ext uri="{FF2B5EF4-FFF2-40B4-BE49-F238E27FC236}">
                  <a16:creationId xmlns:a16="http://schemas.microsoft.com/office/drawing/2014/main" id="{2D5BDACE-6BE5-3276-B414-5ED705FED8E0}"/>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Inspections / Maintenance</a:t>
              </a:r>
            </a:p>
          </p:txBody>
        </p:sp>
      </p:grpSp>
      <p:grpSp>
        <p:nvGrpSpPr>
          <p:cNvPr id="13" name="Group 12">
            <a:extLst>
              <a:ext uri="{FF2B5EF4-FFF2-40B4-BE49-F238E27FC236}">
                <a16:creationId xmlns:a16="http://schemas.microsoft.com/office/drawing/2014/main" id="{22DC146F-BFEF-AFD1-7C09-937D0743C656}"/>
              </a:ext>
            </a:extLst>
          </p:cNvPr>
          <p:cNvGrpSpPr/>
          <p:nvPr/>
        </p:nvGrpSpPr>
        <p:grpSpPr>
          <a:xfrm>
            <a:off x="1253447" y="2537786"/>
            <a:ext cx="792088" cy="593933"/>
            <a:chOff x="1928666" y="4730820"/>
            <a:chExt cx="792088" cy="593933"/>
          </a:xfrm>
        </p:grpSpPr>
        <p:pic>
          <p:nvPicPr>
            <p:cNvPr id="14" name="Graphic 13" descr="Scroll outline">
              <a:extLst>
                <a:ext uri="{FF2B5EF4-FFF2-40B4-BE49-F238E27FC236}">
                  <a16:creationId xmlns:a16="http://schemas.microsoft.com/office/drawing/2014/main" id="{14890192-0DBF-9C8A-1EF4-1050811D3AD4}"/>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2085925" y="4730820"/>
              <a:ext cx="477571" cy="477571"/>
            </a:xfrm>
            <a:prstGeom prst="rect">
              <a:avLst/>
            </a:prstGeom>
          </p:spPr>
        </p:pic>
        <p:sp>
          <p:nvSpPr>
            <p:cNvPr id="26" name="TextBox 25">
              <a:extLst>
                <a:ext uri="{FF2B5EF4-FFF2-40B4-BE49-F238E27FC236}">
                  <a16:creationId xmlns:a16="http://schemas.microsoft.com/office/drawing/2014/main" id="{CB45D0CA-EC4C-E3BF-1C40-4E1182D5F8C7}"/>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dirty="0">
                  <a:solidFill>
                    <a:schemeClr val="accent1"/>
                  </a:solidFill>
                </a:rPr>
                <a:t>Regulations</a:t>
              </a:r>
            </a:p>
          </p:txBody>
        </p:sp>
      </p:grpSp>
      <p:cxnSp>
        <p:nvCxnSpPr>
          <p:cNvPr id="32" name="Straight Arrow Connector 31">
            <a:extLst>
              <a:ext uri="{FF2B5EF4-FFF2-40B4-BE49-F238E27FC236}">
                <a16:creationId xmlns:a16="http://schemas.microsoft.com/office/drawing/2014/main" id="{4B706ED2-6F7F-41BE-2289-82F8544FC62D}"/>
              </a:ext>
            </a:extLst>
          </p:cNvPr>
          <p:cNvCxnSpPr>
            <a:cxnSpLocks/>
          </p:cNvCxnSpPr>
          <p:nvPr/>
        </p:nvCxnSpPr>
        <p:spPr>
          <a:xfrm>
            <a:off x="1870025" y="2743834"/>
            <a:ext cx="1759760" cy="1329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B584357A-CFA6-3DF0-1579-AA6703484D5C}"/>
              </a:ext>
            </a:extLst>
          </p:cNvPr>
          <p:cNvSpPr/>
          <p:nvPr/>
        </p:nvSpPr>
        <p:spPr>
          <a:xfrm>
            <a:off x="6717162" y="2321402"/>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Freeform: Shape 53">
            <a:extLst>
              <a:ext uri="{FF2B5EF4-FFF2-40B4-BE49-F238E27FC236}">
                <a16:creationId xmlns:a16="http://schemas.microsoft.com/office/drawing/2014/main" id="{10058519-A27B-4D9D-258C-B555A79829B5}"/>
              </a:ext>
            </a:extLst>
          </p:cNvPr>
          <p:cNvSpPr/>
          <p:nvPr/>
        </p:nvSpPr>
        <p:spPr>
          <a:xfrm rot="11281437">
            <a:off x="6686218" y="3097795"/>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1E88ED0E-BC1B-58B2-5C88-20BD24079805}"/>
              </a:ext>
            </a:extLst>
          </p:cNvPr>
          <p:cNvSpPr/>
          <p:nvPr/>
        </p:nvSpPr>
        <p:spPr>
          <a:xfrm>
            <a:off x="3938886" y="2056622"/>
            <a:ext cx="1073290"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600"/>
              </a:spcBef>
            </a:pPr>
            <a:r>
              <a:rPr lang="en-GB" sz="1000" dirty="0"/>
              <a:t>Procedural Requirements</a:t>
            </a:r>
          </a:p>
        </p:txBody>
      </p:sp>
      <p:sp>
        <p:nvSpPr>
          <p:cNvPr id="65" name="Rectangle 64">
            <a:extLst>
              <a:ext uri="{FF2B5EF4-FFF2-40B4-BE49-F238E27FC236}">
                <a16:creationId xmlns:a16="http://schemas.microsoft.com/office/drawing/2014/main" id="{1D752430-ADC6-0F85-F392-39AB87D9C659}"/>
              </a:ext>
            </a:extLst>
          </p:cNvPr>
          <p:cNvSpPr/>
          <p:nvPr/>
        </p:nvSpPr>
        <p:spPr>
          <a:xfrm>
            <a:off x="3924540" y="3387736"/>
            <a:ext cx="1073290" cy="620260"/>
          </a:xfrm>
          <a:prstGeom prst="rect">
            <a:avLst/>
          </a:prstGeom>
          <a:solidFill>
            <a:srgbClr val="F2E6D5"/>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solidFill>
                  <a:schemeClr val="tx1"/>
                </a:solidFill>
              </a:rPr>
              <a:t>Technical Requirements</a:t>
            </a:r>
          </a:p>
        </p:txBody>
      </p:sp>
      <p:sp>
        <p:nvSpPr>
          <p:cNvPr id="73" name="Rectangle 72">
            <a:extLst>
              <a:ext uri="{FF2B5EF4-FFF2-40B4-BE49-F238E27FC236}">
                <a16:creationId xmlns:a16="http://schemas.microsoft.com/office/drawing/2014/main" id="{5349CCF3-66E8-C05E-587F-4096E54C5EA2}"/>
              </a:ext>
            </a:extLst>
          </p:cNvPr>
          <p:cNvSpPr/>
          <p:nvPr/>
        </p:nvSpPr>
        <p:spPr>
          <a:xfrm>
            <a:off x="7725913" y="1729650"/>
            <a:ext cx="1373243" cy="2461615"/>
          </a:xfrm>
          <a:prstGeom prst="rect">
            <a:avLst/>
          </a:prstGeom>
          <a:solidFill>
            <a:srgbClr val="2B6173"/>
          </a:solidFill>
          <a:ln w="9525">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bg1"/>
                </a:solidFill>
              </a:rPr>
              <a:t>Customer Evidence</a:t>
            </a:r>
          </a:p>
        </p:txBody>
      </p:sp>
      <p:sp>
        <p:nvSpPr>
          <p:cNvPr id="81" name="Rectangle 80">
            <a:extLst>
              <a:ext uri="{FF2B5EF4-FFF2-40B4-BE49-F238E27FC236}">
                <a16:creationId xmlns:a16="http://schemas.microsoft.com/office/drawing/2014/main" id="{B6751DED-28CC-5F55-3DFC-915BE1A8A9AE}"/>
              </a:ext>
            </a:extLst>
          </p:cNvPr>
          <p:cNvSpPr/>
          <p:nvPr/>
        </p:nvSpPr>
        <p:spPr>
          <a:xfrm>
            <a:off x="7864059" y="2100160"/>
            <a:ext cx="1087116" cy="647271"/>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Procedural Documentation</a:t>
            </a:r>
          </a:p>
        </p:txBody>
      </p:sp>
      <p:sp>
        <p:nvSpPr>
          <p:cNvPr id="82" name="Rectangle 81">
            <a:extLst>
              <a:ext uri="{FF2B5EF4-FFF2-40B4-BE49-F238E27FC236}">
                <a16:creationId xmlns:a16="http://schemas.microsoft.com/office/drawing/2014/main" id="{2D01BFE6-F385-349D-623D-0AC310131DB8}"/>
              </a:ext>
            </a:extLst>
          </p:cNvPr>
          <p:cNvSpPr/>
          <p:nvPr/>
        </p:nvSpPr>
        <p:spPr>
          <a:xfrm>
            <a:off x="7931048" y="3358410"/>
            <a:ext cx="1020128" cy="655645"/>
          </a:xfrm>
          <a:prstGeom prst="rect">
            <a:avLst/>
          </a:prstGeom>
          <a:solidFill>
            <a:srgbClr val="F2E6D5"/>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solidFill>
                  <a:schemeClr val="tx1"/>
                </a:solidFill>
              </a:rPr>
              <a:t>Technical Evidence</a:t>
            </a:r>
          </a:p>
        </p:txBody>
      </p:sp>
      <p:cxnSp>
        <p:nvCxnSpPr>
          <p:cNvPr id="83" name="Straight Arrow Connector 82">
            <a:extLst>
              <a:ext uri="{FF2B5EF4-FFF2-40B4-BE49-F238E27FC236}">
                <a16:creationId xmlns:a16="http://schemas.microsoft.com/office/drawing/2014/main" id="{7DECCB3A-5110-B0DF-E837-222B7A5E7CD3}"/>
              </a:ext>
            </a:extLst>
          </p:cNvPr>
          <p:cNvCxnSpPr>
            <a:cxnSpLocks/>
          </p:cNvCxnSpPr>
          <p:nvPr/>
        </p:nvCxnSpPr>
        <p:spPr>
          <a:xfrm flipH="1" flipV="1">
            <a:off x="8944262" y="3692385"/>
            <a:ext cx="627146" cy="168860"/>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D68C14E7-ED6D-CA6E-AEBD-9DFF75924BB9}"/>
              </a:ext>
            </a:extLst>
          </p:cNvPr>
          <p:cNvCxnSpPr>
            <a:cxnSpLocks/>
          </p:cNvCxnSpPr>
          <p:nvPr/>
        </p:nvCxnSpPr>
        <p:spPr>
          <a:xfrm flipH="1">
            <a:off x="8969187" y="1709972"/>
            <a:ext cx="577586" cy="627459"/>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60AA20EE-DC75-C502-F3C9-9DBFC36757EA}"/>
              </a:ext>
            </a:extLst>
          </p:cNvPr>
          <p:cNvGrpSpPr/>
          <p:nvPr/>
        </p:nvGrpSpPr>
        <p:grpSpPr>
          <a:xfrm>
            <a:off x="5961868" y="4781581"/>
            <a:ext cx="792088" cy="593933"/>
            <a:chOff x="9467132" y="1931973"/>
            <a:chExt cx="792088" cy="593933"/>
          </a:xfrm>
        </p:grpSpPr>
        <p:pic>
          <p:nvPicPr>
            <p:cNvPr id="18" name="Graphic 17" descr="Database outline">
              <a:extLst>
                <a:ext uri="{FF2B5EF4-FFF2-40B4-BE49-F238E27FC236}">
                  <a16:creationId xmlns:a16="http://schemas.microsoft.com/office/drawing/2014/main" id="{5CF2AE2C-FACB-E3AC-32A1-A62CB2CAC54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9624391" y="1931973"/>
              <a:ext cx="477571" cy="477571"/>
            </a:xfrm>
            <a:prstGeom prst="rect">
              <a:avLst/>
            </a:prstGeom>
          </p:spPr>
        </p:pic>
        <p:sp>
          <p:nvSpPr>
            <p:cNvPr id="19" name="TextBox 18">
              <a:extLst>
                <a:ext uri="{FF2B5EF4-FFF2-40B4-BE49-F238E27FC236}">
                  <a16:creationId xmlns:a16="http://schemas.microsoft.com/office/drawing/2014/main" id="{8508DB22-F1FB-74BC-19B5-EFDF60854BB3}"/>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89" name="Group 88">
            <a:extLst>
              <a:ext uri="{FF2B5EF4-FFF2-40B4-BE49-F238E27FC236}">
                <a16:creationId xmlns:a16="http://schemas.microsoft.com/office/drawing/2014/main" id="{7664E844-7046-15AD-318B-6F8618CC4E29}"/>
              </a:ext>
            </a:extLst>
          </p:cNvPr>
          <p:cNvGrpSpPr/>
          <p:nvPr/>
        </p:nvGrpSpPr>
        <p:grpSpPr>
          <a:xfrm>
            <a:off x="5476088" y="5427441"/>
            <a:ext cx="1732165" cy="450732"/>
            <a:chOff x="3650348" y="5867518"/>
            <a:chExt cx="1732165" cy="450732"/>
          </a:xfrm>
        </p:grpSpPr>
        <p:pic>
          <p:nvPicPr>
            <p:cNvPr id="1026" name="Picture 2">
              <a:extLst>
                <a:ext uri="{FF2B5EF4-FFF2-40B4-BE49-F238E27FC236}">
                  <a16:creationId xmlns:a16="http://schemas.microsoft.com/office/drawing/2014/main" id="{0DEDCF5C-FEFD-B3FC-6F1A-FF893993B8D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650348" y="5949223"/>
              <a:ext cx="797273" cy="321900"/>
            </a:xfrm>
            <a:prstGeom prst="rect">
              <a:avLst/>
            </a:prstGeom>
            <a:noFill/>
            <a:effectLst>
              <a:reflection blurRad="6350" stA="50000" endA="300" endPos="55500" dist="50800" dir="5400000" sy="-100000" algn="bl" rotWithShape="0"/>
            </a:effectLst>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7E548775-9472-D12D-1672-7ADBEB129E11}"/>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693158" y="5867518"/>
              <a:ext cx="689355" cy="4507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17" name="Group 2216">
            <a:extLst>
              <a:ext uri="{FF2B5EF4-FFF2-40B4-BE49-F238E27FC236}">
                <a16:creationId xmlns:a16="http://schemas.microsoft.com/office/drawing/2014/main" id="{B8C3C6C5-3877-4F48-4277-690413ACBEFD}"/>
              </a:ext>
            </a:extLst>
          </p:cNvPr>
          <p:cNvGrpSpPr/>
          <p:nvPr/>
        </p:nvGrpSpPr>
        <p:grpSpPr>
          <a:xfrm>
            <a:off x="5979472" y="6096143"/>
            <a:ext cx="864718" cy="483417"/>
            <a:chOff x="5979472" y="6096143"/>
            <a:chExt cx="864718" cy="483417"/>
          </a:xfrm>
        </p:grpSpPr>
        <p:pic>
          <p:nvPicPr>
            <p:cNvPr id="2216" name="Picture 2215">
              <a:extLst>
                <a:ext uri="{FF2B5EF4-FFF2-40B4-BE49-F238E27FC236}">
                  <a16:creationId xmlns:a16="http://schemas.microsoft.com/office/drawing/2014/main" id="{E3CCD865-A0B0-5230-2F16-E664A811C528}"/>
                </a:ext>
              </a:extLst>
            </p:cNvPr>
            <p:cNvPicPr>
              <a:picLocks noChangeAspect="1"/>
            </p:cNvPicPr>
            <p:nvPr/>
          </p:nvPicPr>
          <p:blipFill>
            <a:blip r:embed="rId10"/>
            <a:stretch>
              <a:fillRect/>
            </a:stretch>
          </p:blipFill>
          <p:spPr>
            <a:xfrm>
              <a:off x="6064845" y="6096143"/>
              <a:ext cx="689355" cy="303943"/>
            </a:xfrm>
            <a:prstGeom prst="rect">
              <a:avLst/>
            </a:prstGeom>
          </p:spPr>
        </p:pic>
        <p:grpSp>
          <p:nvGrpSpPr>
            <p:cNvPr id="91" name="Group 90">
              <a:extLst>
                <a:ext uri="{FF2B5EF4-FFF2-40B4-BE49-F238E27FC236}">
                  <a16:creationId xmlns:a16="http://schemas.microsoft.com/office/drawing/2014/main" id="{6D24953A-4642-179E-4BA7-D306C5CB2536}"/>
                </a:ext>
              </a:extLst>
            </p:cNvPr>
            <p:cNvGrpSpPr/>
            <p:nvPr/>
          </p:nvGrpSpPr>
          <p:grpSpPr>
            <a:xfrm>
              <a:off x="5979472" y="6149630"/>
              <a:ext cx="864718" cy="429930"/>
              <a:chOff x="6347370" y="2015210"/>
              <a:chExt cx="864718" cy="429930"/>
            </a:xfrm>
          </p:grpSpPr>
          <p:grpSp>
            <p:nvGrpSpPr>
              <p:cNvPr id="92" name="Group 91">
                <a:extLst>
                  <a:ext uri="{FF2B5EF4-FFF2-40B4-BE49-F238E27FC236}">
                    <a16:creationId xmlns:a16="http://schemas.microsoft.com/office/drawing/2014/main" id="{F36FE7D9-7577-3460-7BF4-9D93FF3D8E99}"/>
                  </a:ext>
                </a:extLst>
              </p:cNvPr>
              <p:cNvGrpSpPr/>
              <p:nvPr/>
            </p:nvGrpSpPr>
            <p:grpSpPr>
              <a:xfrm>
                <a:off x="6584648" y="2015210"/>
                <a:ext cx="364212" cy="196924"/>
                <a:chOff x="4930919" y="984637"/>
                <a:chExt cx="1007357" cy="517279"/>
              </a:xfrm>
            </p:grpSpPr>
            <p:grpSp>
              <p:nvGrpSpPr>
                <p:cNvPr id="94" name="Group 93">
                  <a:extLst>
                    <a:ext uri="{FF2B5EF4-FFF2-40B4-BE49-F238E27FC236}">
                      <a16:creationId xmlns:a16="http://schemas.microsoft.com/office/drawing/2014/main" id="{11CE19A5-3E2F-F875-F277-20CBA54E9CB1}"/>
                    </a:ext>
                  </a:extLst>
                </p:cNvPr>
                <p:cNvGrpSpPr/>
                <p:nvPr/>
              </p:nvGrpSpPr>
              <p:grpSpPr>
                <a:xfrm>
                  <a:off x="4976638" y="984637"/>
                  <a:ext cx="961638" cy="517279"/>
                  <a:chOff x="4913285" y="3828720"/>
                  <a:chExt cx="1099281" cy="605069"/>
                </a:xfrm>
              </p:grpSpPr>
              <p:grpSp>
                <p:nvGrpSpPr>
                  <p:cNvPr id="2049" name="Gruppe 39">
                    <a:extLst>
                      <a:ext uri="{FF2B5EF4-FFF2-40B4-BE49-F238E27FC236}">
                        <a16:creationId xmlns:a16="http://schemas.microsoft.com/office/drawing/2014/main" id="{4EC50101-6BDB-D29E-2D2B-1ECF4CCFFBD5}"/>
                      </a:ext>
                    </a:extLst>
                  </p:cNvPr>
                  <p:cNvGrpSpPr/>
                  <p:nvPr/>
                </p:nvGrpSpPr>
                <p:grpSpPr>
                  <a:xfrm>
                    <a:off x="4913285" y="3828720"/>
                    <a:ext cx="555036" cy="200839"/>
                    <a:chOff x="635432" y="2793649"/>
                    <a:chExt cx="5479322" cy="1638582"/>
                  </a:xfrm>
                </p:grpSpPr>
                <p:sp>
                  <p:nvSpPr>
                    <p:cNvPr id="1032" name="Ellipse 40">
                      <a:extLst>
                        <a:ext uri="{FF2B5EF4-FFF2-40B4-BE49-F238E27FC236}">
                          <a16:creationId xmlns:a16="http://schemas.microsoft.com/office/drawing/2014/main" id="{52A434CA-7F22-EE93-B952-E224CE909A8A}"/>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1033" name="Ellipse 41">
                      <a:extLst>
                        <a:ext uri="{FF2B5EF4-FFF2-40B4-BE49-F238E27FC236}">
                          <a16:creationId xmlns:a16="http://schemas.microsoft.com/office/drawing/2014/main" id="{575AFF60-C39F-8F38-AC6C-101531BFD5EA}"/>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1034" name="Rett linje 42">
                      <a:extLst>
                        <a:ext uri="{FF2B5EF4-FFF2-40B4-BE49-F238E27FC236}">
                          <a16:creationId xmlns:a16="http://schemas.microsoft.com/office/drawing/2014/main" id="{B2007B47-C1C9-54E1-F201-932A89867D2F}"/>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5" name="Rett linje 43">
                      <a:extLst>
                        <a:ext uri="{FF2B5EF4-FFF2-40B4-BE49-F238E27FC236}">
                          <a16:creationId xmlns:a16="http://schemas.microsoft.com/office/drawing/2014/main" id="{6925CD3D-03EC-C4B4-F20B-4EBC4A9EE635}"/>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6" name="Rett linje 44">
                      <a:extLst>
                        <a:ext uri="{FF2B5EF4-FFF2-40B4-BE49-F238E27FC236}">
                          <a16:creationId xmlns:a16="http://schemas.microsoft.com/office/drawing/2014/main" id="{0016A4F9-F947-6DBB-85C5-66B1A6A743F1}"/>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7" name="Rett linje 45">
                      <a:extLst>
                        <a:ext uri="{FF2B5EF4-FFF2-40B4-BE49-F238E27FC236}">
                          <a16:creationId xmlns:a16="http://schemas.microsoft.com/office/drawing/2014/main" id="{95470032-6155-12EE-B548-D0B10B1EDE30}"/>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8" name="Rett linje 46">
                      <a:extLst>
                        <a:ext uri="{FF2B5EF4-FFF2-40B4-BE49-F238E27FC236}">
                          <a16:creationId xmlns:a16="http://schemas.microsoft.com/office/drawing/2014/main" id="{2F1DC5D2-DB00-12AB-3067-4CD2FC9CBAEA}"/>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9" name="Rett linje 47">
                      <a:extLst>
                        <a:ext uri="{FF2B5EF4-FFF2-40B4-BE49-F238E27FC236}">
                          <a16:creationId xmlns:a16="http://schemas.microsoft.com/office/drawing/2014/main" id="{BABD051A-0FBE-CFC9-02F0-E11BADA20789}"/>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0" name="Rett linje 48">
                      <a:extLst>
                        <a:ext uri="{FF2B5EF4-FFF2-40B4-BE49-F238E27FC236}">
                          <a16:creationId xmlns:a16="http://schemas.microsoft.com/office/drawing/2014/main" id="{145494DF-9BC6-A3F0-CEA1-A0AD624B8096}"/>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1" name="Rett linje 49">
                      <a:extLst>
                        <a:ext uri="{FF2B5EF4-FFF2-40B4-BE49-F238E27FC236}">
                          <a16:creationId xmlns:a16="http://schemas.microsoft.com/office/drawing/2014/main" id="{E9DA48EB-1E10-DFDC-8CD3-6E6305E92ABB}"/>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2" name="Rett linje 50">
                      <a:extLst>
                        <a:ext uri="{FF2B5EF4-FFF2-40B4-BE49-F238E27FC236}">
                          <a16:creationId xmlns:a16="http://schemas.microsoft.com/office/drawing/2014/main" id="{5F32ABAE-A206-BC5A-51F3-F03C1EECFAD0}"/>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3" name="Rett linje 51">
                      <a:extLst>
                        <a:ext uri="{FF2B5EF4-FFF2-40B4-BE49-F238E27FC236}">
                          <a16:creationId xmlns:a16="http://schemas.microsoft.com/office/drawing/2014/main" id="{B0098801-6A0E-C335-C159-DC93C670EB39}"/>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4" name="Rett linje 52">
                      <a:extLst>
                        <a:ext uri="{FF2B5EF4-FFF2-40B4-BE49-F238E27FC236}">
                          <a16:creationId xmlns:a16="http://schemas.microsoft.com/office/drawing/2014/main" id="{7E07BBAE-6A8C-47CA-6195-14658F980AB0}"/>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5" name="Rett linje 53">
                      <a:extLst>
                        <a:ext uri="{FF2B5EF4-FFF2-40B4-BE49-F238E27FC236}">
                          <a16:creationId xmlns:a16="http://schemas.microsoft.com/office/drawing/2014/main" id="{6DC0A1BF-E893-20F4-3342-70F8D5B9ABB6}"/>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6" name="Rett linje 54">
                      <a:extLst>
                        <a:ext uri="{FF2B5EF4-FFF2-40B4-BE49-F238E27FC236}">
                          <a16:creationId xmlns:a16="http://schemas.microsoft.com/office/drawing/2014/main" id="{A15E2B57-59F5-5633-2CEA-FE7910772F0A}"/>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7" name="Rett linje 55">
                      <a:extLst>
                        <a:ext uri="{FF2B5EF4-FFF2-40B4-BE49-F238E27FC236}">
                          <a16:creationId xmlns:a16="http://schemas.microsoft.com/office/drawing/2014/main" id="{BB46C92C-AAB2-DC5D-0538-997E601FFB60}"/>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8" name="Rett linje 56">
                      <a:extLst>
                        <a:ext uri="{FF2B5EF4-FFF2-40B4-BE49-F238E27FC236}">
                          <a16:creationId xmlns:a16="http://schemas.microsoft.com/office/drawing/2014/main" id="{2CEAEE3D-BA83-8D26-6351-03FC82426F54}"/>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9" name="Rett linje 57">
                      <a:extLst>
                        <a:ext uri="{FF2B5EF4-FFF2-40B4-BE49-F238E27FC236}">
                          <a16:creationId xmlns:a16="http://schemas.microsoft.com/office/drawing/2014/main" id="{A91006B4-6B6F-6871-1BBA-25DAC37C3910}"/>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0" name="Rett linje 58">
                      <a:extLst>
                        <a:ext uri="{FF2B5EF4-FFF2-40B4-BE49-F238E27FC236}">
                          <a16:creationId xmlns:a16="http://schemas.microsoft.com/office/drawing/2014/main" id="{CC1DADA9-6A6E-596C-C089-1137FC4AC582}"/>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1" name="Rett linje 59">
                      <a:extLst>
                        <a:ext uri="{FF2B5EF4-FFF2-40B4-BE49-F238E27FC236}">
                          <a16:creationId xmlns:a16="http://schemas.microsoft.com/office/drawing/2014/main" id="{DF5B11CB-F428-0D20-C76F-75831DFF7752}"/>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2" name="Rett linje 60">
                      <a:extLst>
                        <a:ext uri="{FF2B5EF4-FFF2-40B4-BE49-F238E27FC236}">
                          <a16:creationId xmlns:a16="http://schemas.microsoft.com/office/drawing/2014/main" id="{9D35C248-982B-BE09-5004-CB7DE32EB947}"/>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3" name="Rett linje 61">
                      <a:extLst>
                        <a:ext uri="{FF2B5EF4-FFF2-40B4-BE49-F238E27FC236}">
                          <a16:creationId xmlns:a16="http://schemas.microsoft.com/office/drawing/2014/main" id="{BF3108CA-22E2-922A-747A-2A11D134C10D}"/>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4" name="Rett linje 62">
                      <a:extLst>
                        <a:ext uri="{FF2B5EF4-FFF2-40B4-BE49-F238E27FC236}">
                          <a16:creationId xmlns:a16="http://schemas.microsoft.com/office/drawing/2014/main" id="{F3282F5F-60EE-3637-B4DC-093B011A3015}"/>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5" name="Rett linje 63">
                      <a:extLst>
                        <a:ext uri="{FF2B5EF4-FFF2-40B4-BE49-F238E27FC236}">
                          <a16:creationId xmlns:a16="http://schemas.microsoft.com/office/drawing/2014/main" id="{127DB657-C04B-898B-678E-EB3168CBBE7D}"/>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0" name="Rett linje 64">
                      <a:extLst>
                        <a:ext uri="{FF2B5EF4-FFF2-40B4-BE49-F238E27FC236}">
                          <a16:creationId xmlns:a16="http://schemas.microsoft.com/office/drawing/2014/main" id="{DA67A642-5F56-B60E-9CB1-B46871C7FF0E}"/>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1" name="Rett linje 65">
                      <a:extLst>
                        <a:ext uri="{FF2B5EF4-FFF2-40B4-BE49-F238E27FC236}">
                          <a16:creationId xmlns:a16="http://schemas.microsoft.com/office/drawing/2014/main" id="{95A5AED1-4CEE-3163-E5B0-633F7AAA34E9}"/>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2" name="Rett linje 66">
                      <a:extLst>
                        <a:ext uri="{FF2B5EF4-FFF2-40B4-BE49-F238E27FC236}">
                          <a16:creationId xmlns:a16="http://schemas.microsoft.com/office/drawing/2014/main" id="{540972B6-5A83-D5CB-1533-D49F91C45AC9}"/>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3" name="Rett linje 67">
                      <a:extLst>
                        <a:ext uri="{FF2B5EF4-FFF2-40B4-BE49-F238E27FC236}">
                          <a16:creationId xmlns:a16="http://schemas.microsoft.com/office/drawing/2014/main" id="{45C1D8A6-B584-DDD8-2A55-1663BB376BE2}"/>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4" name="Rett linje 68">
                      <a:extLst>
                        <a:ext uri="{FF2B5EF4-FFF2-40B4-BE49-F238E27FC236}">
                          <a16:creationId xmlns:a16="http://schemas.microsoft.com/office/drawing/2014/main" id="{C3F32B7B-0270-839E-FC56-CBAD306E4623}"/>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5" name="Rett linje 69">
                      <a:extLst>
                        <a:ext uri="{FF2B5EF4-FFF2-40B4-BE49-F238E27FC236}">
                          <a16:creationId xmlns:a16="http://schemas.microsoft.com/office/drawing/2014/main" id="{0092F544-223B-5A64-B720-EDEB67D2AF92}"/>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6" name="Rett linje 70">
                      <a:extLst>
                        <a:ext uri="{FF2B5EF4-FFF2-40B4-BE49-F238E27FC236}">
                          <a16:creationId xmlns:a16="http://schemas.microsoft.com/office/drawing/2014/main" id="{901046C4-2D4F-BBE1-4E19-A4955F37F908}"/>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7" name="Rett linje 71">
                      <a:extLst>
                        <a:ext uri="{FF2B5EF4-FFF2-40B4-BE49-F238E27FC236}">
                          <a16:creationId xmlns:a16="http://schemas.microsoft.com/office/drawing/2014/main" id="{CF002486-6180-E603-DE79-FDDE3B095CD0}"/>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8" name="Rett linje 72">
                      <a:extLst>
                        <a:ext uri="{FF2B5EF4-FFF2-40B4-BE49-F238E27FC236}">
                          <a16:creationId xmlns:a16="http://schemas.microsoft.com/office/drawing/2014/main" id="{86607AE0-AF9D-39C2-8BA1-FAF13E90D0C4}"/>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9" name="Rett linje 73">
                      <a:extLst>
                        <a:ext uri="{FF2B5EF4-FFF2-40B4-BE49-F238E27FC236}">
                          <a16:creationId xmlns:a16="http://schemas.microsoft.com/office/drawing/2014/main" id="{795C396A-1496-51F2-63A1-B5C2C76D2FCB}"/>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90" name="Rett linje 74">
                      <a:extLst>
                        <a:ext uri="{FF2B5EF4-FFF2-40B4-BE49-F238E27FC236}">
                          <a16:creationId xmlns:a16="http://schemas.microsoft.com/office/drawing/2014/main" id="{649745BE-B757-9C81-AD4E-9E7FAB833160}"/>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nvGrpSpPr>
                  <p:cNvPr id="2051" name="Gruppe 75">
                    <a:extLst>
                      <a:ext uri="{FF2B5EF4-FFF2-40B4-BE49-F238E27FC236}">
                        <a16:creationId xmlns:a16="http://schemas.microsoft.com/office/drawing/2014/main" id="{9BF16096-1B48-DC6C-F394-70460F4C74EE}"/>
                      </a:ext>
                    </a:extLst>
                  </p:cNvPr>
                  <p:cNvGrpSpPr/>
                  <p:nvPr/>
                </p:nvGrpSpPr>
                <p:grpSpPr>
                  <a:xfrm>
                    <a:off x="4994568" y="4065428"/>
                    <a:ext cx="1017998" cy="368361"/>
                    <a:chOff x="635432" y="2793649"/>
                    <a:chExt cx="5479322" cy="1638582"/>
                  </a:xfrm>
                </p:grpSpPr>
                <p:sp>
                  <p:nvSpPr>
                    <p:cNvPr id="2052" name="Ellipse 76">
                      <a:extLst>
                        <a:ext uri="{FF2B5EF4-FFF2-40B4-BE49-F238E27FC236}">
                          <a16:creationId xmlns:a16="http://schemas.microsoft.com/office/drawing/2014/main" id="{54400477-C1DA-FEFD-F181-A54A844A2BE8}"/>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53" name="Ellipse 77">
                      <a:extLst>
                        <a:ext uri="{FF2B5EF4-FFF2-40B4-BE49-F238E27FC236}">
                          <a16:creationId xmlns:a16="http://schemas.microsoft.com/office/drawing/2014/main" id="{E4C3C472-7F31-A3EE-2D6F-9D2924C8075E}"/>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2054" name="Rett linje 78">
                      <a:extLst>
                        <a:ext uri="{FF2B5EF4-FFF2-40B4-BE49-F238E27FC236}">
                          <a16:creationId xmlns:a16="http://schemas.microsoft.com/office/drawing/2014/main" id="{26D295D0-24E5-869E-416A-35049298B200}"/>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5" name="Rett linje 79">
                      <a:extLst>
                        <a:ext uri="{FF2B5EF4-FFF2-40B4-BE49-F238E27FC236}">
                          <a16:creationId xmlns:a16="http://schemas.microsoft.com/office/drawing/2014/main" id="{828EE474-F264-A576-E25E-F8C072674388}"/>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6" name="Rett linje 80">
                      <a:extLst>
                        <a:ext uri="{FF2B5EF4-FFF2-40B4-BE49-F238E27FC236}">
                          <a16:creationId xmlns:a16="http://schemas.microsoft.com/office/drawing/2014/main" id="{874DACA8-705D-AAE4-05CC-415115B6A69C}"/>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7" name="Rett linje 81">
                      <a:extLst>
                        <a:ext uri="{FF2B5EF4-FFF2-40B4-BE49-F238E27FC236}">
                          <a16:creationId xmlns:a16="http://schemas.microsoft.com/office/drawing/2014/main" id="{8F664DB8-33D3-CEC2-FAF8-D0C9340FCCB4}"/>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8" name="Rett linje 82">
                      <a:extLst>
                        <a:ext uri="{FF2B5EF4-FFF2-40B4-BE49-F238E27FC236}">
                          <a16:creationId xmlns:a16="http://schemas.microsoft.com/office/drawing/2014/main" id="{0EB280B7-289F-4E03-F0D0-8F50CD1866E2}"/>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9" name="Rett linje 83">
                      <a:extLst>
                        <a:ext uri="{FF2B5EF4-FFF2-40B4-BE49-F238E27FC236}">
                          <a16:creationId xmlns:a16="http://schemas.microsoft.com/office/drawing/2014/main" id="{3DF07B70-81F1-FD62-1806-6F4D02032B7F}"/>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0" name="Rett linje 84">
                      <a:extLst>
                        <a:ext uri="{FF2B5EF4-FFF2-40B4-BE49-F238E27FC236}">
                          <a16:creationId xmlns:a16="http://schemas.microsoft.com/office/drawing/2014/main" id="{034B3871-C5DC-83ED-E4E1-08E8C7B4FF8E}"/>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1" name="Rett linje 85">
                      <a:extLst>
                        <a:ext uri="{FF2B5EF4-FFF2-40B4-BE49-F238E27FC236}">
                          <a16:creationId xmlns:a16="http://schemas.microsoft.com/office/drawing/2014/main" id="{88ADEC14-42CE-FA37-6D98-8B449CE976B1}"/>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2" name="Rett linje 86">
                      <a:extLst>
                        <a:ext uri="{FF2B5EF4-FFF2-40B4-BE49-F238E27FC236}">
                          <a16:creationId xmlns:a16="http://schemas.microsoft.com/office/drawing/2014/main" id="{B1504663-534D-78A7-BE3A-1693956A069E}"/>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3" name="Rett linje 87">
                      <a:extLst>
                        <a:ext uri="{FF2B5EF4-FFF2-40B4-BE49-F238E27FC236}">
                          <a16:creationId xmlns:a16="http://schemas.microsoft.com/office/drawing/2014/main" id="{EDD2D5EC-3A1A-768D-AEED-5591382B79C6}"/>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4" name="Rett linje 88">
                      <a:extLst>
                        <a:ext uri="{FF2B5EF4-FFF2-40B4-BE49-F238E27FC236}">
                          <a16:creationId xmlns:a16="http://schemas.microsoft.com/office/drawing/2014/main" id="{A219BC3C-690A-910D-1907-1E52FEB42B6B}"/>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5" name="Rett linje 89">
                      <a:extLst>
                        <a:ext uri="{FF2B5EF4-FFF2-40B4-BE49-F238E27FC236}">
                          <a16:creationId xmlns:a16="http://schemas.microsoft.com/office/drawing/2014/main" id="{7DE055DF-59D2-E4D0-86D7-69CE5EF9AE99}"/>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6" name="Rett linje 90">
                      <a:extLst>
                        <a:ext uri="{FF2B5EF4-FFF2-40B4-BE49-F238E27FC236}">
                          <a16:creationId xmlns:a16="http://schemas.microsoft.com/office/drawing/2014/main" id="{F132CA15-D30E-C555-2886-7D0086BC4B9A}"/>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7" name="Rett linje 91">
                      <a:extLst>
                        <a:ext uri="{FF2B5EF4-FFF2-40B4-BE49-F238E27FC236}">
                          <a16:creationId xmlns:a16="http://schemas.microsoft.com/office/drawing/2014/main" id="{E21A7356-3073-5F08-C391-5ECD154E1C0F}"/>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8" name="Rett linje 92">
                      <a:extLst>
                        <a:ext uri="{FF2B5EF4-FFF2-40B4-BE49-F238E27FC236}">
                          <a16:creationId xmlns:a16="http://schemas.microsoft.com/office/drawing/2014/main" id="{FE1C4475-3812-BA73-211C-825403E77514}"/>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9" name="Rett linje 93">
                      <a:extLst>
                        <a:ext uri="{FF2B5EF4-FFF2-40B4-BE49-F238E27FC236}">
                          <a16:creationId xmlns:a16="http://schemas.microsoft.com/office/drawing/2014/main" id="{5B1DFAED-96D0-F1C9-4FE6-398AA576F955}"/>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0" name="Rett linje 94">
                      <a:extLst>
                        <a:ext uri="{FF2B5EF4-FFF2-40B4-BE49-F238E27FC236}">
                          <a16:creationId xmlns:a16="http://schemas.microsoft.com/office/drawing/2014/main" id="{F5CC6052-AD43-05B8-0B97-83F4AA79B58C}"/>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1" name="Rett linje 95">
                      <a:extLst>
                        <a:ext uri="{FF2B5EF4-FFF2-40B4-BE49-F238E27FC236}">
                          <a16:creationId xmlns:a16="http://schemas.microsoft.com/office/drawing/2014/main" id="{E8B06DD0-6E13-E4B1-E2C1-7F71A15BE0FB}"/>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2" name="Rett linje 96">
                      <a:extLst>
                        <a:ext uri="{FF2B5EF4-FFF2-40B4-BE49-F238E27FC236}">
                          <a16:creationId xmlns:a16="http://schemas.microsoft.com/office/drawing/2014/main" id="{8DF20DAB-61DA-4961-5479-4AA9CFEA0124}"/>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3" name="Rett linje 97">
                      <a:extLst>
                        <a:ext uri="{FF2B5EF4-FFF2-40B4-BE49-F238E27FC236}">
                          <a16:creationId xmlns:a16="http://schemas.microsoft.com/office/drawing/2014/main" id="{0990B2E4-06E1-38D6-5C24-2A3833D10487}"/>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4" name="Rett linje 98">
                      <a:extLst>
                        <a:ext uri="{FF2B5EF4-FFF2-40B4-BE49-F238E27FC236}">
                          <a16:creationId xmlns:a16="http://schemas.microsoft.com/office/drawing/2014/main" id="{501F71CF-5ACB-E14B-FC09-AA8BBB152DA3}"/>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5" name="Rett linje 99">
                      <a:extLst>
                        <a:ext uri="{FF2B5EF4-FFF2-40B4-BE49-F238E27FC236}">
                          <a16:creationId xmlns:a16="http://schemas.microsoft.com/office/drawing/2014/main" id="{93D09D48-854A-773D-6930-0F00D2AF6C8B}"/>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6" name="Rett linje 100">
                      <a:extLst>
                        <a:ext uri="{FF2B5EF4-FFF2-40B4-BE49-F238E27FC236}">
                          <a16:creationId xmlns:a16="http://schemas.microsoft.com/office/drawing/2014/main" id="{E8B5F82C-FA13-8174-9388-7337D683192D}"/>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7" name="Rett linje 101">
                      <a:extLst>
                        <a:ext uri="{FF2B5EF4-FFF2-40B4-BE49-F238E27FC236}">
                          <a16:creationId xmlns:a16="http://schemas.microsoft.com/office/drawing/2014/main" id="{0F937C7F-08F5-93B5-A3DB-FF4CDC17B0BE}"/>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8" name="Rett linje 102">
                      <a:extLst>
                        <a:ext uri="{FF2B5EF4-FFF2-40B4-BE49-F238E27FC236}">
                          <a16:creationId xmlns:a16="http://schemas.microsoft.com/office/drawing/2014/main" id="{1C5D86A5-E6B8-0928-BDD9-C0C1C359E48C}"/>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9" name="Rett linje 103">
                      <a:extLst>
                        <a:ext uri="{FF2B5EF4-FFF2-40B4-BE49-F238E27FC236}">
                          <a16:creationId xmlns:a16="http://schemas.microsoft.com/office/drawing/2014/main" id="{BA0A4728-FBC4-7A84-C579-9EA01DDA9560}"/>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4" name="Rett linje 104">
                      <a:extLst>
                        <a:ext uri="{FF2B5EF4-FFF2-40B4-BE49-F238E27FC236}">
                          <a16:creationId xmlns:a16="http://schemas.microsoft.com/office/drawing/2014/main" id="{79FF1369-120E-BD51-8BCC-10861C81C215}"/>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5" name="Rett linje 105">
                      <a:extLst>
                        <a:ext uri="{FF2B5EF4-FFF2-40B4-BE49-F238E27FC236}">
                          <a16:creationId xmlns:a16="http://schemas.microsoft.com/office/drawing/2014/main" id="{435B43FB-8C6D-47B2-B036-D6172B2D17CC}"/>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7" name="Rett linje 106">
                      <a:extLst>
                        <a:ext uri="{FF2B5EF4-FFF2-40B4-BE49-F238E27FC236}">
                          <a16:creationId xmlns:a16="http://schemas.microsoft.com/office/drawing/2014/main" id="{BFF6955D-7812-8820-F9DE-547ECE1AB1C2}"/>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8" name="Rett linje 107">
                      <a:extLst>
                        <a:ext uri="{FF2B5EF4-FFF2-40B4-BE49-F238E27FC236}">
                          <a16:creationId xmlns:a16="http://schemas.microsoft.com/office/drawing/2014/main" id="{0394D359-5AF7-04E3-7ED1-43ABA6034560}"/>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9" name="Rett linje 108">
                      <a:extLst>
                        <a:ext uri="{FF2B5EF4-FFF2-40B4-BE49-F238E27FC236}">
                          <a16:creationId xmlns:a16="http://schemas.microsoft.com/office/drawing/2014/main" id="{9514720E-3C7B-45E1-3F21-7CC6ADBAA5D5}"/>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0" name="Rett linje 109">
                      <a:extLst>
                        <a:ext uri="{FF2B5EF4-FFF2-40B4-BE49-F238E27FC236}">
                          <a16:creationId xmlns:a16="http://schemas.microsoft.com/office/drawing/2014/main" id="{0662ED60-3A8E-FEA8-D260-4A50CB9FDA90}"/>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1" name="Rett linje 110">
                      <a:extLst>
                        <a:ext uri="{FF2B5EF4-FFF2-40B4-BE49-F238E27FC236}">
                          <a16:creationId xmlns:a16="http://schemas.microsoft.com/office/drawing/2014/main" id="{2A32F378-A14D-419A-D52D-079D2C8F46D6}"/>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sp>
              <p:nvSpPr>
                <p:cNvPr id="95" name="Oval 94">
                  <a:extLst>
                    <a:ext uri="{FF2B5EF4-FFF2-40B4-BE49-F238E27FC236}">
                      <a16:creationId xmlns:a16="http://schemas.microsoft.com/office/drawing/2014/main" id="{EF6E1656-1D33-319C-AD5F-A55DC3B35D86}"/>
                    </a:ext>
                  </a:extLst>
                </p:cNvPr>
                <p:cNvSpPr/>
                <p:nvPr/>
              </p:nvSpPr>
              <p:spPr>
                <a:xfrm>
                  <a:off x="5598579" y="1046867"/>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48" name="Oval 2047">
                  <a:extLst>
                    <a:ext uri="{FF2B5EF4-FFF2-40B4-BE49-F238E27FC236}">
                      <a16:creationId xmlns:a16="http://schemas.microsoft.com/office/drawing/2014/main" id="{C3DFC906-20CE-64BE-5623-E06A096AD1C7}"/>
                    </a:ext>
                  </a:extLst>
                </p:cNvPr>
                <p:cNvSpPr/>
                <p:nvPr/>
              </p:nvSpPr>
              <p:spPr>
                <a:xfrm>
                  <a:off x="4930919" y="1261754"/>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grpSp>
          <p:sp>
            <p:nvSpPr>
              <p:cNvPr id="93" name="TextBox 92">
                <a:extLst>
                  <a:ext uri="{FF2B5EF4-FFF2-40B4-BE49-F238E27FC236}">
                    <a16:creationId xmlns:a16="http://schemas.microsoft.com/office/drawing/2014/main" id="{849E6B1C-0F33-B988-9654-2EEFE1ADAED1}"/>
                  </a:ext>
                </a:extLst>
              </p:cNvPr>
              <p:cNvSpPr txBox="1"/>
              <p:nvPr/>
            </p:nvSpPr>
            <p:spPr>
              <a:xfrm>
                <a:off x="6347370" y="2322029"/>
                <a:ext cx="864718" cy="123111"/>
              </a:xfrm>
              <a:prstGeom prst="rect">
                <a:avLst/>
              </a:prstGeom>
              <a:noFill/>
            </p:spPr>
            <p:txBody>
              <a:bodyPr wrap="square" lIns="0" tIns="0" rIns="0" bIns="0" rtlCol="0">
                <a:spAutoFit/>
              </a:bodyPr>
              <a:lstStyle/>
              <a:p>
                <a:pPr algn="ctr">
                  <a:lnSpc>
                    <a:spcPct val="100000"/>
                  </a:lnSpc>
                  <a:spcBef>
                    <a:spcPts val="600"/>
                  </a:spcBef>
                </a:pPr>
                <a:r>
                  <a:rPr lang="en-GB" sz="800">
                    <a:solidFill>
                      <a:srgbClr val="0F204B"/>
                    </a:solidFill>
                    <a:latin typeface="+mj-lt"/>
                  </a:rPr>
                  <a:t>Aquaculture Site</a:t>
                </a:r>
              </a:p>
            </p:txBody>
          </p:sp>
        </p:grpSp>
      </p:grpSp>
      <p:grpSp>
        <p:nvGrpSpPr>
          <p:cNvPr id="2091" name="Group 2090">
            <a:extLst>
              <a:ext uri="{FF2B5EF4-FFF2-40B4-BE49-F238E27FC236}">
                <a16:creationId xmlns:a16="http://schemas.microsoft.com/office/drawing/2014/main" id="{772F4CD7-E06A-3312-24BC-271438500F3B}"/>
              </a:ext>
            </a:extLst>
          </p:cNvPr>
          <p:cNvGrpSpPr/>
          <p:nvPr/>
        </p:nvGrpSpPr>
        <p:grpSpPr>
          <a:xfrm>
            <a:off x="6998534" y="2647766"/>
            <a:ext cx="350562" cy="349883"/>
            <a:chOff x="2905491" y="3801479"/>
            <a:chExt cx="581120" cy="601744"/>
          </a:xfrm>
        </p:grpSpPr>
        <p:sp>
          <p:nvSpPr>
            <p:cNvPr id="2092" name="Oval 2091">
              <a:extLst>
                <a:ext uri="{FF2B5EF4-FFF2-40B4-BE49-F238E27FC236}">
                  <a16:creationId xmlns:a16="http://schemas.microsoft.com/office/drawing/2014/main" id="{D9DC92FF-CE6D-01F1-58FC-489C342B188D}"/>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3" name="Oval 2092">
              <a:extLst>
                <a:ext uri="{FF2B5EF4-FFF2-40B4-BE49-F238E27FC236}">
                  <a16:creationId xmlns:a16="http://schemas.microsoft.com/office/drawing/2014/main" id="{42A48ECE-D5B4-653B-7C69-B00E715BD352}"/>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4" name="Oval 2093">
              <a:extLst>
                <a:ext uri="{FF2B5EF4-FFF2-40B4-BE49-F238E27FC236}">
                  <a16:creationId xmlns:a16="http://schemas.microsoft.com/office/drawing/2014/main" id="{32BBE2C6-2CBD-A406-A7BC-468D873AAC52}"/>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5" name="Oval 2094">
              <a:extLst>
                <a:ext uri="{FF2B5EF4-FFF2-40B4-BE49-F238E27FC236}">
                  <a16:creationId xmlns:a16="http://schemas.microsoft.com/office/drawing/2014/main" id="{CFB18170-B69B-57C9-5D9B-89709C4925FC}"/>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6" name="Oval 2095">
              <a:extLst>
                <a:ext uri="{FF2B5EF4-FFF2-40B4-BE49-F238E27FC236}">
                  <a16:creationId xmlns:a16="http://schemas.microsoft.com/office/drawing/2014/main" id="{F459C731-3678-1035-B38A-035506136A77}"/>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7" name="Oval 2096">
              <a:extLst>
                <a:ext uri="{FF2B5EF4-FFF2-40B4-BE49-F238E27FC236}">
                  <a16:creationId xmlns:a16="http://schemas.microsoft.com/office/drawing/2014/main" id="{FEC96000-C806-BE6B-F263-1518B57DDB3A}"/>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8" name="Oval 2097">
              <a:extLst>
                <a:ext uri="{FF2B5EF4-FFF2-40B4-BE49-F238E27FC236}">
                  <a16:creationId xmlns:a16="http://schemas.microsoft.com/office/drawing/2014/main" id="{E6DAFA55-0CE0-F9A0-DF89-74F2AC68DC4D}"/>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2099" name="Straight Connector 2098">
              <a:extLst>
                <a:ext uri="{FF2B5EF4-FFF2-40B4-BE49-F238E27FC236}">
                  <a16:creationId xmlns:a16="http://schemas.microsoft.com/office/drawing/2014/main" id="{4D332C30-E939-CFDB-4FD1-2CA1CD4F5C88}"/>
                </a:ext>
              </a:extLst>
            </p:cNvPr>
            <p:cNvCxnSpPr>
              <a:cxnSpLocks/>
              <a:stCxn id="2095" idx="7"/>
              <a:endCxn id="2092"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AAB3492F-7E51-8F57-C77B-F28D3D006F57}"/>
                </a:ext>
              </a:extLst>
            </p:cNvPr>
            <p:cNvCxnSpPr>
              <a:cxnSpLocks/>
              <a:stCxn id="2093" idx="3"/>
              <a:endCxn id="2092"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70B6451E-CC69-ABB5-7B19-A59E2AAA0122}"/>
                </a:ext>
              </a:extLst>
            </p:cNvPr>
            <p:cNvCxnSpPr>
              <a:cxnSpLocks/>
              <a:stCxn id="2098" idx="6"/>
              <a:endCxn id="2093"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8E67BDEC-72F2-85E6-C892-4387EF6977AA}"/>
                </a:ext>
              </a:extLst>
            </p:cNvPr>
            <p:cNvCxnSpPr>
              <a:cxnSpLocks/>
              <a:stCxn id="2093"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EA3AE1BD-F179-FC54-CC7D-2AFDF4234AF4}"/>
                </a:ext>
              </a:extLst>
            </p:cNvPr>
            <p:cNvCxnSpPr>
              <a:cxnSpLocks/>
              <a:stCxn id="2096" idx="0"/>
              <a:endCxn id="2097"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6FA742B7-3E85-BF5D-7B51-A1CB191A91E6}"/>
                </a:ext>
              </a:extLst>
            </p:cNvPr>
            <p:cNvCxnSpPr>
              <a:cxnSpLocks/>
              <a:stCxn id="2095" idx="1"/>
              <a:endCxn id="2096"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cxnSp>
        <p:nvCxnSpPr>
          <p:cNvPr id="2105" name="Straight Arrow Connector 2104">
            <a:extLst>
              <a:ext uri="{FF2B5EF4-FFF2-40B4-BE49-F238E27FC236}">
                <a16:creationId xmlns:a16="http://schemas.microsoft.com/office/drawing/2014/main" id="{E3FA531C-666A-6D72-029A-194430C190E5}"/>
              </a:ext>
            </a:extLst>
          </p:cNvPr>
          <p:cNvCxnSpPr>
            <a:cxnSpLocks/>
          </p:cNvCxnSpPr>
          <p:nvPr/>
        </p:nvCxnSpPr>
        <p:spPr>
          <a:xfrm flipH="1" flipV="1">
            <a:off x="6342703" y="3036367"/>
            <a:ext cx="0" cy="56200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07" name="Group 2106">
            <a:extLst>
              <a:ext uri="{FF2B5EF4-FFF2-40B4-BE49-F238E27FC236}">
                <a16:creationId xmlns:a16="http://schemas.microsoft.com/office/drawing/2014/main" id="{7083D7E2-2481-2F8B-9A75-A3D4976D5A92}"/>
              </a:ext>
            </a:extLst>
          </p:cNvPr>
          <p:cNvGrpSpPr/>
          <p:nvPr/>
        </p:nvGrpSpPr>
        <p:grpSpPr>
          <a:xfrm>
            <a:off x="9484479" y="1353370"/>
            <a:ext cx="792088" cy="870932"/>
            <a:chOff x="1928666" y="4730820"/>
            <a:chExt cx="792088" cy="870932"/>
          </a:xfrm>
        </p:grpSpPr>
        <p:pic>
          <p:nvPicPr>
            <p:cNvPr id="2108" name="Graphic 2107" descr="Laptop outline">
              <a:extLst>
                <a:ext uri="{FF2B5EF4-FFF2-40B4-BE49-F238E27FC236}">
                  <a16:creationId xmlns:a16="http://schemas.microsoft.com/office/drawing/2014/main" id="{2731C647-07E7-26D7-CA0F-284327658F9B}"/>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2085925" y="4730820"/>
              <a:ext cx="477571" cy="477571"/>
            </a:xfrm>
            <a:prstGeom prst="rect">
              <a:avLst/>
            </a:prstGeom>
          </p:spPr>
        </p:pic>
        <p:sp>
          <p:nvSpPr>
            <p:cNvPr id="2109" name="TextBox 2108">
              <a:extLst>
                <a:ext uri="{FF2B5EF4-FFF2-40B4-BE49-F238E27FC236}">
                  <a16:creationId xmlns:a16="http://schemas.microsoft.com/office/drawing/2014/main" id="{EC09647D-69A9-474F-D46F-2B28780D3EE5}"/>
                </a:ext>
              </a:extLst>
            </p:cNvPr>
            <p:cNvSpPr txBox="1"/>
            <p:nvPr/>
          </p:nvSpPr>
          <p:spPr>
            <a:xfrm>
              <a:off x="1928666" y="5186254"/>
              <a:ext cx="792088" cy="415498"/>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Smarter Compliance Front-end</a:t>
              </a:r>
            </a:p>
          </p:txBody>
        </p:sp>
      </p:grpSp>
      <p:cxnSp>
        <p:nvCxnSpPr>
          <p:cNvPr id="2110" name="Straight Arrow Connector 2109">
            <a:extLst>
              <a:ext uri="{FF2B5EF4-FFF2-40B4-BE49-F238E27FC236}">
                <a16:creationId xmlns:a16="http://schemas.microsoft.com/office/drawing/2014/main" id="{43563A6B-5509-D84B-CE16-EDFCB6F9C725}"/>
              </a:ext>
            </a:extLst>
          </p:cNvPr>
          <p:cNvCxnSpPr>
            <a:cxnSpLocks/>
          </p:cNvCxnSpPr>
          <p:nvPr/>
        </p:nvCxnSpPr>
        <p:spPr>
          <a:xfrm flipH="1">
            <a:off x="10276567" y="1683070"/>
            <a:ext cx="857977"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16" name="Group 2115">
            <a:extLst>
              <a:ext uri="{FF2B5EF4-FFF2-40B4-BE49-F238E27FC236}">
                <a16:creationId xmlns:a16="http://schemas.microsoft.com/office/drawing/2014/main" id="{F05FD124-1F21-EBB2-1BDB-E82760DBE516}"/>
              </a:ext>
            </a:extLst>
          </p:cNvPr>
          <p:cNvGrpSpPr/>
          <p:nvPr/>
        </p:nvGrpSpPr>
        <p:grpSpPr>
          <a:xfrm>
            <a:off x="5948485" y="3699194"/>
            <a:ext cx="792088" cy="593933"/>
            <a:chOff x="1928666" y="4730820"/>
            <a:chExt cx="792088" cy="593933"/>
          </a:xfrm>
        </p:grpSpPr>
        <p:pic>
          <p:nvPicPr>
            <p:cNvPr id="2117" name="Graphic 2116" descr="Connected outline">
              <a:extLst>
                <a:ext uri="{FF2B5EF4-FFF2-40B4-BE49-F238E27FC236}">
                  <a16:creationId xmlns:a16="http://schemas.microsoft.com/office/drawing/2014/main" id="{5DED2904-4BCC-FE66-C2EA-7B4BBD12B1B2}"/>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2085925" y="4730820"/>
              <a:ext cx="477571" cy="477571"/>
            </a:xfrm>
            <a:prstGeom prst="rect">
              <a:avLst/>
            </a:prstGeom>
          </p:spPr>
        </p:pic>
        <p:sp>
          <p:nvSpPr>
            <p:cNvPr id="2118" name="TextBox 2117">
              <a:extLst>
                <a:ext uri="{FF2B5EF4-FFF2-40B4-BE49-F238E27FC236}">
                  <a16:creationId xmlns:a16="http://schemas.microsoft.com/office/drawing/2014/main" id="{6BA5E608-DC29-2D99-94C1-1926C8E0347B}"/>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cxnSp>
        <p:nvCxnSpPr>
          <p:cNvPr id="2119" name="Straight Arrow Connector 2118">
            <a:extLst>
              <a:ext uri="{FF2B5EF4-FFF2-40B4-BE49-F238E27FC236}">
                <a16:creationId xmlns:a16="http://schemas.microsoft.com/office/drawing/2014/main" id="{1E684517-BEBF-9D60-F896-2752E8135A8F}"/>
              </a:ext>
            </a:extLst>
          </p:cNvPr>
          <p:cNvCxnSpPr>
            <a:cxnSpLocks/>
          </p:cNvCxnSpPr>
          <p:nvPr/>
        </p:nvCxnSpPr>
        <p:spPr>
          <a:xfrm flipV="1">
            <a:off x="6351562" y="4251055"/>
            <a:ext cx="0" cy="530526"/>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128" name="Rectangle: Rounded Corners 2127">
            <a:extLst>
              <a:ext uri="{FF2B5EF4-FFF2-40B4-BE49-F238E27FC236}">
                <a16:creationId xmlns:a16="http://schemas.microsoft.com/office/drawing/2014/main" id="{3807E992-664C-87D2-3F1C-CE043ADDCF20}"/>
              </a:ext>
            </a:extLst>
          </p:cNvPr>
          <p:cNvSpPr/>
          <p:nvPr/>
        </p:nvSpPr>
        <p:spPr>
          <a:xfrm>
            <a:off x="3637219" y="1213665"/>
            <a:ext cx="5625582" cy="3215014"/>
          </a:xfrm>
          <a:prstGeom prst="roundRect">
            <a:avLst>
              <a:gd name="adj" fmla="val 3917"/>
            </a:avLst>
          </a:prstGeom>
          <a:noFill/>
          <a:ln w="9525">
            <a:solidFill>
              <a:srgbClr val="0F204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1400">
                <a:solidFill>
                  <a:srgbClr val="0F204B"/>
                </a:solidFill>
              </a:rPr>
              <a:t>Compliance Asset Model </a:t>
            </a:r>
          </a:p>
        </p:txBody>
      </p:sp>
      <p:sp>
        <p:nvSpPr>
          <p:cNvPr id="2130" name="TextBox 2129">
            <a:extLst>
              <a:ext uri="{FF2B5EF4-FFF2-40B4-BE49-F238E27FC236}">
                <a16:creationId xmlns:a16="http://schemas.microsoft.com/office/drawing/2014/main" id="{3DE39443-3E2D-3B31-59A7-5926C76F1D4E}"/>
              </a:ext>
            </a:extLst>
          </p:cNvPr>
          <p:cNvSpPr txBox="1"/>
          <p:nvPr/>
        </p:nvSpPr>
        <p:spPr>
          <a:xfrm>
            <a:off x="6271795" y="456709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B</a:t>
            </a:r>
          </a:p>
        </p:txBody>
      </p:sp>
      <p:sp>
        <p:nvSpPr>
          <p:cNvPr id="2132" name="TextBox 2131">
            <a:extLst>
              <a:ext uri="{FF2B5EF4-FFF2-40B4-BE49-F238E27FC236}">
                <a16:creationId xmlns:a16="http://schemas.microsoft.com/office/drawing/2014/main" id="{C8FDA161-4E10-B99C-8C1B-C8E5E6F2C165}"/>
              </a:ext>
            </a:extLst>
          </p:cNvPr>
          <p:cNvSpPr txBox="1"/>
          <p:nvPr/>
        </p:nvSpPr>
        <p:spPr>
          <a:xfrm>
            <a:off x="9240259" y="328733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a:t>
            </a:r>
          </a:p>
        </p:txBody>
      </p:sp>
      <p:sp>
        <p:nvSpPr>
          <p:cNvPr id="2133" name="TextBox 2132">
            <a:extLst>
              <a:ext uri="{FF2B5EF4-FFF2-40B4-BE49-F238E27FC236}">
                <a16:creationId xmlns:a16="http://schemas.microsoft.com/office/drawing/2014/main" id="{07AE620E-2E91-50F8-30AC-295B9B2CB6A6}"/>
              </a:ext>
            </a:extLst>
          </p:cNvPr>
          <p:cNvSpPr txBox="1"/>
          <p:nvPr/>
        </p:nvSpPr>
        <p:spPr>
          <a:xfrm>
            <a:off x="9212328" y="1596120"/>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a:t>
            </a:r>
          </a:p>
        </p:txBody>
      </p:sp>
      <p:sp>
        <p:nvSpPr>
          <p:cNvPr id="2134" name="TextBox 2133">
            <a:extLst>
              <a:ext uri="{FF2B5EF4-FFF2-40B4-BE49-F238E27FC236}">
                <a16:creationId xmlns:a16="http://schemas.microsoft.com/office/drawing/2014/main" id="{73B0548C-66AE-2945-59AE-6268604B6CCC}"/>
              </a:ext>
            </a:extLst>
          </p:cNvPr>
          <p:cNvSpPr txBox="1"/>
          <p:nvPr/>
        </p:nvSpPr>
        <p:spPr>
          <a:xfrm>
            <a:off x="6986020" y="3058945"/>
            <a:ext cx="356597" cy="13849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cs typeface="Arial"/>
              </a:rPr>
              <a:t>F</a:t>
            </a:r>
          </a:p>
        </p:txBody>
      </p:sp>
      <p:grpSp>
        <p:nvGrpSpPr>
          <p:cNvPr id="2" name="Group 1">
            <a:extLst>
              <a:ext uri="{FF2B5EF4-FFF2-40B4-BE49-F238E27FC236}">
                <a16:creationId xmlns:a16="http://schemas.microsoft.com/office/drawing/2014/main" id="{0319695C-FDAF-4EB0-E60D-B8CDC13F1159}"/>
              </a:ext>
            </a:extLst>
          </p:cNvPr>
          <p:cNvGrpSpPr/>
          <p:nvPr/>
        </p:nvGrpSpPr>
        <p:grpSpPr>
          <a:xfrm>
            <a:off x="7621864" y="5237002"/>
            <a:ext cx="792088" cy="732433"/>
            <a:chOff x="7702986" y="4421064"/>
            <a:chExt cx="792088" cy="732433"/>
          </a:xfrm>
        </p:grpSpPr>
        <p:pic>
          <p:nvPicPr>
            <p:cNvPr id="5" name="Graphic 4" descr="Robot Hand outline">
              <a:extLst>
                <a:ext uri="{FF2B5EF4-FFF2-40B4-BE49-F238E27FC236}">
                  <a16:creationId xmlns:a16="http://schemas.microsoft.com/office/drawing/2014/main" id="{35EB345E-F750-BC53-30A1-B33AA5B42332}"/>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7860245" y="4421064"/>
              <a:ext cx="477571" cy="477571"/>
            </a:xfrm>
            <a:prstGeom prst="rect">
              <a:avLst/>
            </a:prstGeom>
          </p:spPr>
        </p:pic>
        <p:sp>
          <p:nvSpPr>
            <p:cNvPr id="8" name="TextBox 7">
              <a:extLst>
                <a:ext uri="{FF2B5EF4-FFF2-40B4-BE49-F238E27FC236}">
                  <a16:creationId xmlns:a16="http://schemas.microsoft.com/office/drawing/2014/main" id="{172C5779-1A77-26D1-3C83-5A33BC0E25F2}"/>
                </a:ext>
              </a:extLst>
            </p:cNvPr>
            <p:cNvSpPr txBox="1"/>
            <p:nvPr/>
          </p:nvSpPr>
          <p:spPr>
            <a:xfrm>
              <a:off x="7702986" y="4876498"/>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Deployment report</a:t>
              </a:r>
            </a:p>
          </p:txBody>
        </p:sp>
      </p:grpSp>
      <p:cxnSp>
        <p:nvCxnSpPr>
          <p:cNvPr id="9" name="Straight Arrow Connector 8">
            <a:extLst>
              <a:ext uri="{FF2B5EF4-FFF2-40B4-BE49-F238E27FC236}">
                <a16:creationId xmlns:a16="http://schemas.microsoft.com/office/drawing/2014/main" id="{A99987B4-6000-26CC-5C4C-B5987EDFFC81}"/>
              </a:ext>
            </a:extLst>
          </p:cNvPr>
          <p:cNvCxnSpPr>
            <a:cxnSpLocks/>
          </p:cNvCxnSpPr>
          <p:nvPr/>
        </p:nvCxnSpPr>
        <p:spPr>
          <a:xfrm flipH="1" flipV="1">
            <a:off x="6670651" y="4218809"/>
            <a:ext cx="1177236" cy="974799"/>
          </a:xfrm>
          <a:prstGeom prst="straightConnector1">
            <a:avLst/>
          </a:prstGeom>
          <a:ln>
            <a:solidFill>
              <a:srgbClr val="0F204B"/>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E3401D92-A5AA-3F96-20B9-DCE6D6E4A115}"/>
              </a:ext>
            </a:extLst>
          </p:cNvPr>
          <p:cNvSpPr txBox="1"/>
          <p:nvPr/>
        </p:nvSpPr>
        <p:spPr>
          <a:xfrm>
            <a:off x="7443121" y="6024680"/>
            <a:ext cx="1149574" cy="215444"/>
          </a:xfrm>
          <a:prstGeom prst="rect">
            <a:avLst/>
          </a:prstGeom>
          <a:noFill/>
        </p:spPr>
        <p:txBody>
          <a:bodyPr wrap="square" lIns="0" tIns="0" rIns="0" bIns="0" rtlCol="0" anchor="t">
            <a:spAutoFit/>
          </a:bodyPr>
          <a:lstStyle/>
          <a:p>
            <a:pPr algn="ctr">
              <a:lnSpc>
                <a:spcPct val="100000"/>
              </a:lnSpc>
              <a:spcBef>
                <a:spcPts val="600"/>
              </a:spcBef>
            </a:pPr>
            <a:r>
              <a:rPr lang="en-GB" sz="700">
                <a:solidFill>
                  <a:schemeClr val="accent1"/>
                </a:solidFill>
              </a:rPr>
              <a:t>Alternative/complimentary to the log systems</a:t>
            </a:r>
          </a:p>
        </p:txBody>
      </p:sp>
      <p:grpSp>
        <p:nvGrpSpPr>
          <p:cNvPr id="29" name="Group 28">
            <a:extLst>
              <a:ext uri="{FF2B5EF4-FFF2-40B4-BE49-F238E27FC236}">
                <a16:creationId xmlns:a16="http://schemas.microsoft.com/office/drawing/2014/main" id="{ABFC6C00-6D37-C284-82A3-9ACF72DCA387}"/>
              </a:ext>
            </a:extLst>
          </p:cNvPr>
          <p:cNvGrpSpPr/>
          <p:nvPr/>
        </p:nvGrpSpPr>
        <p:grpSpPr>
          <a:xfrm>
            <a:off x="10350041" y="3593290"/>
            <a:ext cx="792088" cy="593933"/>
            <a:chOff x="7702986" y="4421064"/>
            <a:chExt cx="792088" cy="593933"/>
          </a:xfrm>
        </p:grpSpPr>
        <p:pic>
          <p:nvPicPr>
            <p:cNvPr id="33" name="Graphic 32" descr="Contract outline">
              <a:extLst>
                <a:ext uri="{FF2B5EF4-FFF2-40B4-BE49-F238E27FC236}">
                  <a16:creationId xmlns:a16="http://schemas.microsoft.com/office/drawing/2014/main" id="{CE5CC354-217B-E2D7-5CB4-35ECB1DBD55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60245" y="4421064"/>
              <a:ext cx="477571" cy="477571"/>
            </a:xfrm>
            <a:prstGeom prst="rect">
              <a:avLst/>
            </a:prstGeom>
          </p:spPr>
        </p:pic>
        <p:sp>
          <p:nvSpPr>
            <p:cNvPr id="36" name="TextBox 35">
              <a:extLst>
                <a:ext uri="{FF2B5EF4-FFF2-40B4-BE49-F238E27FC236}">
                  <a16:creationId xmlns:a16="http://schemas.microsoft.com/office/drawing/2014/main" id="{425B9E94-146D-28C9-F403-90A2FE6C08A5}"/>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Service cards</a:t>
              </a:r>
              <a:endParaRPr lang="en-GB" sz="900">
                <a:solidFill>
                  <a:schemeClr val="accent1"/>
                </a:solidFill>
                <a:cs typeface="Arial"/>
              </a:endParaRPr>
            </a:p>
          </p:txBody>
        </p:sp>
      </p:grpSp>
      <p:pic>
        <p:nvPicPr>
          <p:cNvPr id="38" name="Graphic 37" descr="Document outline">
            <a:extLst>
              <a:ext uri="{FF2B5EF4-FFF2-40B4-BE49-F238E27FC236}">
                <a16:creationId xmlns:a16="http://schemas.microsoft.com/office/drawing/2014/main" id="{CF3CDF27-E3B6-245A-1F6A-DC09E2F2144C}"/>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11288309" y="3593987"/>
            <a:ext cx="477571" cy="477571"/>
          </a:xfrm>
          <a:prstGeom prst="rect">
            <a:avLst/>
          </a:prstGeom>
        </p:spPr>
      </p:pic>
      <p:sp>
        <p:nvSpPr>
          <p:cNvPr id="43" name="TextBox 42">
            <a:extLst>
              <a:ext uri="{FF2B5EF4-FFF2-40B4-BE49-F238E27FC236}">
                <a16:creationId xmlns:a16="http://schemas.microsoft.com/office/drawing/2014/main" id="{C220C6BD-2502-14A9-960C-180E137446EE}"/>
              </a:ext>
            </a:extLst>
          </p:cNvPr>
          <p:cNvSpPr txBox="1"/>
          <p:nvPr/>
        </p:nvSpPr>
        <p:spPr>
          <a:xfrm>
            <a:off x="11138935" y="4048724"/>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User manuals</a:t>
            </a:r>
          </a:p>
        </p:txBody>
      </p:sp>
      <p:sp>
        <p:nvSpPr>
          <p:cNvPr id="15" name="Rectangle 14">
            <a:extLst>
              <a:ext uri="{FF2B5EF4-FFF2-40B4-BE49-F238E27FC236}">
                <a16:creationId xmlns:a16="http://schemas.microsoft.com/office/drawing/2014/main" id="{8A982AA3-D0DD-2E7B-256B-34304A5C15B9}"/>
              </a:ext>
            </a:extLst>
          </p:cNvPr>
          <p:cNvSpPr/>
          <p:nvPr/>
        </p:nvSpPr>
        <p:spPr>
          <a:xfrm>
            <a:off x="5675133" y="2597375"/>
            <a:ext cx="974522" cy="390413"/>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spcBef>
                <a:spcPts val="600"/>
              </a:spcBef>
            </a:pPr>
            <a:r>
              <a:rPr lang="en-GB" sz="900">
                <a:solidFill>
                  <a:schemeClr val="accent1"/>
                </a:solidFill>
              </a:rPr>
              <a:t>Asset specific Requirements</a:t>
            </a:r>
          </a:p>
        </p:txBody>
      </p:sp>
      <p:cxnSp>
        <p:nvCxnSpPr>
          <p:cNvPr id="37" name="Straight Arrow Connector 36">
            <a:extLst>
              <a:ext uri="{FF2B5EF4-FFF2-40B4-BE49-F238E27FC236}">
                <a16:creationId xmlns:a16="http://schemas.microsoft.com/office/drawing/2014/main" id="{7C90A311-FAB9-3654-0E5B-F36549FD8870}"/>
              </a:ext>
            </a:extLst>
          </p:cNvPr>
          <p:cNvCxnSpPr>
            <a:cxnSpLocks/>
          </p:cNvCxnSpPr>
          <p:nvPr/>
        </p:nvCxnSpPr>
        <p:spPr>
          <a:xfrm>
            <a:off x="5199702" y="2792065"/>
            <a:ext cx="478463" cy="5069"/>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7AB4A2-1092-CB20-E2E5-B84D7B9DE5CB}"/>
              </a:ext>
            </a:extLst>
          </p:cNvPr>
          <p:cNvSpPr txBox="1"/>
          <p:nvPr/>
        </p:nvSpPr>
        <p:spPr>
          <a:xfrm>
            <a:off x="6519878" y="1978421"/>
            <a:ext cx="1110345" cy="31615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spcBef>
                <a:spcPts val="600"/>
              </a:spcBef>
            </a:pPr>
            <a:r>
              <a:rPr lang="en-US" sz="1000">
                <a:solidFill>
                  <a:schemeClr val="accent1"/>
                </a:solidFill>
                <a:cs typeface="Arial"/>
              </a:rPr>
              <a:t>Automated compliance check</a:t>
            </a:r>
            <a:endParaRPr lang="en-US" sz="1000" err="1">
              <a:solidFill>
                <a:schemeClr val="accent1"/>
              </a:solidFill>
            </a:endParaRPr>
          </a:p>
        </p:txBody>
      </p:sp>
      <p:sp>
        <p:nvSpPr>
          <p:cNvPr id="51" name="Rectangle 50">
            <a:extLst>
              <a:ext uri="{FF2B5EF4-FFF2-40B4-BE49-F238E27FC236}">
                <a16:creationId xmlns:a16="http://schemas.microsoft.com/office/drawing/2014/main" id="{9C9FF75B-16FE-951D-BE44-544E823AAE6E}"/>
              </a:ext>
            </a:extLst>
          </p:cNvPr>
          <p:cNvSpPr/>
          <p:nvPr/>
        </p:nvSpPr>
        <p:spPr>
          <a:xfrm>
            <a:off x="3938886" y="2803804"/>
            <a:ext cx="1058944" cy="483531"/>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600"/>
              </a:spcBef>
            </a:pPr>
            <a:r>
              <a:rPr lang="en-GB" sz="1000" dirty="0" err="1"/>
              <a:t>DocumentationRequirements</a:t>
            </a:r>
            <a:endParaRPr lang="en-GB" sz="1000" dirty="0"/>
          </a:p>
        </p:txBody>
      </p:sp>
      <p:sp>
        <p:nvSpPr>
          <p:cNvPr id="41" name="Rectangle 40">
            <a:extLst>
              <a:ext uri="{FF2B5EF4-FFF2-40B4-BE49-F238E27FC236}">
                <a16:creationId xmlns:a16="http://schemas.microsoft.com/office/drawing/2014/main" id="{7F1B1185-F540-4022-9C91-CE7740E8622C}"/>
              </a:ext>
            </a:extLst>
          </p:cNvPr>
          <p:cNvSpPr/>
          <p:nvPr/>
        </p:nvSpPr>
        <p:spPr>
          <a:xfrm>
            <a:off x="223520" y="2597375"/>
            <a:ext cx="740138" cy="492977"/>
          </a:xfrm>
          <a:prstGeom prst="rect">
            <a:avLst/>
          </a:prstGeom>
          <a:solidFill>
            <a:schemeClr val="accent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900" dirty="0"/>
              <a:t>Governing body</a:t>
            </a:r>
          </a:p>
        </p:txBody>
      </p:sp>
    </p:spTree>
    <p:extLst>
      <p:ext uri="{BB962C8B-B14F-4D97-AF65-F5344CB8AC3E}">
        <p14:creationId xmlns:p14="http://schemas.microsoft.com/office/powerpoint/2010/main" val="11967013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32AB7-2110-3CCA-273B-C7112620E301}"/>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8C8F7A2D-9A71-2A23-23D2-F6027FC9DF4A}"/>
              </a:ext>
            </a:extLst>
          </p:cNvPr>
          <p:cNvSpPr txBox="1"/>
          <p:nvPr/>
        </p:nvSpPr>
        <p:spPr>
          <a:xfrm>
            <a:off x="442257" y="1503121"/>
            <a:ext cx="10898488" cy="4185761"/>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extraction of requirements. </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Automated and accurate extraction of requirements, enables us to scale our service both within the aquaculture domain, as well as to other domains.</a:t>
            </a:r>
          </a:p>
          <a:p>
            <a:pPr>
              <a:spcBef>
                <a:spcPts val="600"/>
              </a:spcBef>
            </a:pPr>
            <a:r>
              <a:rPr lang="en-GB" sz="1400" b="1" dirty="0">
                <a:solidFill>
                  <a:schemeClr val="accent1"/>
                </a:solidFill>
                <a:cs typeface="Arial"/>
              </a:rPr>
              <a:t>Situation today: </a:t>
            </a:r>
            <a:r>
              <a:rPr lang="en-GB" sz="1200" dirty="0">
                <a:solidFill>
                  <a:schemeClr val="accent1"/>
                </a:solidFill>
              </a:rPr>
              <a:t>The source of requirements can be internal or external to DNV. They are typically laws, rules, regulations, standards or user manuals, mostly written in long pdf documents. Requirements often need SME interpretation to make sense in each context.</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requirement formulations. Especially user manuals are very poorly written. </a:t>
            </a: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a:t>
            </a: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and understanding of requirement terminology.</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a:t>
            </a: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AF8B41B2-4E06-9345-9AC2-5863FC30361E}"/>
              </a:ext>
            </a:extLst>
          </p:cNvPr>
          <p:cNvSpPr>
            <a:spLocks noGrp="1"/>
          </p:cNvSpPr>
          <p:nvPr>
            <p:ph type="title"/>
          </p:nvPr>
        </p:nvSpPr>
        <p:spPr>
          <a:xfrm>
            <a:off x="539750" y="345790"/>
            <a:ext cx="10290810" cy="936000"/>
          </a:xfrm>
        </p:spPr>
        <p:txBody>
          <a:bodyPr/>
          <a:lstStyle/>
          <a:p>
            <a:r>
              <a:rPr lang="en-GB" dirty="0"/>
              <a:t>Automated extraction of requirements</a:t>
            </a:r>
          </a:p>
        </p:txBody>
      </p:sp>
      <p:sp>
        <p:nvSpPr>
          <p:cNvPr id="6" name="Slide Number Placeholder 5">
            <a:extLst>
              <a:ext uri="{FF2B5EF4-FFF2-40B4-BE49-F238E27FC236}">
                <a16:creationId xmlns:a16="http://schemas.microsoft.com/office/drawing/2014/main" id="{32C51776-18B1-FE6F-423D-9748F1F4B1C0}"/>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38</a:t>
            </a:fld>
            <a:endParaRPr lang="en-GB"/>
          </a:p>
        </p:txBody>
      </p:sp>
    </p:spTree>
    <p:extLst>
      <p:ext uri="{BB962C8B-B14F-4D97-AF65-F5344CB8AC3E}">
        <p14:creationId xmlns:p14="http://schemas.microsoft.com/office/powerpoint/2010/main" val="2353250884"/>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74FE-AD44-4BEA-1674-23B45791BFCD}"/>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13C2B7A1-912B-EF39-48DF-32603B23E241}"/>
              </a:ext>
            </a:extLst>
          </p:cNvPr>
          <p:cNvSpPr txBox="1"/>
          <p:nvPr/>
        </p:nvSpPr>
        <p:spPr>
          <a:xfrm>
            <a:off x="442257" y="1503121"/>
            <a:ext cx="10898488" cy="4185761"/>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extraction of requirements. </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Automated and accurate extraction of requirements, enables us to scale our service both within the aquaculture domain, as well as to other domains.</a:t>
            </a:r>
          </a:p>
          <a:p>
            <a:pPr>
              <a:spcBef>
                <a:spcPts val="600"/>
              </a:spcBef>
            </a:pPr>
            <a:r>
              <a:rPr lang="en-GB" sz="1400" b="1" dirty="0">
                <a:solidFill>
                  <a:schemeClr val="accent1"/>
                </a:solidFill>
                <a:cs typeface="Arial"/>
              </a:rPr>
              <a:t>Situation today: </a:t>
            </a:r>
            <a:r>
              <a:rPr lang="en-GB" sz="1200" dirty="0">
                <a:solidFill>
                  <a:schemeClr val="accent1"/>
                </a:solidFill>
              </a:rPr>
              <a:t>The source of requirements can be internal or external to DNV. They are typically laws, rules, regulations, standards or user manuals, mostly written in long pdf documents. Requirements often need SME interpretation to make sense in each context.</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requirement formulations. Especially user manuals are very poorly written. </a:t>
            </a: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a:t>
            </a: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and understanding of requirement terminology.</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a:t>
            </a: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5B739844-DF51-540D-6677-43C81D2D06FF}"/>
              </a:ext>
            </a:extLst>
          </p:cNvPr>
          <p:cNvSpPr>
            <a:spLocks noGrp="1"/>
          </p:cNvSpPr>
          <p:nvPr>
            <p:ph type="title"/>
          </p:nvPr>
        </p:nvSpPr>
        <p:spPr>
          <a:xfrm>
            <a:off x="539750" y="345790"/>
            <a:ext cx="10290810" cy="936000"/>
          </a:xfrm>
        </p:spPr>
        <p:txBody>
          <a:bodyPr/>
          <a:lstStyle/>
          <a:p>
            <a:r>
              <a:rPr lang="en-GB" dirty="0"/>
              <a:t>Automated asset model creation</a:t>
            </a:r>
          </a:p>
        </p:txBody>
      </p:sp>
      <p:sp>
        <p:nvSpPr>
          <p:cNvPr id="6" name="Slide Number Placeholder 5">
            <a:extLst>
              <a:ext uri="{FF2B5EF4-FFF2-40B4-BE49-F238E27FC236}">
                <a16:creationId xmlns:a16="http://schemas.microsoft.com/office/drawing/2014/main" id="{E2482282-A212-DC29-4E5C-84536C61A3FB}"/>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39</a:t>
            </a:fld>
            <a:endParaRPr lang="en-GB"/>
          </a:p>
        </p:txBody>
      </p:sp>
    </p:spTree>
    <p:extLst>
      <p:ext uri="{BB962C8B-B14F-4D97-AF65-F5344CB8AC3E}">
        <p14:creationId xmlns:p14="http://schemas.microsoft.com/office/powerpoint/2010/main" val="37684783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CA75A-CFE5-9FBD-D9DA-49B06F15F891}"/>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528DB8A9-F593-FC5B-5D80-D79EE51AA49D}"/>
              </a:ext>
            </a:extLst>
          </p:cNvPr>
          <p:cNvSpPr txBox="1"/>
          <p:nvPr/>
        </p:nvSpPr>
        <p:spPr>
          <a:xfrm>
            <a:off x="442257" y="1503121"/>
            <a:ext cx="10898488" cy="4185761"/>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extraction of requirements. </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Automated and accurate extraction of requirements, enables us to scale our service both within the aquaculture domain, as well as to other domains.</a:t>
            </a:r>
          </a:p>
          <a:p>
            <a:pPr>
              <a:spcBef>
                <a:spcPts val="600"/>
              </a:spcBef>
            </a:pPr>
            <a:r>
              <a:rPr lang="en-GB" sz="1400" b="1" dirty="0">
                <a:solidFill>
                  <a:schemeClr val="accent1"/>
                </a:solidFill>
                <a:cs typeface="Arial"/>
              </a:rPr>
              <a:t>Situation today: </a:t>
            </a:r>
            <a:r>
              <a:rPr lang="en-GB" sz="1200" dirty="0">
                <a:solidFill>
                  <a:schemeClr val="accent1"/>
                </a:solidFill>
              </a:rPr>
              <a:t>The source of requirements can be internal or external to DNV. They are typically laws, rules, regulations, standards or user manuals, mostly written in long pdf documents. Requirements often need SME interpretation to make sense in each context.</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requirement formulations. Especially user manuals are very poorly written. </a:t>
            </a: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a:t>
            </a: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and understanding of requirement terminology.</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a:t>
            </a: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AB691C75-F62B-4C70-54CE-B48DF1F86A3B}"/>
              </a:ext>
            </a:extLst>
          </p:cNvPr>
          <p:cNvSpPr>
            <a:spLocks noGrp="1"/>
          </p:cNvSpPr>
          <p:nvPr>
            <p:ph type="title"/>
          </p:nvPr>
        </p:nvSpPr>
        <p:spPr>
          <a:xfrm>
            <a:off x="539750" y="345790"/>
            <a:ext cx="10290810" cy="936000"/>
          </a:xfrm>
        </p:spPr>
        <p:txBody>
          <a:bodyPr/>
          <a:lstStyle/>
          <a:p>
            <a:r>
              <a:rPr lang="en-GB" dirty="0"/>
              <a:t>Automated evidence collection</a:t>
            </a:r>
          </a:p>
        </p:txBody>
      </p:sp>
      <p:sp>
        <p:nvSpPr>
          <p:cNvPr id="6" name="Slide Number Placeholder 5">
            <a:extLst>
              <a:ext uri="{FF2B5EF4-FFF2-40B4-BE49-F238E27FC236}">
                <a16:creationId xmlns:a16="http://schemas.microsoft.com/office/drawing/2014/main" id="{A21F9820-02A6-5BD3-0E67-A5F9486E6B5D}"/>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40</a:t>
            </a:fld>
            <a:endParaRPr lang="en-GB"/>
          </a:p>
        </p:txBody>
      </p:sp>
    </p:spTree>
    <p:extLst>
      <p:ext uri="{BB962C8B-B14F-4D97-AF65-F5344CB8AC3E}">
        <p14:creationId xmlns:p14="http://schemas.microsoft.com/office/powerpoint/2010/main" val="3211712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AB351-DE8B-0EBA-0D1F-7BEC80E9B730}"/>
            </a:ext>
          </a:extLst>
        </p:cNvPr>
        <p:cNvGrpSpPr/>
        <p:nvPr/>
      </p:nvGrpSpPr>
      <p:grpSpPr>
        <a:xfrm>
          <a:off x="0" y="0"/>
          <a:ext cx="0" cy="0"/>
          <a:chOff x="0" y="0"/>
          <a:chExt cx="0" cy="0"/>
        </a:xfrm>
      </p:grpSpPr>
      <p:sp>
        <p:nvSpPr>
          <p:cNvPr id="32" name="TextBox 31">
            <a:extLst>
              <a:ext uri="{FF2B5EF4-FFF2-40B4-BE49-F238E27FC236}">
                <a16:creationId xmlns:a16="http://schemas.microsoft.com/office/drawing/2014/main" id="{037ABBC4-D947-B02F-57C6-AAC320457FC3}"/>
              </a:ext>
            </a:extLst>
          </p:cNvPr>
          <p:cNvSpPr txBox="1"/>
          <p:nvPr/>
        </p:nvSpPr>
        <p:spPr>
          <a:xfrm>
            <a:off x="442257" y="1503121"/>
            <a:ext cx="10898488" cy="4185761"/>
          </a:xfrm>
          <a:prstGeom prst="rect">
            <a:avLst/>
          </a:prstGeom>
          <a:noFill/>
        </p:spPr>
        <p:txBody>
          <a:bodyPr wrap="square" lIns="0" tIns="0" rIns="0" bIns="0" rtlCol="0" anchor="t">
            <a:spAutoFit/>
          </a:bodyPr>
          <a:lstStyle/>
          <a:p>
            <a:pPr>
              <a:spcBef>
                <a:spcPts val="600"/>
              </a:spcBef>
            </a:pPr>
            <a:r>
              <a:rPr lang="en-GB" sz="1400" b="1" dirty="0">
                <a:solidFill>
                  <a:schemeClr val="accent1"/>
                </a:solidFill>
              </a:rPr>
              <a:t>End Goal</a:t>
            </a:r>
            <a:r>
              <a:rPr lang="en-GB" sz="1400" dirty="0">
                <a:solidFill>
                  <a:schemeClr val="accent1"/>
                </a:solidFill>
              </a:rPr>
              <a:t>: </a:t>
            </a:r>
            <a:r>
              <a:rPr lang="en-GB" sz="1200" dirty="0">
                <a:solidFill>
                  <a:schemeClr val="accent1"/>
                </a:solidFill>
              </a:rPr>
              <a:t>Automated and accurate extraction of requirements. </a:t>
            </a:r>
            <a:endParaRPr lang="en-GB" sz="1200" dirty="0">
              <a:solidFill>
                <a:schemeClr val="accent1"/>
              </a:solidFill>
              <a:cs typeface="Arial"/>
            </a:endParaRPr>
          </a:p>
          <a:p>
            <a:pPr>
              <a:spcBef>
                <a:spcPts val="600"/>
              </a:spcBef>
            </a:pPr>
            <a:r>
              <a:rPr lang="en-GB" sz="1400" b="1" dirty="0">
                <a:solidFill>
                  <a:schemeClr val="accent1"/>
                </a:solidFill>
              </a:rPr>
              <a:t>Why? </a:t>
            </a:r>
            <a:r>
              <a:rPr lang="en-GB" sz="1200" dirty="0">
                <a:solidFill>
                  <a:schemeClr val="accent1"/>
                </a:solidFill>
              </a:rPr>
              <a:t>Automated and accurate extraction of requirements, enables us to scale our service both within the aquaculture domain, as well as to other domains.</a:t>
            </a:r>
          </a:p>
          <a:p>
            <a:pPr>
              <a:spcBef>
                <a:spcPts val="600"/>
              </a:spcBef>
            </a:pPr>
            <a:r>
              <a:rPr lang="en-GB" sz="1400" b="1" dirty="0">
                <a:solidFill>
                  <a:schemeClr val="accent1"/>
                </a:solidFill>
                <a:cs typeface="Arial"/>
              </a:rPr>
              <a:t>Situation today: </a:t>
            </a:r>
            <a:r>
              <a:rPr lang="en-GB" sz="1200" dirty="0">
                <a:solidFill>
                  <a:schemeClr val="accent1"/>
                </a:solidFill>
              </a:rPr>
              <a:t>The source of requirements can be internal or external to DNV. They are typically laws, rules, regulations, standards or user manuals, mostly written in long pdf documents. Requirements often need SME interpretation to make sense in each context.</a:t>
            </a:r>
            <a:endParaRPr lang="en-GB" sz="1200" dirty="0">
              <a:solidFill>
                <a:schemeClr val="accent1"/>
              </a:solidFill>
              <a:cs typeface="Arial"/>
            </a:endParaRPr>
          </a:p>
          <a:p>
            <a:pPr>
              <a:lnSpc>
                <a:spcPct val="100000"/>
              </a:lnSpc>
              <a:spcBef>
                <a:spcPts val="600"/>
              </a:spcBef>
            </a:pPr>
            <a:r>
              <a:rPr lang="en-GB" sz="1400" b="1" dirty="0">
                <a:solidFill>
                  <a:schemeClr val="accent1"/>
                </a:solidFill>
              </a:rPr>
              <a:t>Challenges so far:</a:t>
            </a:r>
            <a:endParaRPr lang="en-GB" sz="1400" dirty="0">
              <a:solidFill>
                <a:schemeClr val="accent1"/>
              </a:solidFil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Ambiguous and unstructured requirement formulations. Especially user manuals are very poorly written. </a:t>
            </a:r>
          </a:p>
          <a:p>
            <a:pPr marL="285750" indent="-285750">
              <a:lnSpc>
                <a:spcPct val="100000"/>
              </a:lnSpc>
              <a:spcBef>
                <a:spcPts val="600"/>
              </a:spcBef>
              <a:buFont typeface="Arial" panose="020B0604020202020204" pitchFamily="34" charset="0"/>
              <a:buChar char="•"/>
            </a:pPr>
            <a:r>
              <a:rPr lang="en-GB" sz="1200" dirty="0">
                <a:solidFill>
                  <a:schemeClr val="accent1"/>
                </a:solidFill>
              </a:rPr>
              <a:t>PDF extraction problems.</a:t>
            </a:r>
          </a:p>
          <a:p>
            <a:pPr marL="285750" indent="-285750">
              <a:lnSpc>
                <a:spcPct val="100000"/>
              </a:lnSpc>
              <a:spcBef>
                <a:spcPts val="600"/>
              </a:spcBef>
              <a:buFont typeface="Arial" panose="020B0604020202020204" pitchFamily="34" charset="0"/>
              <a:buChar char="•"/>
            </a:pPr>
            <a:r>
              <a:rPr lang="en-GB" sz="1200" dirty="0">
                <a:solidFill>
                  <a:schemeClr val="accent1"/>
                </a:solidFill>
              </a:rPr>
              <a:t>LLMs lack aquaculture domain knowledge and understanding of requirement terminology.</a:t>
            </a:r>
            <a:endParaRPr lang="en-GB" sz="1200" dirty="0">
              <a:solidFill>
                <a:schemeClr val="accent1"/>
              </a:solidFill>
              <a:cs typeface="Arial"/>
            </a:endParaRPr>
          </a:p>
          <a:p>
            <a:pPr marL="285750" indent="-285750">
              <a:lnSpc>
                <a:spcPct val="100000"/>
              </a:lnSpc>
              <a:spcBef>
                <a:spcPts val="600"/>
              </a:spcBef>
              <a:buFont typeface="Arial" panose="020B0604020202020204" pitchFamily="34" charset="0"/>
              <a:buChar char="•"/>
            </a:pPr>
            <a:r>
              <a:rPr lang="en-GB" sz="1200" dirty="0">
                <a:solidFill>
                  <a:schemeClr val="accent1"/>
                </a:solidFill>
              </a:rPr>
              <a:t>LLMs tend to hallucinate and produce non-existent actions. </a:t>
            </a:r>
          </a:p>
          <a:p>
            <a:pPr>
              <a:lnSpc>
                <a:spcPct val="100000"/>
              </a:lnSpc>
              <a:spcBef>
                <a:spcPts val="600"/>
              </a:spcBef>
            </a:pPr>
            <a:r>
              <a:rPr lang="en-GB" sz="1400" b="1" dirty="0">
                <a:solidFill>
                  <a:schemeClr val="accent1"/>
                </a:solidFill>
              </a:rPr>
              <a:t>Alternative solution:</a:t>
            </a:r>
            <a:endParaRPr lang="en-GB" sz="1200" b="1"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rPr>
              <a:t>As there is a large overlap between user manuals used across locations, one option is to continue to extract requirements manually (e.g., by hiring in aquaculture students) to free up time to focus on other technical capabilities, let this extraction technology get better, then buy and integrate a good enough off-the-shelf solution.   </a:t>
            </a:r>
            <a:endParaRPr lang="en-GB" sz="1200" dirty="0">
              <a:solidFill>
                <a:schemeClr val="accent1"/>
              </a:solidFill>
              <a:cs typeface="Arial"/>
            </a:endParaRPr>
          </a:p>
          <a:p>
            <a:pPr marL="285750" indent="-285750">
              <a:spcBef>
                <a:spcPts val="600"/>
              </a:spcBef>
              <a:buFont typeface="Arial" panose="020B0604020202020204" pitchFamily="34" charset="0"/>
              <a:buChar char="•"/>
            </a:pPr>
            <a:r>
              <a:rPr lang="en-GB" sz="1200" dirty="0">
                <a:solidFill>
                  <a:schemeClr val="accent1"/>
                </a:solidFill>
                <a:cs typeface="Arial"/>
              </a:rPr>
              <a:t>Requirement Wizard:</a:t>
            </a:r>
          </a:p>
          <a:p>
            <a:pPr marL="742950" lvl="1" indent="-285750">
              <a:spcBef>
                <a:spcPts val="600"/>
              </a:spcBef>
              <a:buFont typeface="Arial" panose="020B0604020202020204" pitchFamily="34" charset="0"/>
              <a:buChar char="•"/>
            </a:pPr>
            <a:r>
              <a:rPr lang="en-GB" sz="1200" dirty="0">
                <a:solidFill>
                  <a:schemeClr val="accent1"/>
                </a:solidFill>
                <a:cs typeface="Arial"/>
              </a:rPr>
              <a:t>Translating source (informal) requirements derived from user manuals to procedural (formal) requirements. </a:t>
            </a:r>
          </a:p>
          <a:p>
            <a:pPr marL="742950" lvl="1" indent="-285750">
              <a:spcBef>
                <a:spcPts val="600"/>
              </a:spcBef>
              <a:buFont typeface="Arial" panose="020B0604020202020204" pitchFamily="34" charset="0"/>
              <a:buChar char="•"/>
            </a:pPr>
            <a:r>
              <a:rPr lang="en-GB" sz="1200" dirty="0">
                <a:solidFill>
                  <a:schemeClr val="accent1"/>
                </a:solidFill>
                <a:cs typeface="Arial"/>
              </a:rPr>
              <a:t>A pilot project with component suppliers to help them with writing their user-manuals using Normative and Informative sentence structure which can later be translated to procedural requirements in SCD format.</a:t>
            </a:r>
          </a:p>
        </p:txBody>
      </p:sp>
      <p:sp>
        <p:nvSpPr>
          <p:cNvPr id="3" name="Title 2">
            <a:extLst>
              <a:ext uri="{FF2B5EF4-FFF2-40B4-BE49-F238E27FC236}">
                <a16:creationId xmlns:a16="http://schemas.microsoft.com/office/drawing/2014/main" id="{57E6C093-C246-C0C9-ACDA-22AD7430025B}"/>
              </a:ext>
            </a:extLst>
          </p:cNvPr>
          <p:cNvSpPr>
            <a:spLocks noGrp="1"/>
          </p:cNvSpPr>
          <p:nvPr>
            <p:ph type="title"/>
          </p:nvPr>
        </p:nvSpPr>
        <p:spPr>
          <a:xfrm>
            <a:off x="539750" y="345790"/>
            <a:ext cx="10290810" cy="936000"/>
          </a:xfrm>
        </p:spPr>
        <p:txBody>
          <a:bodyPr/>
          <a:lstStyle/>
          <a:p>
            <a:r>
              <a:rPr lang="en-GB" dirty="0"/>
              <a:t>Automated compliance checking (reasoning)</a:t>
            </a:r>
          </a:p>
        </p:txBody>
      </p:sp>
      <p:sp>
        <p:nvSpPr>
          <p:cNvPr id="6" name="Slide Number Placeholder 5">
            <a:extLst>
              <a:ext uri="{FF2B5EF4-FFF2-40B4-BE49-F238E27FC236}">
                <a16:creationId xmlns:a16="http://schemas.microsoft.com/office/drawing/2014/main" id="{1BB9DCDE-62FE-C1E1-8822-956C84388264}"/>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41</a:t>
            </a:fld>
            <a:endParaRPr lang="en-GB"/>
          </a:p>
        </p:txBody>
      </p:sp>
    </p:spTree>
    <p:extLst>
      <p:ext uri="{BB962C8B-B14F-4D97-AF65-F5344CB8AC3E}">
        <p14:creationId xmlns:p14="http://schemas.microsoft.com/office/powerpoint/2010/main" val="9146946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336C63-3370-40CC-A68B-A5A3810417A0}"/>
              </a:ext>
            </a:extLst>
          </p:cNvPr>
          <p:cNvSpPr>
            <a:spLocks noGrp="1"/>
          </p:cNvSpPr>
          <p:nvPr>
            <p:ph type="title"/>
          </p:nvPr>
        </p:nvSpPr>
        <p:spPr/>
        <p:txBody>
          <a:bodyPr/>
          <a:lstStyle/>
          <a:p>
            <a:endParaRPr lang="en-GB"/>
          </a:p>
        </p:txBody>
      </p:sp>
      <p:sp>
        <p:nvSpPr>
          <p:cNvPr id="4" name="Text Placeholder 3">
            <a:extLst>
              <a:ext uri="{FF2B5EF4-FFF2-40B4-BE49-F238E27FC236}">
                <a16:creationId xmlns:a16="http://schemas.microsoft.com/office/drawing/2014/main" id="{6418D4F6-1197-4C74-8A1A-A927165EB246}"/>
              </a:ext>
            </a:extLst>
          </p:cNvPr>
          <p:cNvSpPr>
            <a:spLocks noGrp="1"/>
          </p:cNvSpPr>
          <p:nvPr>
            <p:ph type="body" sz="quarter" idx="13"/>
          </p:nvPr>
        </p:nvSpPr>
        <p:spPr/>
        <p:txBody>
          <a:bodyPr/>
          <a:lstStyle/>
          <a:p>
            <a:endParaRPr lang="en-GB"/>
          </a:p>
        </p:txBody>
      </p:sp>
      <p:sp>
        <p:nvSpPr>
          <p:cNvPr id="5" name="Slide Number Placeholder 4">
            <a:extLst>
              <a:ext uri="{FF2B5EF4-FFF2-40B4-BE49-F238E27FC236}">
                <a16:creationId xmlns:a16="http://schemas.microsoft.com/office/drawing/2014/main" id="{3B0B726E-FB32-4BE7-A175-AA81ADFB340E}"/>
              </a:ext>
            </a:extLst>
          </p:cNvPr>
          <p:cNvSpPr>
            <a:spLocks noGrp="1"/>
          </p:cNvSpPr>
          <p:nvPr>
            <p:ph type="sldNum" sz="quarter" idx="12"/>
          </p:nvPr>
        </p:nvSpPr>
        <p:spPr>
          <a:xfrm>
            <a:off x="540000" y="6440400"/>
            <a:ext cx="266400" cy="151200"/>
          </a:xfrm>
        </p:spPr>
        <p:txBody>
          <a:bodyPr/>
          <a:lstStyle/>
          <a:p>
            <a:fld id="{5BA07366-CB75-4AA8-9E5B-928B849F427C}" type="slidenum">
              <a:rPr lang="en-GB" smtClean="0"/>
              <a:pPr/>
              <a:t>42</a:t>
            </a:fld>
            <a:endParaRPr lang="en-GB"/>
          </a:p>
        </p:txBody>
      </p:sp>
      <p:sp>
        <p:nvSpPr>
          <p:cNvPr id="10" name="Text Placeholder 9">
            <a:extLst>
              <a:ext uri="{FF2B5EF4-FFF2-40B4-BE49-F238E27FC236}">
                <a16:creationId xmlns:a16="http://schemas.microsoft.com/office/drawing/2014/main" id="{6DBFE0E5-DD38-4845-9DD7-71DAD8FBEA8E}"/>
              </a:ext>
            </a:extLst>
          </p:cNvPr>
          <p:cNvSpPr>
            <a:spLocks noGrp="1"/>
          </p:cNvSpPr>
          <p:nvPr>
            <p:ph type="body" sz="quarter" idx="15"/>
          </p:nvPr>
        </p:nvSpPr>
        <p:spPr/>
        <p:txBody>
          <a:bodyPr/>
          <a:lstStyle/>
          <a:p>
            <a:endParaRPr lang="en-GB"/>
          </a:p>
        </p:txBody>
      </p:sp>
      <p:sp>
        <p:nvSpPr>
          <p:cNvPr id="11" name="Text Placeholder 10">
            <a:extLst>
              <a:ext uri="{FF2B5EF4-FFF2-40B4-BE49-F238E27FC236}">
                <a16:creationId xmlns:a16="http://schemas.microsoft.com/office/drawing/2014/main" id="{7490AC70-B994-482E-B2B8-084B5E9200E7}"/>
              </a:ext>
            </a:extLst>
          </p:cNvPr>
          <p:cNvSpPr>
            <a:spLocks noGrp="1"/>
          </p:cNvSpPr>
          <p:nvPr>
            <p:ph type="body" sz="quarter" idx="16"/>
          </p:nvPr>
        </p:nvSpPr>
        <p:spPr/>
        <p:txBody>
          <a:bodyPr/>
          <a:lstStyle/>
          <a:p>
            <a:endParaRPr lang="en-GB"/>
          </a:p>
        </p:txBody>
      </p:sp>
    </p:spTree>
    <p:extLst>
      <p:ext uri="{BB962C8B-B14F-4D97-AF65-F5344CB8AC3E}">
        <p14:creationId xmlns:p14="http://schemas.microsoft.com/office/powerpoint/2010/main" val="172720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F617B16-49C2-E99A-CB35-79BFBD022988}"/>
            </a:ext>
          </a:extLst>
        </p:cNvPr>
        <p:cNvGrpSpPr/>
        <p:nvPr/>
      </p:nvGrpSpPr>
      <p:grpSpPr>
        <a:xfrm>
          <a:off x="0" y="0"/>
          <a:ext cx="0" cy="0"/>
          <a:chOff x="0" y="0"/>
          <a:chExt cx="0" cy="0"/>
        </a:xfrm>
      </p:grpSpPr>
      <p:sp>
        <p:nvSpPr>
          <p:cNvPr id="44" name="Rectangle 43">
            <a:extLst>
              <a:ext uri="{FF2B5EF4-FFF2-40B4-BE49-F238E27FC236}">
                <a16:creationId xmlns:a16="http://schemas.microsoft.com/office/drawing/2014/main" id="{D290FF8F-E8BB-0C78-A140-41B7FB481D8F}"/>
              </a:ext>
            </a:extLst>
          </p:cNvPr>
          <p:cNvSpPr/>
          <p:nvPr/>
        </p:nvSpPr>
        <p:spPr>
          <a:xfrm>
            <a:off x="9560860" y="3429000"/>
            <a:ext cx="2366682" cy="869577"/>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US" sz="2000" err="1"/>
          </a:p>
        </p:txBody>
      </p:sp>
      <p:pic>
        <p:nvPicPr>
          <p:cNvPr id="2114" name="Picture 2113">
            <a:extLst>
              <a:ext uri="{FF2B5EF4-FFF2-40B4-BE49-F238E27FC236}">
                <a16:creationId xmlns:a16="http://schemas.microsoft.com/office/drawing/2014/main" id="{14D8C81A-75C5-2764-3829-C1278F4CBED4}"/>
              </a:ext>
            </a:extLst>
          </p:cNvPr>
          <p:cNvPicPr>
            <a:picLocks noChangeAspect="1"/>
          </p:cNvPicPr>
          <p:nvPr/>
        </p:nvPicPr>
        <p:blipFill>
          <a:blip r:embed="rId4"/>
          <a:stretch>
            <a:fillRect/>
          </a:stretch>
        </p:blipFill>
        <p:spPr>
          <a:xfrm>
            <a:off x="5438607" y="5472632"/>
            <a:ext cx="864718" cy="369528"/>
          </a:xfrm>
          <a:prstGeom prst="rect">
            <a:avLst/>
          </a:prstGeom>
        </p:spPr>
      </p:pic>
      <p:sp>
        <p:nvSpPr>
          <p:cNvPr id="45" name="Rectangle 44">
            <a:extLst>
              <a:ext uri="{FF2B5EF4-FFF2-40B4-BE49-F238E27FC236}">
                <a16:creationId xmlns:a16="http://schemas.microsoft.com/office/drawing/2014/main" id="{4F2A00E5-CC70-CAB9-0C8E-D1A68D652A67}"/>
              </a:ext>
            </a:extLst>
          </p:cNvPr>
          <p:cNvSpPr/>
          <p:nvPr/>
        </p:nvSpPr>
        <p:spPr>
          <a:xfrm>
            <a:off x="4213158" y="1729052"/>
            <a:ext cx="1479568" cy="1967572"/>
          </a:xfrm>
          <a:prstGeom prst="rect">
            <a:avLst/>
          </a:prstGeom>
          <a:solidFill>
            <a:srgbClr val="15C2BB"/>
          </a:solidFill>
          <a:ln w="9525">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900">
                <a:solidFill>
                  <a:schemeClr val="accent1"/>
                </a:solidFill>
              </a:rPr>
              <a:t>Requirements</a:t>
            </a:r>
          </a:p>
        </p:txBody>
      </p:sp>
      <p:sp>
        <p:nvSpPr>
          <p:cNvPr id="3" name="Title 2">
            <a:extLst>
              <a:ext uri="{FF2B5EF4-FFF2-40B4-BE49-F238E27FC236}">
                <a16:creationId xmlns:a16="http://schemas.microsoft.com/office/drawing/2014/main" id="{9079143B-7321-DB8D-0E26-851F1EA75E9E}"/>
              </a:ext>
            </a:extLst>
          </p:cNvPr>
          <p:cNvSpPr>
            <a:spLocks noGrp="1"/>
          </p:cNvSpPr>
          <p:nvPr>
            <p:ph type="title"/>
          </p:nvPr>
        </p:nvSpPr>
        <p:spPr>
          <a:xfrm>
            <a:off x="610632" y="290155"/>
            <a:ext cx="11040032" cy="492977"/>
          </a:xfrm>
        </p:spPr>
        <p:txBody>
          <a:bodyPr/>
          <a:lstStyle/>
          <a:p>
            <a:r>
              <a:rPr lang="en-GB"/>
              <a:t>Smarter Compliance for Aquaculture Farm Technology</a:t>
            </a:r>
          </a:p>
        </p:txBody>
      </p:sp>
      <p:sp>
        <p:nvSpPr>
          <p:cNvPr id="6" name="Slide Number Placeholder 5">
            <a:extLst>
              <a:ext uri="{FF2B5EF4-FFF2-40B4-BE49-F238E27FC236}">
                <a16:creationId xmlns:a16="http://schemas.microsoft.com/office/drawing/2014/main" id="{508C4F60-1022-E735-584D-260C2B48E989}"/>
              </a:ext>
            </a:extLst>
          </p:cNvPr>
          <p:cNvSpPr>
            <a:spLocks noGrp="1"/>
          </p:cNvSpPr>
          <p:nvPr>
            <p:ph type="sldNum" sz="quarter" idx="12"/>
          </p:nvPr>
        </p:nvSpPr>
        <p:spPr>
          <a:xfrm>
            <a:off x="697258" y="6577544"/>
            <a:ext cx="266400" cy="151200"/>
          </a:xfrm>
        </p:spPr>
        <p:txBody>
          <a:bodyPr/>
          <a:lstStyle/>
          <a:p>
            <a:fld id="{5BA07366-CB75-4AA8-9E5B-928B849F427C}" type="slidenum">
              <a:rPr lang="en-GB" smtClean="0"/>
              <a:pPr/>
              <a:t>43</a:t>
            </a:fld>
            <a:endParaRPr lang="en-GB"/>
          </a:p>
        </p:txBody>
      </p:sp>
      <p:grpSp>
        <p:nvGrpSpPr>
          <p:cNvPr id="11" name="Group 10">
            <a:extLst>
              <a:ext uri="{FF2B5EF4-FFF2-40B4-BE49-F238E27FC236}">
                <a16:creationId xmlns:a16="http://schemas.microsoft.com/office/drawing/2014/main" id="{0A16FC7B-DCCE-0A86-92B4-697756B5E7B4}"/>
              </a:ext>
            </a:extLst>
          </p:cNvPr>
          <p:cNvGrpSpPr/>
          <p:nvPr/>
        </p:nvGrpSpPr>
        <p:grpSpPr>
          <a:xfrm>
            <a:off x="9570112" y="3584326"/>
            <a:ext cx="792088" cy="593933"/>
            <a:chOff x="7702986" y="4421064"/>
            <a:chExt cx="792088" cy="593933"/>
          </a:xfrm>
        </p:grpSpPr>
        <p:pic>
          <p:nvPicPr>
            <p:cNvPr id="7" name="Graphic 6" descr="Contract outline">
              <a:extLst>
                <a:ext uri="{FF2B5EF4-FFF2-40B4-BE49-F238E27FC236}">
                  <a16:creationId xmlns:a16="http://schemas.microsoft.com/office/drawing/2014/main" id="{0DA39559-F63F-2206-BAA0-955B702A5A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60245" y="4421064"/>
              <a:ext cx="477571" cy="477571"/>
            </a:xfrm>
            <a:prstGeom prst="rect">
              <a:avLst/>
            </a:prstGeom>
          </p:spPr>
        </p:pic>
        <p:sp>
          <p:nvSpPr>
            <p:cNvPr id="10" name="TextBox 9">
              <a:extLst>
                <a:ext uri="{FF2B5EF4-FFF2-40B4-BE49-F238E27FC236}">
                  <a16:creationId xmlns:a16="http://schemas.microsoft.com/office/drawing/2014/main" id="{1FF2DBFF-903D-26C8-9B79-917791C5E07A}"/>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Certificates</a:t>
              </a:r>
              <a:endParaRPr lang="en-GB" sz="900">
                <a:solidFill>
                  <a:schemeClr val="accent1"/>
                </a:solidFill>
                <a:cs typeface="Arial"/>
              </a:endParaRPr>
            </a:p>
          </p:txBody>
        </p:sp>
      </p:grpSp>
      <p:grpSp>
        <p:nvGrpSpPr>
          <p:cNvPr id="23" name="Group 22">
            <a:extLst>
              <a:ext uri="{FF2B5EF4-FFF2-40B4-BE49-F238E27FC236}">
                <a16:creationId xmlns:a16="http://schemas.microsoft.com/office/drawing/2014/main" id="{387754FA-D047-A56D-110E-24D8080209E7}"/>
              </a:ext>
            </a:extLst>
          </p:cNvPr>
          <p:cNvGrpSpPr/>
          <p:nvPr/>
        </p:nvGrpSpPr>
        <p:grpSpPr>
          <a:xfrm>
            <a:off x="11134544" y="1353599"/>
            <a:ext cx="792088" cy="732433"/>
            <a:chOff x="9467132" y="1931973"/>
            <a:chExt cx="792088" cy="732433"/>
          </a:xfrm>
        </p:grpSpPr>
        <p:pic>
          <p:nvPicPr>
            <p:cNvPr id="24" name="Graphic 23" descr="Construction worker male outline">
              <a:extLst>
                <a:ext uri="{FF2B5EF4-FFF2-40B4-BE49-F238E27FC236}">
                  <a16:creationId xmlns:a16="http://schemas.microsoft.com/office/drawing/2014/main" id="{60E84F30-B63A-3D25-E21D-4D00E2747DF2}"/>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9624391" y="1931973"/>
              <a:ext cx="477571" cy="477571"/>
            </a:xfrm>
            <a:prstGeom prst="rect">
              <a:avLst/>
            </a:prstGeom>
          </p:spPr>
        </p:pic>
        <p:sp>
          <p:nvSpPr>
            <p:cNvPr id="25" name="TextBox 24">
              <a:extLst>
                <a:ext uri="{FF2B5EF4-FFF2-40B4-BE49-F238E27FC236}">
                  <a16:creationId xmlns:a16="http://schemas.microsoft.com/office/drawing/2014/main" id="{B2E7E515-7801-3467-6929-99E9AA106588}"/>
                </a:ext>
              </a:extLst>
            </p:cNvPr>
            <p:cNvSpPr txBox="1"/>
            <p:nvPr/>
          </p:nvSpPr>
          <p:spPr>
            <a:xfrm>
              <a:off x="9467132" y="2387407"/>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Inspections / Maintenance</a:t>
              </a:r>
            </a:p>
          </p:txBody>
        </p:sp>
      </p:grpSp>
      <p:grpSp>
        <p:nvGrpSpPr>
          <p:cNvPr id="78" name="Group 77">
            <a:extLst>
              <a:ext uri="{FF2B5EF4-FFF2-40B4-BE49-F238E27FC236}">
                <a16:creationId xmlns:a16="http://schemas.microsoft.com/office/drawing/2014/main" id="{5C13DD6C-F699-7E0F-1218-3BDF7FA9833B}"/>
              </a:ext>
            </a:extLst>
          </p:cNvPr>
          <p:cNvGrpSpPr/>
          <p:nvPr/>
        </p:nvGrpSpPr>
        <p:grpSpPr>
          <a:xfrm>
            <a:off x="2009462" y="1729328"/>
            <a:ext cx="792088" cy="593933"/>
            <a:chOff x="1928666" y="4730820"/>
            <a:chExt cx="792088" cy="593933"/>
          </a:xfrm>
        </p:grpSpPr>
        <p:pic>
          <p:nvPicPr>
            <p:cNvPr id="75" name="Graphic 74" descr="Document outline">
              <a:extLst>
                <a:ext uri="{FF2B5EF4-FFF2-40B4-BE49-F238E27FC236}">
                  <a16:creationId xmlns:a16="http://schemas.microsoft.com/office/drawing/2014/main" id="{B72FAAD9-2BBA-0FAD-7121-43E7918E74BF}"/>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085925" y="4730820"/>
              <a:ext cx="477571" cy="477571"/>
            </a:xfrm>
            <a:prstGeom prst="rect">
              <a:avLst/>
            </a:prstGeom>
          </p:spPr>
        </p:pic>
        <p:sp>
          <p:nvSpPr>
            <p:cNvPr id="76" name="TextBox 75">
              <a:extLst>
                <a:ext uri="{FF2B5EF4-FFF2-40B4-BE49-F238E27FC236}">
                  <a16:creationId xmlns:a16="http://schemas.microsoft.com/office/drawing/2014/main" id="{B476E5B2-0FF4-729A-5716-7C18EBDDB56B}"/>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User manuals</a:t>
              </a:r>
            </a:p>
          </p:txBody>
        </p:sp>
      </p:grpSp>
      <p:pic>
        <p:nvPicPr>
          <p:cNvPr id="4" name="Picture 3">
            <a:extLst>
              <a:ext uri="{FF2B5EF4-FFF2-40B4-BE49-F238E27FC236}">
                <a16:creationId xmlns:a16="http://schemas.microsoft.com/office/drawing/2014/main" id="{F58ACB1F-FC8C-4923-18E1-7C9D13CA72FC}"/>
              </a:ext>
            </a:extLst>
          </p:cNvPr>
          <p:cNvPicPr>
            <a:picLocks noChangeAspect="1"/>
          </p:cNvPicPr>
          <p:nvPr/>
        </p:nvPicPr>
        <p:blipFill>
          <a:blip r:embed="rId8"/>
          <a:stretch>
            <a:fillRect/>
          </a:stretch>
        </p:blipFill>
        <p:spPr>
          <a:xfrm>
            <a:off x="36903" y="2598503"/>
            <a:ext cx="1140495" cy="477570"/>
          </a:xfrm>
          <a:prstGeom prst="rect">
            <a:avLst/>
          </a:prstGeom>
        </p:spPr>
      </p:pic>
      <p:grpSp>
        <p:nvGrpSpPr>
          <p:cNvPr id="13" name="Group 12">
            <a:extLst>
              <a:ext uri="{FF2B5EF4-FFF2-40B4-BE49-F238E27FC236}">
                <a16:creationId xmlns:a16="http://schemas.microsoft.com/office/drawing/2014/main" id="{7279ACC3-92E4-9ADE-1A6E-F275626BC2BC}"/>
              </a:ext>
            </a:extLst>
          </p:cNvPr>
          <p:cNvGrpSpPr/>
          <p:nvPr/>
        </p:nvGrpSpPr>
        <p:grpSpPr>
          <a:xfrm>
            <a:off x="1253447" y="2537786"/>
            <a:ext cx="792088" cy="593933"/>
            <a:chOff x="1928666" y="4730820"/>
            <a:chExt cx="792088" cy="593933"/>
          </a:xfrm>
        </p:grpSpPr>
        <p:pic>
          <p:nvPicPr>
            <p:cNvPr id="14" name="Graphic 13" descr="Scroll outline">
              <a:extLst>
                <a:ext uri="{FF2B5EF4-FFF2-40B4-BE49-F238E27FC236}">
                  <a16:creationId xmlns:a16="http://schemas.microsoft.com/office/drawing/2014/main" id="{8E04924B-D545-E2C9-2DCB-2CF5590F0A40}"/>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085925" y="4730820"/>
              <a:ext cx="477571" cy="477571"/>
            </a:xfrm>
            <a:prstGeom prst="rect">
              <a:avLst/>
            </a:prstGeom>
          </p:spPr>
        </p:pic>
        <p:sp>
          <p:nvSpPr>
            <p:cNvPr id="26" name="TextBox 25">
              <a:extLst>
                <a:ext uri="{FF2B5EF4-FFF2-40B4-BE49-F238E27FC236}">
                  <a16:creationId xmlns:a16="http://schemas.microsoft.com/office/drawing/2014/main" id="{9E1A86EC-4EEA-4A11-A34A-279EC8E10840}"/>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NYTEK23</a:t>
              </a:r>
            </a:p>
          </p:txBody>
        </p:sp>
      </p:grpSp>
      <p:cxnSp>
        <p:nvCxnSpPr>
          <p:cNvPr id="32" name="Straight Arrow Connector 31">
            <a:extLst>
              <a:ext uri="{FF2B5EF4-FFF2-40B4-BE49-F238E27FC236}">
                <a16:creationId xmlns:a16="http://schemas.microsoft.com/office/drawing/2014/main" id="{CECB1670-5769-DCDA-90F2-D861A8642C66}"/>
              </a:ext>
            </a:extLst>
          </p:cNvPr>
          <p:cNvCxnSpPr>
            <a:cxnSpLocks/>
          </p:cNvCxnSpPr>
          <p:nvPr/>
        </p:nvCxnSpPr>
        <p:spPr>
          <a:xfrm flipV="1">
            <a:off x="1870027" y="2765986"/>
            <a:ext cx="2344550" cy="443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A5D347C5-6F7E-2281-583B-6F61F0652046}"/>
              </a:ext>
            </a:extLst>
          </p:cNvPr>
          <p:cNvCxnSpPr>
            <a:cxnSpLocks/>
            <a:endCxn id="55" idx="1"/>
          </p:cNvCxnSpPr>
          <p:nvPr/>
        </p:nvCxnSpPr>
        <p:spPr>
          <a:xfrm>
            <a:off x="3511761" y="1719816"/>
            <a:ext cx="905943" cy="665206"/>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3" name="Freeform: Shape 52">
            <a:extLst>
              <a:ext uri="{FF2B5EF4-FFF2-40B4-BE49-F238E27FC236}">
                <a16:creationId xmlns:a16="http://schemas.microsoft.com/office/drawing/2014/main" id="{3F80E2D0-B3E2-0682-8AA3-94DDED6F1737}"/>
              </a:ext>
            </a:extLst>
          </p:cNvPr>
          <p:cNvSpPr/>
          <p:nvPr/>
        </p:nvSpPr>
        <p:spPr>
          <a:xfrm>
            <a:off x="5893139" y="2321403"/>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Freeform: Shape 53">
            <a:extLst>
              <a:ext uri="{FF2B5EF4-FFF2-40B4-BE49-F238E27FC236}">
                <a16:creationId xmlns:a16="http://schemas.microsoft.com/office/drawing/2014/main" id="{906A83A3-C133-0335-15E6-5D28016EB5E0}"/>
              </a:ext>
            </a:extLst>
          </p:cNvPr>
          <p:cNvSpPr/>
          <p:nvPr/>
        </p:nvSpPr>
        <p:spPr>
          <a:xfrm rot="11281437">
            <a:off x="5862195" y="3097796"/>
            <a:ext cx="894229" cy="228648"/>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5" name="Rectangle 54">
            <a:extLst>
              <a:ext uri="{FF2B5EF4-FFF2-40B4-BE49-F238E27FC236}">
                <a16:creationId xmlns:a16="http://schemas.microsoft.com/office/drawing/2014/main" id="{E649C536-7946-6A90-6532-6964E1282922}"/>
              </a:ext>
            </a:extLst>
          </p:cNvPr>
          <p:cNvSpPr/>
          <p:nvPr/>
        </p:nvSpPr>
        <p:spPr>
          <a:xfrm>
            <a:off x="4403006" y="2057199"/>
            <a:ext cx="1099872"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spcBef>
                <a:spcPts val="600"/>
              </a:spcBef>
            </a:pPr>
            <a:r>
              <a:rPr lang="en-GB" sz="1000"/>
              <a:t>Procedural (formal) Requirements</a:t>
            </a:r>
          </a:p>
        </p:txBody>
      </p:sp>
      <p:grpSp>
        <p:nvGrpSpPr>
          <p:cNvPr id="56" name="Group 55">
            <a:extLst>
              <a:ext uri="{FF2B5EF4-FFF2-40B4-BE49-F238E27FC236}">
                <a16:creationId xmlns:a16="http://schemas.microsoft.com/office/drawing/2014/main" id="{9E2087C0-0D8F-0337-6103-4EDF2876DDC8}"/>
              </a:ext>
            </a:extLst>
          </p:cNvPr>
          <p:cNvGrpSpPr/>
          <p:nvPr/>
        </p:nvGrpSpPr>
        <p:grpSpPr>
          <a:xfrm>
            <a:off x="2718333" y="3518622"/>
            <a:ext cx="792088" cy="732433"/>
            <a:chOff x="1928666" y="4730820"/>
            <a:chExt cx="792088" cy="732433"/>
          </a:xfrm>
        </p:grpSpPr>
        <p:pic>
          <p:nvPicPr>
            <p:cNvPr id="57" name="Graphic 56" descr="Laptop outline">
              <a:extLst>
                <a:ext uri="{FF2B5EF4-FFF2-40B4-BE49-F238E27FC236}">
                  <a16:creationId xmlns:a16="http://schemas.microsoft.com/office/drawing/2014/main" id="{065AFCDE-11B5-3763-8C7E-213F0C755A0B}"/>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085925" y="4730820"/>
              <a:ext cx="477571" cy="477571"/>
            </a:xfrm>
            <a:prstGeom prst="rect">
              <a:avLst/>
            </a:prstGeom>
          </p:spPr>
        </p:pic>
        <p:sp>
          <p:nvSpPr>
            <p:cNvPr id="58" name="TextBox 57">
              <a:extLst>
                <a:ext uri="{FF2B5EF4-FFF2-40B4-BE49-F238E27FC236}">
                  <a16:creationId xmlns:a16="http://schemas.microsoft.com/office/drawing/2014/main" id="{6DEE9B62-24CE-25EA-D79B-1BD1A528B5CA}"/>
                </a:ext>
              </a:extLst>
            </p:cNvPr>
            <p:cNvSpPr txBox="1"/>
            <p:nvPr/>
          </p:nvSpPr>
          <p:spPr>
            <a:xfrm>
              <a:off x="1928666" y="5186254"/>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Mooring Analysis</a:t>
              </a:r>
            </a:p>
          </p:txBody>
        </p:sp>
      </p:grpSp>
      <p:cxnSp>
        <p:nvCxnSpPr>
          <p:cNvPr id="59" name="Straight Arrow Connector 58">
            <a:extLst>
              <a:ext uri="{FF2B5EF4-FFF2-40B4-BE49-F238E27FC236}">
                <a16:creationId xmlns:a16="http://schemas.microsoft.com/office/drawing/2014/main" id="{A054C687-6B90-8922-A45A-7DC868CE51D6}"/>
              </a:ext>
            </a:extLst>
          </p:cNvPr>
          <p:cNvCxnSpPr>
            <a:cxnSpLocks/>
            <a:endCxn id="65" idx="1"/>
          </p:cNvCxnSpPr>
          <p:nvPr/>
        </p:nvCxnSpPr>
        <p:spPr>
          <a:xfrm flipV="1">
            <a:off x="3556097" y="3115733"/>
            <a:ext cx="861607" cy="641674"/>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9D5328B9-1094-37E5-C51B-5DA7164E390C}"/>
              </a:ext>
            </a:extLst>
          </p:cNvPr>
          <p:cNvSpPr/>
          <p:nvPr/>
        </p:nvSpPr>
        <p:spPr>
          <a:xfrm>
            <a:off x="4403006" y="2787910"/>
            <a:ext cx="1099872" cy="655645"/>
          </a:xfrm>
          <a:prstGeom prst="rect">
            <a:avLst/>
          </a:prstGeom>
          <a:solidFill>
            <a:srgbClr val="F2E6D5"/>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solidFill>
                  <a:schemeClr val="tx1"/>
                </a:solidFill>
              </a:rPr>
              <a:t>Technical Requirements</a:t>
            </a:r>
          </a:p>
        </p:txBody>
      </p:sp>
      <p:cxnSp>
        <p:nvCxnSpPr>
          <p:cNvPr id="72" name="Straight Arrow Connector 71">
            <a:extLst>
              <a:ext uri="{FF2B5EF4-FFF2-40B4-BE49-F238E27FC236}">
                <a16:creationId xmlns:a16="http://schemas.microsoft.com/office/drawing/2014/main" id="{36D328D2-17A5-4608-FAAD-3602023FA4D3}"/>
              </a:ext>
            </a:extLst>
          </p:cNvPr>
          <p:cNvCxnSpPr/>
          <p:nvPr/>
        </p:nvCxnSpPr>
        <p:spPr>
          <a:xfrm flipV="1">
            <a:off x="1673084" y="2091955"/>
            <a:ext cx="420553" cy="32505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EB5231D7-748A-EB74-7F44-A9888C135601}"/>
              </a:ext>
            </a:extLst>
          </p:cNvPr>
          <p:cNvSpPr/>
          <p:nvPr/>
        </p:nvSpPr>
        <p:spPr>
          <a:xfrm>
            <a:off x="6999355" y="1719816"/>
            <a:ext cx="1479568" cy="1967572"/>
          </a:xfrm>
          <a:prstGeom prst="rect">
            <a:avLst/>
          </a:prstGeom>
          <a:solidFill>
            <a:srgbClr val="2B6173"/>
          </a:solidFill>
          <a:ln w="9525">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900">
                <a:solidFill>
                  <a:schemeClr val="bg1"/>
                </a:solidFill>
              </a:rPr>
              <a:t>Evidence</a:t>
            </a:r>
          </a:p>
        </p:txBody>
      </p:sp>
      <p:sp>
        <p:nvSpPr>
          <p:cNvPr id="81" name="Rectangle 80">
            <a:extLst>
              <a:ext uri="{FF2B5EF4-FFF2-40B4-BE49-F238E27FC236}">
                <a16:creationId xmlns:a16="http://schemas.microsoft.com/office/drawing/2014/main" id="{BC82BB13-939D-A024-B16E-78219BD846EE}"/>
              </a:ext>
            </a:extLst>
          </p:cNvPr>
          <p:cNvSpPr/>
          <p:nvPr/>
        </p:nvSpPr>
        <p:spPr>
          <a:xfrm>
            <a:off x="7189203" y="2014964"/>
            <a:ext cx="1099872" cy="655645"/>
          </a:xfrm>
          <a:prstGeom prst="rect">
            <a:avLst/>
          </a:prstGeom>
          <a:solidFill>
            <a:srgbClr val="988F86"/>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t>Procedural Documentation</a:t>
            </a:r>
          </a:p>
        </p:txBody>
      </p:sp>
      <p:sp>
        <p:nvSpPr>
          <p:cNvPr id="82" name="Rectangle 81">
            <a:extLst>
              <a:ext uri="{FF2B5EF4-FFF2-40B4-BE49-F238E27FC236}">
                <a16:creationId xmlns:a16="http://schemas.microsoft.com/office/drawing/2014/main" id="{C85F3EE2-39E6-2DF1-FF31-A16715319E6C}"/>
              </a:ext>
            </a:extLst>
          </p:cNvPr>
          <p:cNvSpPr/>
          <p:nvPr/>
        </p:nvSpPr>
        <p:spPr>
          <a:xfrm>
            <a:off x="7189203" y="2745675"/>
            <a:ext cx="1099872" cy="655645"/>
          </a:xfrm>
          <a:prstGeom prst="rect">
            <a:avLst/>
          </a:prstGeom>
          <a:solidFill>
            <a:srgbClr val="F2E6D5"/>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r>
              <a:rPr lang="en-GB" sz="1000">
                <a:solidFill>
                  <a:schemeClr val="tx1"/>
                </a:solidFill>
              </a:rPr>
              <a:t>Technical Evidence</a:t>
            </a:r>
          </a:p>
        </p:txBody>
      </p:sp>
      <p:cxnSp>
        <p:nvCxnSpPr>
          <p:cNvPr id="83" name="Straight Arrow Connector 82">
            <a:extLst>
              <a:ext uri="{FF2B5EF4-FFF2-40B4-BE49-F238E27FC236}">
                <a16:creationId xmlns:a16="http://schemas.microsoft.com/office/drawing/2014/main" id="{5B6F27AC-AAB9-93BF-7A4B-066C5A7CE3D8}"/>
              </a:ext>
            </a:extLst>
          </p:cNvPr>
          <p:cNvCxnSpPr>
            <a:cxnSpLocks/>
          </p:cNvCxnSpPr>
          <p:nvPr/>
        </p:nvCxnSpPr>
        <p:spPr>
          <a:xfrm flipH="1" flipV="1">
            <a:off x="8590331" y="3182083"/>
            <a:ext cx="967932" cy="570791"/>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2D5D1D5A-00E0-868D-E91E-2B247663786B}"/>
              </a:ext>
            </a:extLst>
          </p:cNvPr>
          <p:cNvCxnSpPr>
            <a:cxnSpLocks/>
          </p:cNvCxnSpPr>
          <p:nvPr/>
        </p:nvCxnSpPr>
        <p:spPr>
          <a:xfrm flipH="1">
            <a:off x="8534538" y="1718832"/>
            <a:ext cx="967933" cy="570792"/>
          </a:xfrm>
          <a:prstGeom prst="straightConnector1">
            <a:avLst/>
          </a:prstGeom>
          <a:ln>
            <a:solidFill>
              <a:srgbClr val="0F204B"/>
            </a:solidFill>
            <a:tailEnd type="arrow"/>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95D44020-D70F-7C5D-F7BE-B97EDD1754C6}"/>
              </a:ext>
            </a:extLst>
          </p:cNvPr>
          <p:cNvGrpSpPr/>
          <p:nvPr/>
        </p:nvGrpSpPr>
        <p:grpSpPr>
          <a:xfrm>
            <a:off x="5961868" y="4781581"/>
            <a:ext cx="792088" cy="593933"/>
            <a:chOff x="9467132" y="1931973"/>
            <a:chExt cx="792088" cy="593933"/>
          </a:xfrm>
        </p:grpSpPr>
        <p:pic>
          <p:nvPicPr>
            <p:cNvPr id="18" name="Graphic 17" descr="Database outline">
              <a:extLst>
                <a:ext uri="{FF2B5EF4-FFF2-40B4-BE49-F238E27FC236}">
                  <a16:creationId xmlns:a16="http://schemas.microsoft.com/office/drawing/2014/main" id="{5E1F27BE-D0C4-9865-2147-3F680D781988}"/>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9624391" y="1931973"/>
              <a:ext cx="477571" cy="477571"/>
            </a:xfrm>
            <a:prstGeom prst="rect">
              <a:avLst/>
            </a:prstGeom>
          </p:spPr>
        </p:pic>
        <p:sp>
          <p:nvSpPr>
            <p:cNvPr id="19" name="TextBox 18">
              <a:extLst>
                <a:ext uri="{FF2B5EF4-FFF2-40B4-BE49-F238E27FC236}">
                  <a16:creationId xmlns:a16="http://schemas.microsoft.com/office/drawing/2014/main" id="{B00AB340-12DC-2C46-FA02-097E96A989EC}"/>
                </a:ext>
              </a:extLst>
            </p:cNvPr>
            <p:cNvSpPr txBox="1"/>
            <p:nvPr/>
          </p:nvSpPr>
          <p:spPr>
            <a:xfrm>
              <a:off x="9467132" y="2387407"/>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Log Systems</a:t>
              </a:r>
            </a:p>
          </p:txBody>
        </p:sp>
      </p:grpSp>
      <p:grpSp>
        <p:nvGrpSpPr>
          <p:cNvPr id="89" name="Group 88">
            <a:extLst>
              <a:ext uri="{FF2B5EF4-FFF2-40B4-BE49-F238E27FC236}">
                <a16:creationId xmlns:a16="http://schemas.microsoft.com/office/drawing/2014/main" id="{50F6584A-A620-4542-AF70-C77B459C1B04}"/>
              </a:ext>
            </a:extLst>
          </p:cNvPr>
          <p:cNvGrpSpPr/>
          <p:nvPr/>
        </p:nvGrpSpPr>
        <p:grpSpPr>
          <a:xfrm>
            <a:off x="5476088" y="5427441"/>
            <a:ext cx="1732165" cy="450732"/>
            <a:chOff x="3650348" y="5867518"/>
            <a:chExt cx="1732165" cy="450732"/>
          </a:xfrm>
        </p:grpSpPr>
        <p:pic>
          <p:nvPicPr>
            <p:cNvPr id="1026" name="Picture 2">
              <a:extLst>
                <a:ext uri="{FF2B5EF4-FFF2-40B4-BE49-F238E27FC236}">
                  <a16:creationId xmlns:a16="http://schemas.microsoft.com/office/drawing/2014/main" id="{27FF6076-8CD2-5287-0BC9-156A2C516A6A}"/>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650348" y="5949223"/>
              <a:ext cx="797273" cy="321900"/>
            </a:xfrm>
            <a:prstGeom prst="rect">
              <a:avLst/>
            </a:prstGeom>
            <a:noFill/>
            <a:effectLst>
              <a:reflection blurRad="6350" stA="50000" endA="300" endPos="55500" dist="50800" dir="5400000" sy="-100000" algn="bl" rotWithShape="0"/>
            </a:effectLst>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19B0F472-899E-A4B0-69E8-447E07093A6E}"/>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693158" y="5867518"/>
              <a:ext cx="689355" cy="4507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17" name="Group 2216">
            <a:extLst>
              <a:ext uri="{FF2B5EF4-FFF2-40B4-BE49-F238E27FC236}">
                <a16:creationId xmlns:a16="http://schemas.microsoft.com/office/drawing/2014/main" id="{9AEA0776-1A63-590B-7978-C43088814922}"/>
              </a:ext>
            </a:extLst>
          </p:cNvPr>
          <p:cNvGrpSpPr/>
          <p:nvPr/>
        </p:nvGrpSpPr>
        <p:grpSpPr>
          <a:xfrm>
            <a:off x="5979472" y="6096143"/>
            <a:ext cx="864718" cy="483417"/>
            <a:chOff x="5979472" y="6096143"/>
            <a:chExt cx="864718" cy="483417"/>
          </a:xfrm>
        </p:grpSpPr>
        <p:pic>
          <p:nvPicPr>
            <p:cNvPr id="2216" name="Picture 2215">
              <a:extLst>
                <a:ext uri="{FF2B5EF4-FFF2-40B4-BE49-F238E27FC236}">
                  <a16:creationId xmlns:a16="http://schemas.microsoft.com/office/drawing/2014/main" id="{62BE9B5D-1BB9-1D98-3E6A-CCDC09C4D3EF}"/>
                </a:ext>
              </a:extLst>
            </p:cNvPr>
            <p:cNvPicPr>
              <a:picLocks noChangeAspect="1"/>
            </p:cNvPicPr>
            <p:nvPr/>
          </p:nvPicPr>
          <p:blipFill>
            <a:blip r:embed="rId14"/>
            <a:stretch>
              <a:fillRect/>
            </a:stretch>
          </p:blipFill>
          <p:spPr>
            <a:xfrm>
              <a:off x="6064845" y="6096143"/>
              <a:ext cx="689355" cy="303943"/>
            </a:xfrm>
            <a:prstGeom prst="rect">
              <a:avLst/>
            </a:prstGeom>
          </p:spPr>
        </p:pic>
        <p:grpSp>
          <p:nvGrpSpPr>
            <p:cNvPr id="91" name="Group 90">
              <a:extLst>
                <a:ext uri="{FF2B5EF4-FFF2-40B4-BE49-F238E27FC236}">
                  <a16:creationId xmlns:a16="http://schemas.microsoft.com/office/drawing/2014/main" id="{7EDC38D8-F21C-E879-3EF0-7CFE8ABD4E89}"/>
                </a:ext>
              </a:extLst>
            </p:cNvPr>
            <p:cNvGrpSpPr/>
            <p:nvPr/>
          </p:nvGrpSpPr>
          <p:grpSpPr>
            <a:xfrm>
              <a:off x="5979472" y="6149630"/>
              <a:ext cx="864718" cy="429930"/>
              <a:chOff x="6347370" y="2015210"/>
              <a:chExt cx="864718" cy="429930"/>
            </a:xfrm>
          </p:grpSpPr>
          <p:grpSp>
            <p:nvGrpSpPr>
              <p:cNvPr id="92" name="Group 91">
                <a:extLst>
                  <a:ext uri="{FF2B5EF4-FFF2-40B4-BE49-F238E27FC236}">
                    <a16:creationId xmlns:a16="http://schemas.microsoft.com/office/drawing/2014/main" id="{82C1FB7B-D10C-EF81-2C85-6C3660B3DB63}"/>
                  </a:ext>
                </a:extLst>
              </p:cNvPr>
              <p:cNvGrpSpPr/>
              <p:nvPr/>
            </p:nvGrpSpPr>
            <p:grpSpPr>
              <a:xfrm>
                <a:off x="6584648" y="2015210"/>
                <a:ext cx="364212" cy="196924"/>
                <a:chOff x="4930919" y="984637"/>
                <a:chExt cx="1007357" cy="517279"/>
              </a:xfrm>
            </p:grpSpPr>
            <p:grpSp>
              <p:nvGrpSpPr>
                <p:cNvPr id="94" name="Group 93">
                  <a:extLst>
                    <a:ext uri="{FF2B5EF4-FFF2-40B4-BE49-F238E27FC236}">
                      <a16:creationId xmlns:a16="http://schemas.microsoft.com/office/drawing/2014/main" id="{977BA93B-EED7-7C56-A406-DE445AA221BF}"/>
                    </a:ext>
                  </a:extLst>
                </p:cNvPr>
                <p:cNvGrpSpPr/>
                <p:nvPr/>
              </p:nvGrpSpPr>
              <p:grpSpPr>
                <a:xfrm>
                  <a:off x="4976638" y="984637"/>
                  <a:ext cx="961638" cy="517279"/>
                  <a:chOff x="4913285" y="3828720"/>
                  <a:chExt cx="1099281" cy="605069"/>
                </a:xfrm>
              </p:grpSpPr>
              <p:grpSp>
                <p:nvGrpSpPr>
                  <p:cNvPr id="2049" name="Gruppe 39">
                    <a:extLst>
                      <a:ext uri="{FF2B5EF4-FFF2-40B4-BE49-F238E27FC236}">
                        <a16:creationId xmlns:a16="http://schemas.microsoft.com/office/drawing/2014/main" id="{61114263-A0C5-F0C1-ED54-04952E0EA9E7}"/>
                      </a:ext>
                    </a:extLst>
                  </p:cNvPr>
                  <p:cNvGrpSpPr/>
                  <p:nvPr/>
                </p:nvGrpSpPr>
                <p:grpSpPr>
                  <a:xfrm>
                    <a:off x="4913285" y="3828720"/>
                    <a:ext cx="555036" cy="200839"/>
                    <a:chOff x="635432" y="2793649"/>
                    <a:chExt cx="5479322" cy="1638582"/>
                  </a:xfrm>
                </p:grpSpPr>
                <p:sp>
                  <p:nvSpPr>
                    <p:cNvPr id="1032" name="Ellipse 40">
                      <a:extLst>
                        <a:ext uri="{FF2B5EF4-FFF2-40B4-BE49-F238E27FC236}">
                          <a16:creationId xmlns:a16="http://schemas.microsoft.com/office/drawing/2014/main" id="{4A55C96D-39C2-0937-7C05-85F5225B10AA}"/>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1033" name="Ellipse 41">
                      <a:extLst>
                        <a:ext uri="{FF2B5EF4-FFF2-40B4-BE49-F238E27FC236}">
                          <a16:creationId xmlns:a16="http://schemas.microsoft.com/office/drawing/2014/main" id="{F667D2C3-4F0E-5691-80DF-8C5DE1E4E1DF}"/>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1034" name="Rett linje 42">
                      <a:extLst>
                        <a:ext uri="{FF2B5EF4-FFF2-40B4-BE49-F238E27FC236}">
                          <a16:creationId xmlns:a16="http://schemas.microsoft.com/office/drawing/2014/main" id="{87E2604F-B120-AFD8-4D24-5882A8A3A83B}"/>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5" name="Rett linje 43">
                      <a:extLst>
                        <a:ext uri="{FF2B5EF4-FFF2-40B4-BE49-F238E27FC236}">
                          <a16:creationId xmlns:a16="http://schemas.microsoft.com/office/drawing/2014/main" id="{D1E9A513-62A2-99DD-5885-174F5735EA0D}"/>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6" name="Rett linje 44">
                      <a:extLst>
                        <a:ext uri="{FF2B5EF4-FFF2-40B4-BE49-F238E27FC236}">
                          <a16:creationId xmlns:a16="http://schemas.microsoft.com/office/drawing/2014/main" id="{CF5B6BD3-5067-4866-2F8C-A3FB6D030665}"/>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7" name="Rett linje 45">
                      <a:extLst>
                        <a:ext uri="{FF2B5EF4-FFF2-40B4-BE49-F238E27FC236}">
                          <a16:creationId xmlns:a16="http://schemas.microsoft.com/office/drawing/2014/main" id="{D07AFF47-8C62-CFEF-D26C-07B9509A575D}"/>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8" name="Rett linje 46">
                      <a:extLst>
                        <a:ext uri="{FF2B5EF4-FFF2-40B4-BE49-F238E27FC236}">
                          <a16:creationId xmlns:a16="http://schemas.microsoft.com/office/drawing/2014/main" id="{F5B498D9-6F8D-4290-7994-FF2DBA38CE94}"/>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9" name="Rett linje 47">
                      <a:extLst>
                        <a:ext uri="{FF2B5EF4-FFF2-40B4-BE49-F238E27FC236}">
                          <a16:creationId xmlns:a16="http://schemas.microsoft.com/office/drawing/2014/main" id="{F16B50F6-8AAC-3D19-FE32-D23CDB7757DA}"/>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0" name="Rett linje 48">
                      <a:extLst>
                        <a:ext uri="{FF2B5EF4-FFF2-40B4-BE49-F238E27FC236}">
                          <a16:creationId xmlns:a16="http://schemas.microsoft.com/office/drawing/2014/main" id="{13552CE1-D963-EE3F-BBB6-3FE66214EDA9}"/>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1" name="Rett linje 49">
                      <a:extLst>
                        <a:ext uri="{FF2B5EF4-FFF2-40B4-BE49-F238E27FC236}">
                          <a16:creationId xmlns:a16="http://schemas.microsoft.com/office/drawing/2014/main" id="{4369195D-02D7-945D-B5ED-228598A39190}"/>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2" name="Rett linje 50">
                      <a:extLst>
                        <a:ext uri="{FF2B5EF4-FFF2-40B4-BE49-F238E27FC236}">
                          <a16:creationId xmlns:a16="http://schemas.microsoft.com/office/drawing/2014/main" id="{70012111-E53E-4EBB-D273-9F0B92A2F084}"/>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3" name="Rett linje 51">
                      <a:extLst>
                        <a:ext uri="{FF2B5EF4-FFF2-40B4-BE49-F238E27FC236}">
                          <a16:creationId xmlns:a16="http://schemas.microsoft.com/office/drawing/2014/main" id="{948DFFEA-B86F-6573-6F85-B1D8402B786C}"/>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4" name="Rett linje 52">
                      <a:extLst>
                        <a:ext uri="{FF2B5EF4-FFF2-40B4-BE49-F238E27FC236}">
                          <a16:creationId xmlns:a16="http://schemas.microsoft.com/office/drawing/2014/main" id="{02DAD986-56FC-E0D0-98A2-CC10D19E666D}"/>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5" name="Rett linje 53">
                      <a:extLst>
                        <a:ext uri="{FF2B5EF4-FFF2-40B4-BE49-F238E27FC236}">
                          <a16:creationId xmlns:a16="http://schemas.microsoft.com/office/drawing/2014/main" id="{EEAA6D3D-4C51-14FF-BD8B-1286A239691C}"/>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6" name="Rett linje 54">
                      <a:extLst>
                        <a:ext uri="{FF2B5EF4-FFF2-40B4-BE49-F238E27FC236}">
                          <a16:creationId xmlns:a16="http://schemas.microsoft.com/office/drawing/2014/main" id="{39D71235-3794-E235-1942-EB7C83AB72DC}"/>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7" name="Rett linje 55">
                      <a:extLst>
                        <a:ext uri="{FF2B5EF4-FFF2-40B4-BE49-F238E27FC236}">
                          <a16:creationId xmlns:a16="http://schemas.microsoft.com/office/drawing/2014/main" id="{FD321D25-A7CC-FAAB-FEE8-B17EC805D989}"/>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8" name="Rett linje 56">
                      <a:extLst>
                        <a:ext uri="{FF2B5EF4-FFF2-40B4-BE49-F238E27FC236}">
                          <a16:creationId xmlns:a16="http://schemas.microsoft.com/office/drawing/2014/main" id="{17203C54-B127-5E19-8681-78471592A2C5}"/>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49" name="Rett linje 57">
                      <a:extLst>
                        <a:ext uri="{FF2B5EF4-FFF2-40B4-BE49-F238E27FC236}">
                          <a16:creationId xmlns:a16="http://schemas.microsoft.com/office/drawing/2014/main" id="{EF763378-7DAD-3907-63E8-9DD56FAB1AA2}"/>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0" name="Rett linje 58">
                      <a:extLst>
                        <a:ext uri="{FF2B5EF4-FFF2-40B4-BE49-F238E27FC236}">
                          <a16:creationId xmlns:a16="http://schemas.microsoft.com/office/drawing/2014/main" id="{C0B2E3AE-9EFC-1995-1E66-EF9281B7BDB3}"/>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1" name="Rett linje 59">
                      <a:extLst>
                        <a:ext uri="{FF2B5EF4-FFF2-40B4-BE49-F238E27FC236}">
                          <a16:creationId xmlns:a16="http://schemas.microsoft.com/office/drawing/2014/main" id="{83FB4B0C-6D8D-034C-0E13-94EB1CADB4CB}"/>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2" name="Rett linje 60">
                      <a:extLst>
                        <a:ext uri="{FF2B5EF4-FFF2-40B4-BE49-F238E27FC236}">
                          <a16:creationId xmlns:a16="http://schemas.microsoft.com/office/drawing/2014/main" id="{269F752C-4197-6701-2863-571C144DA81A}"/>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3" name="Rett linje 61">
                      <a:extLst>
                        <a:ext uri="{FF2B5EF4-FFF2-40B4-BE49-F238E27FC236}">
                          <a16:creationId xmlns:a16="http://schemas.microsoft.com/office/drawing/2014/main" id="{9AB4739E-7C55-F812-DA9A-43C1A41B37F7}"/>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4" name="Rett linje 62">
                      <a:extLst>
                        <a:ext uri="{FF2B5EF4-FFF2-40B4-BE49-F238E27FC236}">
                          <a16:creationId xmlns:a16="http://schemas.microsoft.com/office/drawing/2014/main" id="{8D119760-A153-7CD5-E26A-8D4AA9EE4214}"/>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55" name="Rett linje 63">
                      <a:extLst>
                        <a:ext uri="{FF2B5EF4-FFF2-40B4-BE49-F238E27FC236}">
                          <a16:creationId xmlns:a16="http://schemas.microsoft.com/office/drawing/2014/main" id="{51CC7F76-D9FD-4065-284A-88C283C00B6F}"/>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0" name="Rett linje 64">
                      <a:extLst>
                        <a:ext uri="{FF2B5EF4-FFF2-40B4-BE49-F238E27FC236}">
                          <a16:creationId xmlns:a16="http://schemas.microsoft.com/office/drawing/2014/main" id="{A7C6B658-E072-3488-01C5-754D55A78B04}"/>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1" name="Rett linje 65">
                      <a:extLst>
                        <a:ext uri="{FF2B5EF4-FFF2-40B4-BE49-F238E27FC236}">
                          <a16:creationId xmlns:a16="http://schemas.microsoft.com/office/drawing/2014/main" id="{A86479B6-6E6E-DE6A-E051-54CC269E53B1}"/>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2" name="Rett linje 66">
                      <a:extLst>
                        <a:ext uri="{FF2B5EF4-FFF2-40B4-BE49-F238E27FC236}">
                          <a16:creationId xmlns:a16="http://schemas.microsoft.com/office/drawing/2014/main" id="{AF456CC9-4B02-CC0B-F7D2-A19F2F3D4D9D}"/>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3" name="Rett linje 67">
                      <a:extLst>
                        <a:ext uri="{FF2B5EF4-FFF2-40B4-BE49-F238E27FC236}">
                          <a16:creationId xmlns:a16="http://schemas.microsoft.com/office/drawing/2014/main" id="{C4B9EC9E-79DF-1385-AC71-BF74D799DA8C}"/>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4" name="Rett linje 68">
                      <a:extLst>
                        <a:ext uri="{FF2B5EF4-FFF2-40B4-BE49-F238E27FC236}">
                          <a16:creationId xmlns:a16="http://schemas.microsoft.com/office/drawing/2014/main" id="{97365B25-78B2-568E-32AE-F1AA46C12C5C}"/>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5" name="Rett linje 69">
                      <a:extLst>
                        <a:ext uri="{FF2B5EF4-FFF2-40B4-BE49-F238E27FC236}">
                          <a16:creationId xmlns:a16="http://schemas.microsoft.com/office/drawing/2014/main" id="{A7446928-0826-5BCE-4628-E40E691BDE8C}"/>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6" name="Rett linje 70">
                      <a:extLst>
                        <a:ext uri="{FF2B5EF4-FFF2-40B4-BE49-F238E27FC236}">
                          <a16:creationId xmlns:a16="http://schemas.microsoft.com/office/drawing/2014/main" id="{0F263DEB-3DE7-D362-0611-36884F3779A8}"/>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7" name="Rett linje 71">
                      <a:extLst>
                        <a:ext uri="{FF2B5EF4-FFF2-40B4-BE49-F238E27FC236}">
                          <a16:creationId xmlns:a16="http://schemas.microsoft.com/office/drawing/2014/main" id="{2B0F8477-0F4F-F0D5-92B5-9A5EA1FE3787}"/>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8" name="Rett linje 72">
                      <a:extLst>
                        <a:ext uri="{FF2B5EF4-FFF2-40B4-BE49-F238E27FC236}">
                          <a16:creationId xmlns:a16="http://schemas.microsoft.com/office/drawing/2014/main" id="{C1EF50F0-821B-09EA-C448-A0A1EB9E45E0}"/>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89" name="Rett linje 73">
                      <a:extLst>
                        <a:ext uri="{FF2B5EF4-FFF2-40B4-BE49-F238E27FC236}">
                          <a16:creationId xmlns:a16="http://schemas.microsoft.com/office/drawing/2014/main" id="{EB9049FA-4E9A-B992-C3B8-BF51EECFE69E}"/>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90" name="Rett linje 74">
                      <a:extLst>
                        <a:ext uri="{FF2B5EF4-FFF2-40B4-BE49-F238E27FC236}">
                          <a16:creationId xmlns:a16="http://schemas.microsoft.com/office/drawing/2014/main" id="{D46EC560-C779-1402-52D6-476F6BF9A95E}"/>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nvGrpSpPr>
                  <p:cNvPr id="2051" name="Gruppe 75">
                    <a:extLst>
                      <a:ext uri="{FF2B5EF4-FFF2-40B4-BE49-F238E27FC236}">
                        <a16:creationId xmlns:a16="http://schemas.microsoft.com/office/drawing/2014/main" id="{831696EE-B603-61F6-EC2C-C0A543AF1D0B}"/>
                      </a:ext>
                    </a:extLst>
                  </p:cNvPr>
                  <p:cNvGrpSpPr/>
                  <p:nvPr/>
                </p:nvGrpSpPr>
                <p:grpSpPr>
                  <a:xfrm>
                    <a:off x="4994568" y="4065428"/>
                    <a:ext cx="1017998" cy="368361"/>
                    <a:chOff x="635432" y="2793649"/>
                    <a:chExt cx="5479322" cy="1638582"/>
                  </a:xfrm>
                </p:grpSpPr>
                <p:sp>
                  <p:nvSpPr>
                    <p:cNvPr id="2052" name="Ellipse 76">
                      <a:extLst>
                        <a:ext uri="{FF2B5EF4-FFF2-40B4-BE49-F238E27FC236}">
                          <a16:creationId xmlns:a16="http://schemas.microsoft.com/office/drawing/2014/main" id="{D0F879B5-04E5-4FA9-2C96-FB065806767F}"/>
                        </a:ext>
                      </a:extLst>
                    </p:cNvPr>
                    <p:cNvSpPr/>
                    <p:nvPr/>
                  </p:nvSpPr>
                  <p:spPr>
                    <a:xfrm>
                      <a:off x="765892" y="2805274"/>
                      <a:ext cx="5218402" cy="1170378"/>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53" name="Ellipse 77">
                      <a:extLst>
                        <a:ext uri="{FF2B5EF4-FFF2-40B4-BE49-F238E27FC236}">
                          <a16:creationId xmlns:a16="http://schemas.microsoft.com/office/drawing/2014/main" id="{B218AE8D-835D-9BC9-7F79-A8D5F68069B2}"/>
                        </a:ext>
                      </a:extLst>
                    </p:cNvPr>
                    <p:cNvSpPr/>
                    <p:nvPr/>
                  </p:nvSpPr>
                  <p:spPr>
                    <a:xfrm>
                      <a:off x="635432" y="3021195"/>
                      <a:ext cx="5479322" cy="1411036"/>
                    </a:xfrm>
                    <a:prstGeom prst="ellipse">
                      <a:avLst/>
                    </a:prstGeom>
                    <a:noFill/>
                    <a:ln w="9525">
                      <a:solidFill>
                        <a:srgbClr val="0F204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cxnSp>
                  <p:nvCxnSpPr>
                    <p:cNvPr id="2054" name="Rett linje 78">
                      <a:extLst>
                        <a:ext uri="{FF2B5EF4-FFF2-40B4-BE49-F238E27FC236}">
                          <a16:creationId xmlns:a16="http://schemas.microsoft.com/office/drawing/2014/main" id="{27E7EED5-08B2-E0D2-B5FF-E06AC432858F}"/>
                        </a:ext>
                      </a:extLst>
                    </p:cNvPr>
                    <p:cNvCxnSpPr>
                      <a:cxnSpLocks/>
                    </p:cNvCxnSpPr>
                    <p:nvPr/>
                  </p:nvCxnSpPr>
                  <p:spPr>
                    <a:xfrm>
                      <a:off x="1437860" y="380183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5" name="Rett linje 79">
                      <a:extLst>
                        <a:ext uri="{FF2B5EF4-FFF2-40B4-BE49-F238E27FC236}">
                          <a16:creationId xmlns:a16="http://schemas.microsoft.com/office/drawing/2014/main" id="{66C09017-299D-C615-F299-528CA553E4C0}"/>
                        </a:ext>
                      </a:extLst>
                    </p:cNvPr>
                    <p:cNvCxnSpPr>
                      <a:cxnSpLocks/>
                    </p:cNvCxnSpPr>
                    <p:nvPr/>
                  </p:nvCxnSpPr>
                  <p:spPr>
                    <a:xfrm>
                      <a:off x="1774191" y="387015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6" name="Rett linje 80">
                      <a:extLst>
                        <a:ext uri="{FF2B5EF4-FFF2-40B4-BE49-F238E27FC236}">
                          <a16:creationId xmlns:a16="http://schemas.microsoft.com/office/drawing/2014/main" id="{47B594DF-F6CB-9D79-29FA-CE49EA0E55CB}"/>
                        </a:ext>
                      </a:extLst>
                    </p:cNvPr>
                    <p:cNvCxnSpPr>
                      <a:cxnSpLocks/>
                    </p:cNvCxnSpPr>
                    <p:nvPr/>
                  </p:nvCxnSpPr>
                  <p:spPr>
                    <a:xfrm>
                      <a:off x="2115778" y="3922703"/>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7" name="Rett linje 81">
                      <a:extLst>
                        <a:ext uri="{FF2B5EF4-FFF2-40B4-BE49-F238E27FC236}">
                          <a16:creationId xmlns:a16="http://schemas.microsoft.com/office/drawing/2014/main" id="{032F0FB5-EE14-E6CD-8333-3E557879AF76}"/>
                        </a:ext>
                      </a:extLst>
                    </p:cNvPr>
                    <p:cNvCxnSpPr>
                      <a:cxnSpLocks/>
                    </p:cNvCxnSpPr>
                    <p:nvPr/>
                  </p:nvCxnSpPr>
                  <p:spPr>
                    <a:xfrm>
                      <a:off x="2457365" y="3947069"/>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8" name="Rett linje 82">
                      <a:extLst>
                        <a:ext uri="{FF2B5EF4-FFF2-40B4-BE49-F238E27FC236}">
                          <a16:creationId xmlns:a16="http://schemas.microsoft.com/office/drawing/2014/main" id="{9D40D921-2ABF-7C26-6F66-963FE2BE90A2}"/>
                        </a:ext>
                      </a:extLst>
                    </p:cNvPr>
                    <p:cNvCxnSpPr>
                      <a:cxnSpLocks/>
                    </p:cNvCxnSpPr>
                    <p:nvPr/>
                  </p:nvCxnSpPr>
                  <p:spPr>
                    <a:xfrm>
                      <a:off x="2798952" y="397669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59" name="Rett linje 83">
                      <a:extLst>
                        <a:ext uri="{FF2B5EF4-FFF2-40B4-BE49-F238E27FC236}">
                          <a16:creationId xmlns:a16="http://schemas.microsoft.com/office/drawing/2014/main" id="{AC0E625F-D42D-BFB4-2BD1-8B9A9ED42796}"/>
                        </a:ext>
                      </a:extLst>
                    </p:cNvPr>
                    <p:cNvCxnSpPr>
                      <a:cxnSpLocks/>
                    </p:cNvCxnSpPr>
                    <p:nvPr/>
                  </p:nvCxnSpPr>
                  <p:spPr>
                    <a:xfrm>
                      <a:off x="3140539" y="3985291"/>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0" name="Rett linje 84">
                      <a:extLst>
                        <a:ext uri="{FF2B5EF4-FFF2-40B4-BE49-F238E27FC236}">
                          <a16:creationId xmlns:a16="http://schemas.microsoft.com/office/drawing/2014/main" id="{F2FCDE4B-38EF-09BF-D07B-5B32C13F77A5}"/>
                        </a:ext>
                      </a:extLst>
                    </p:cNvPr>
                    <p:cNvCxnSpPr>
                      <a:cxnSpLocks/>
                    </p:cNvCxnSpPr>
                    <p:nvPr/>
                  </p:nvCxnSpPr>
                  <p:spPr>
                    <a:xfrm>
                      <a:off x="3482126" y="3993892"/>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1" name="Rett linje 85">
                      <a:extLst>
                        <a:ext uri="{FF2B5EF4-FFF2-40B4-BE49-F238E27FC236}">
                          <a16:creationId xmlns:a16="http://schemas.microsoft.com/office/drawing/2014/main" id="{163A229C-E2C5-00CC-540D-BDB6E0EE86D0}"/>
                        </a:ext>
                      </a:extLst>
                    </p:cNvPr>
                    <p:cNvCxnSpPr>
                      <a:cxnSpLocks/>
                    </p:cNvCxnSpPr>
                    <p:nvPr/>
                  </p:nvCxnSpPr>
                  <p:spPr>
                    <a:xfrm>
                      <a:off x="3823713" y="397621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2" name="Rett linje 86">
                      <a:extLst>
                        <a:ext uri="{FF2B5EF4-FFF2-40B4-BE49-F238E27FC236}">
                          <a16:creationId xmlns:a16="http://schemas.microsoft.com/office/drawing/2014/main" id="{A055D979-D11A-3E79-3B45-E0937C4E5509}"/>
                        </a:ext>
                      </a:extLst>
                    </p:cNvPr>
                    <p:cNvCxnSpPr>
                      <a:cxnSpLocks/>
                    </p:cNvCxnSpPr>
                    <p:nvPr/>
                  </p:nvCxnSpPr>
                  <p:spPr>
                    <a:xfrm>
                      <a:off x="4165300" y="395854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3" name="Rett linje 87">
                      <a:extLst>
                        <a:ext uri="{FF2B5EF4-FFF2-40B4-BE49-F238E27FC236}">
                          <a16:creationId xmlns:a16="http://schemas.microsoft.com/office/drawing/2014/main" id="{D2EB9DAC-9124-1018-FBFC-E97C9D729D3B}"/>
                        </a:ext>
                      </a:extLst>
                    </p:cNvPr>
                    <p:cNvCxnSpPr>
                      <a:cxnSpLocks/>
                    </p:cNvCxnSpPr>
                    <p:nvPr/>
                  </p:nvCxnSpPr>
                  <p:spPr>
                    <a:xfrm>
                      <a:off x="4506887" y="394087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4" name="Rett linje 88">
                      <a:extLst>
                        <a:ext uri="{FF2B5EF4-FFF2-40B4-BE49-F238E27FC236}">
                          <a16:creationId xmlns:a16="http://schemas.microsoft.com/office/drawing/2014/main" id="{08D9F423-F1E2-8B8A-8D74-BE4009C38E95}"/>
                        </a:ext>
                      </a:extLst>
                    </p:cNvPr>
                    <p:cNvCxnSpPr>
                      <a:cxnSpLocks/>
                    </p:cNvCxnSpPr>
                    <p:nvPr/>
                  </p:nvCxnSpPr>
                  <p:spPr>
                    <a:xfrm>
                      <a:off x="4848474" y="3891666"/>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5" name="Rett linje 89">
                      <a:extLst>
                        <a:ext uri="{FF2B5EF4-FFF2-40B4-BE49-F238E27FC236}">
                          <a16:creationId xmlns:a16="http://schemas.microsoft.com/office/drawing/2014/main" id="{C372EA63-EE55-747D-4BFC-9E66005FF0D1}"/>
                        </a:ext>
                      </a:extLst>
                    </p:cNvPr>
                    <p:cNvCxnSpPr>
                      <a:cxnSpLocks/>
                    </p:cNvCxnSpPr>
                    <p:nvPr/>
                  </p:nvCxnSpPr>
                  <p:spPr>
                    <a:xfrm>
                      <a:off x="5190061" y="3826697"/>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6" name="Rett linje 90">
                      <a:extLst>
                        <a:ext uri="{FF2B5EF4-FFF2-40B4-BE49-F238E27FC236}">
                          <a16:creationId xmlns:a16="http://schemas.microsoft.com/office/drawing/2014/main" id="{E69854C8-2A43-9902-A8DD-F0D1B7FC5D31}"/>
                        </a:ext>
                      </a:extLst>
                    </p:cNvPr>
                    <p:cNvCxnSpPr>
                      <a:cxnSpLocks/>
                    </p:cNvCxnSpPr>
                    <p:nvPr/>
                  </p:nvCxnSpPr>
                  <p:spPr>
                    <a:xfrm>
                      <a:off x="5531648" y="3740708"/>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7" name="Rett linje 91">
                      <a:extLst>
                        <a:ext uri="{FF2B5EF4-FFF2-40B4-BE49-F238E27FC236}">
                          <a16:creationId xmlns:a16="http://schemas.microsoft.com/office/drawing/2014/main" id="{9411279A-C878-12A6-E4FA-3018446C1FD0}"/>
                        </a:ext>
                      </a:extLst>
                    </p:cNvPr>
                    <p:cNvCxnSpPr>
                      <a:cxnSpLocks/>
                    </p:cNvCxnSpPr>
                    <p:nvPr/>
                  </p:nvCxnSpPr>
                  <p:spPr>
                    <a:xfrm>
                      <a:off x="5873235" y="356538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8" name="Rett linje 92">
                      <a:extLst>
                        <a:ext uri="{FF2B5EF4-FFF2-40B4-BE49-F238E27FC236}">
                          <a16:creationId xmlns:a16="http://schemas.microsoft.com/office/drawing/2014/main" id="{451072DD-CD8A-6758-46CF-4DE3DC110202}"/>
                        </a:ext>
                      </a:extLst>
                    </p:cNvPr>
                    <p:cNvCxnSpPr>
                      <a:cxnSpLocks/>
                    </p:cNvCxnSpPr>
                    <p:nvPr/>
                  </p:nvCxnSpPr>
                  <p:spPr>
                    <a:xfrm>
                      <a:off x="769090" y="3480762"/>
                      <a:ext cx="0" cy="460108"/>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69" name="Rett linje 93">
                      <a:extLst>
                        <a:ext uri="{FF2B5EF4-FFF2-40B4-BE49-F238E27FC236}">
                          <a16:creationId xmlns:a16="http://schemas.microsoft.com/office/drawing/2014/main" id="{4FDF4FE3-DF99-2B40-918C-F87A7999DE39}"/>
                        </a:ext>
                      </a:extLst>
                    </p:cNvPr>
                    <p:cNvCxnSpPr>
                      <a:cxnSpLocks/>
                    </p:cNvCxnSpPr>
                    <p:nvPr/>
                  </p:nvCxnSpPr>
                  <p:spPr>
                    <a:xfrm>
                      <a:off x="1105421" y="3686214"/>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0" name="Rett linje 94">
                      <a:extLst>
                        <a:ext uri="{FF2B5EF4-FFF2-40B4-BE49-F238E27FC236}">
                          <a16:creationId xmlns:a16="http://schemas.microsoft.com/office/drawing/2014/main" id="{F9048FE6-36C6-F039-224C-25688E18AC36}"/>
                        </a:ext>
                      </a:extLst>
                    </p:cNvPr>
                    <p:cNvCxnSpPr>
                      <a:cxnSpLocks/>
                    </p:cNvCxnSpPr>
                    <p:nvPr/>
                  </p:nvCxnSpPr>
                  <p:spPr>
                    <a:xfrm>
                      <a:off x="1437861" y="3793260"/>
                      <a:ext cx="0" cy="41090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1" name="Rett linje 95">
                      <a:extLst>
                        <a:ext uri="{FF2B5EF4-FFF2-40B4-BE49-F238E27FC236}">
                          <a16:creationId xmlns:a16="http://schemas.microsoft.com/office/drawing/2014/main" id="{4F40710A-28D8-7449-0647-C39B41A7CE41}"/>
                        </a:ext>
                      </a:extLst>
                    </p:cNvPr>
                    <p:cNvCxnSpPr>
                      <a:cxnSpLocks/>
                    </p:cNvCxnSpPr>
                    <p:nvPr/>
                  </p:nvCxnSpPr>
                  <p:spPr>
                    <a:xfrm>
                      <a:off x="889959"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2" name="Rett linje 96">
                      <a:extLst>
                        <a:ext uri="{FF2B5EF4-FFF2-40B4-BE49-F238E27FC236}">
                          <a16:creationId xmlns:a16="http://schemas.microsoft.com/office/drawing/2014/main" id="{C3A71BD4-381A-ECE9-74D2-A38A66C018B5}"/>
                        </a:ext>
                      </a:extLst>
                    </p:cNvPr>
                    <p:cNvCxnSpPr>
                      <a:cxnSpLocks/>
                    </p:cNvCxnSpPr>
                    <p:nvPr/>
                  </p:nvCxnSpPr>
                  <p:spPr>
                    <a:xfrm>
                      <a:off x="1210524" y="3082948"/>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3" name="Rett linje 97">
                      <a:extLst>
                        <a:ext uri="{FF2B5EF4-FFF2-40B4-BE49-F238E27FC236}">
                          <a16:creationId xmlns:a16="http://schemas.microsoft.com/office/drawing/2014/main" id="{818110F9-59B0-1434-C87F-7E73C9655840}"/>
                        </a:ext>
                      </a:extLst>
                    </p:cNvPr>
                    <p:cNvCxnSpPr>
                      <a:cxnSpLocks/>
                    </p:cNvCxnSpPr>
                    <p:nvPr/>
                  </p:nvCxnSpPr>
                  <p:spPr>
                    <a:xfrm>
                      <a:off x="1531089" y="2971670"/>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4" name="Rett linje 98">
                      <a:extLst>
                        <a:ext uri="{FF2B5EF4-FFF2-40B4-BE49-F238E27FC236}">
                          <a16:creationId xmlns:a16="http://schemas.microsoft.com/office/drawing/2014/main" id="{EC8F11D2-4BE0-BBD8-7DD6-75C50C3D4FD3}"/>
                        </a:ext>
                      </a:extLst>
                    </p:cNvPr>
                    <p:cNvCxnSpPr>
                      <a:cxnSpLocks/>
                    </p:cNvCxnSpPr>
                    <p:nvPr/>
                  </p:nvCxnSpPr>
                  <p:spPr>
                    <a:xfrm>
                      <a:off x="1851654" y="2912022"/>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5" name="Rett linje 99">
                      <a:extLst>
                        <a:ext uri="{FF2B5EF4-FFF2-40B4-BE49-F238E27FC236}">
                          <a16:creationId xmlns:a16="http://schemas.microsoft.com/office/drawing/2014/main" id="{1CB526FE-0B24-EE3D-8573-CCC783625C1F}"/>
                        </a:ext>
                      </a:extLst>
                    </p:cNvPr>
                    <p:cNvCxnSpPr>
                      <a:cxnSpLocks/>
                    </p:cNvCxnSpPr>
                    <p:nvPr/>
                  </p:nvCxnSpPr>
                  <p:spPr>
                    <a:xfrm>
                      <a:off x="2172219" y="288298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6" name="Rett linje 100">
                      <a:extLst>
                        <a:ext uri="{FF2B5EF4-FFF2-40B4-BE49-F238E27FC236}">
                          <a16:creationId xmlns:a16="http://schemas.microsoft.com/office/drawing/2014/main" id="{A5532E86-51FD-5BDB-8BE2-64C08E126803}"/>
                        </a:ext>
                      </a:extLst>
                    </p:cNvPr>
                    <p:cNvCxnSpPr>
                      <a:cxnSpLocks/>
                    </p:cNvCxnSpPr>
                    <p:nvPr/>
                  </p:nvCxnSpPr>
                  <p:spPr>
                    <a:xfrm>
                      <a:off x="2534828" y="2849615"/>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7" name="Rett linje 101">
                      <a:extLst>
                        <a:ext uri="{FF2B5EF4-FFF2-40B4-BE49-F238E27FC236}">
                          <a16:creationId xmlns:a16="http://schemas.microsoft.com/office/drawing/2014/main" id="{6BAE0B8D-64E6-D488-6252-52804386BD16}"/>
                        </a:ext>
                      </a:extLst>
                    </p:cNvPr>
                    <p:cNvCxnSpPr>
                      <a:cxnSpLocks/>
                    </p:cNvCxnSpPr>
                    <p:nvPr/>
                  </p:nvCxnSpPr>
                  <p:spPr>
                    <a:xfrm>
                      <a:off x="2855393" y="2830434"/>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8" name="Rett linje 102">
                      <a:extLst>
                        <a:ext uri="{FF2B5EF4-FFF2-40B4-BE49-F238E27FC236}">
                          <a16:creationId xmlns:a16="http://schemas.microsoft.com/office/drawing/2014/main" id="{DEFC80BC-B6D9-EF9D-BE9F-C6E6495038B5}"/>
                        </a:ext>
                      </a:extLst>
                    </p:cNvPr>
                    <p:cNvCxnSpPr>
                      <a:cxnSpLocks/>
                    </p:cNvCxnSpPr>
                    <p:nvPr/>
                  </p:nvCxnSpPr>
                  <p:spPr>
                    <a:xfrm>
                      <a:off x="3175958" y="2793649"/>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2079" name="Rett linje 103">
                      <a:extLst>
                        <a:ext uri="{FF2B5EF4-FFF2-40B4-BE49-F238E27FC236}">
                          <a16:creationId xmlns:a16="http://schemas.microsoft.com/office/drawing/2014/main" id="{F6361C5D-EF97-4CD5-F6C9-9A4564700DD9}"/>
                        </a:ext>
                      </a:extLst>
                    </p:cNvPr>
                    <p:cNvCxnSpPr>
                      <a:cxnSpLocks/>
                    </p:cNvCxnSpPr>
                    <p:nvPr/>
                  </p:nvCxnSpPr>
                  <p:spPr>
                    <a:xfrm>
                      <a:off x="3496523" y="2812830"/>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4" name="Rett linje 104">
                      <a:extLst>
                        <a:ext uri="{FF2B5EF4-FFF2-40B4-BE49-F238E27FC236}">
                          <a16:creationId xmlns:a16="http://schemas.microsoft.com/office/drawing/2014/main" id="{C43BCE93-2199-2E25-6B61-8EFB9D17C251}"/>
                        </a:ext>
                      </a:extLst>
                    </p:cNvPr>
                    <p:cNvCxnSpPr>
                      <a:cxnSpLocks/>
                    </p:cNvCxnSpPr>
                    <p:nvPr/>
                  </p:nvCxnSpPr>
                  <p:spPr>
                    <a:xfrm>
                      <a:off x="3846568" y="2820843"/>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5" name="Rett linje 105">
                      <a:extLst>
                        <a:ext uri="{FF2B5EF4-FFF2-40B4-BE49-F238E27FC236}">
                          <a16:creationId xmlns:a16="http://schemas.microsoft.com/office/drawing/2014/main" id="{D759E8B8-04F9-41A3-A14D-1AE6C912B2D0}"/>
                        </a:ext>
                      </a:extLst>
                    </p:cNvPr>
                    <p:cNvCxnSpPr>
                      <a:cxnSpLocks/>
                    </p:cNvCxnSpPr>
                    <p:nvPr/>
                  </p:nvCxnSpPr>
                  <p:spPr>
                    <a:xfrm>
                      <a:off x="4167133" y="284002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7" name="Rett linje 106">
                      <a:extLst>
                        <a:ext uri="{FF2B5EF4-FFF2-40B4-BE49-F238E27FC236}">
                          <a16:creationId xmlns:a16="http://schemas.microsoft.com/office/drawing/2014/main" id="{E7E30857-3564-4A44-2FF6-F52BF2928747}"/>
                        </a:ext>
                      </a:extLst>
                    </p:cNvPr>
                    <p:cNvCxnSpPr>
                      <a:cxnSpLocks/>
                    </p:cNvCxnSpPr>
                    <p:nvPr/>
                  </p:nvCxnSpPr>
                  <p:spPr>
                    <a:xfrm>
                      <a:off x="4520383" y="2872998"/>
                      <a:ext cx="0" cy="210995"/>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8" name="Rett linje 107">
                      <a:extLst>
                        <a:ext uri="{FF2B5EF4-FFF2-40B4-BE49-F238E27FC236}">
                          <a16:creationId xmlns:a16="http://schemas.microsoft.com/office/drawing/2014/main" id="{48595359-C4AB-1ECC-7A13-8DCFCA852EF7}"/>
                        </a:ext>
                      </a:extLst>
                    </p:cNvPr>
                    <p:cNvCxnSpPr>
                      <a:cxnSpLocks/>
                    </p:cNvCxnSpPr>
                    <p:nvPr/>
                  </p:nvCxnSpPr>
                  <p:spPr>
                    <a:xfrm>
                      <a:off x="4848474" y="2929487"/>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29" name="Rett linje 108">
                      <a:extLst>
                        <a:ext uri="{FF2B5EF4-FFF2-40B4-BE49-F238E27FC236}">
                          <a16:creationId xmlns:a16="http://schemas.microsoft.com/office/drawing/2014/main" id="{C923EFE3-1B6B-7935-C738-3250E03CB0D0}"/>
                        </a:ext>
                      </a:extLst>
                    </p:cNvPr>
                    <p:cNvCxnSpPr>
                      <a:cxnSpLocks/>
                    </p:cNvCxnSpPr>
                    <p:nvPr/>
                  </p:nvCxnSpPr>
                  <p:spPr>
                    <a:xfrm>
                      <a:off x="5226847" y="2994134"/>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0" name="Rett linje 109">
                      <a:extLst>
                        <a:ext uri="{FF2B5EF4-FFF2-40B4-BE49-F238E27FC236}">
                          <a16:creationId xmlns:a16="http://schemas.microsoft.com/office/drawing/2014/main" id="{A8D1D4DA-7DE6-1157-C685-8817F865D88D}"/>
                        </a:ext>
                      </a:extLst>
                    </p:cNvPr>
                    <p:cNvCxnSpPr>
                      <a:cxnSpLocks/>
                    </p:cNvCxnSpPr>
                    <p:nvPr/>
                  </p:nvCxnSpPr>
                  <p:spPr>
                    <a:xfrm>
                      <a:off x="5605220" y="3100821"/>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cxnSp>
                  <p:nvCxnSpPr>
                    <p:cNvPr id="1031" name="Rett linje 110">
                      <a:extLst>
                        <a:ext uri="{FF2B5EF4-FFF2-40B4-BE49-F238E27FC236}">
                          <a16:creationId xmlns:a16="http://schemas.microsoft.com/office/drawing/2014/main" id="{F969C04D-AD12-FF77-836B-6C37F3FBD48C}"/>
                        </a:ext>
                      </a:extLst>
                    </p:cNvPr>
                    <p:cNvCxnSpPr>
                      <a:cxnSpLocks/>
                    </p:cNvCxnSpPr>
                    <p:nvPr/>
                  </p:nvCxnSpPr>
                  <p:spPr>
                    <a:xfrm>
                      <a:off x="5886952" y="3237186"/>
                      <a:ext cx="0" cy="191814"/>
                    </a:xfrm>
                    <a:prstGeom prst="line">
                      <a:avLst/>
                    </a:prstGeom>
                    <a:ln w="9525">
                      <a:solidFill>
                        <a:srgbClr val="0F204B"/>
                      </a:solidFill>
                    </a:ln>
                  </p:spPr>
                  <p:style>
                    <a:lnRef idx="1">
                      <a:schemeClr val="accent1"/>
                    </a:lnRef>
                    <a:fillRef idx="0">
                      <a:schemeClr val="accent1"/>
                    </a:fillRef>
                    <a:effectRef idx="0">
                      <a:schemeClr val="accent1"/>
                    </a:effectRef>
                    <a:fontRef idx="minor">
                      <a:schemeClr val="tx1"/>
                    </a:fontRef>
                  </p:style>
                </p:cxnSp>
              </p:grpSp>
            </p:grpSp>
            <p:sp>
              <p:nvSpPr>
                <p:cNvPr id="95" name="Oval 94">
                  <a:extLst>
                    <a:ext uri="{FF2B5EF4-FFF2-40B4-BE49-F238E27FC236}">
                      <a16:creationId xmlns:a16="http://schemas.microsoft.com/office/drawing/2014/main" id="{796E8E3D-E157-592A-D681-743F23DE465D}"/>
                    </a:ext>
                  </a:extLst>
                </p:cNvPr>
                <p:cNvSpPr/>
                <p:nvPr/>
              </p:nvSpPr>
              <p:spPr>
                <a:xfrm>
                  <a:off x="5598579" y="1046867"/>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48" name="Oval 2047">
                  <a:extLst>
                    <a:ext uri="{FF2B5EF4-FFF2-40B4-BE49-F238E27FC236}">
                      <a16:creationId xmlns:a16="http://schemas.microsoft.com/office/drawing/2014/main" id="{EA1B163C-F50A-71B5-B490-F748745071D0}"/>
                    </a:ext>
                  </a:extLst>
                </p:cNvPr>
                <p:cNvSpPr/>
                <p:nvPr/>
              </p:nvSpPr>
              <p:spPr>
                <a:xfrm>
                  <a:off x="4930919" y="1261754"/>
                  <a:ext cx="45719" cy="52286"/>
                </a:xfrm>
                <a:prstGeom prst="ellipse">
                  <a:avLst/>
                </a:prstGeom>
                <a:solidFill>
                  <a:srgbClr val="FFC00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grpSp>
          <p:sp>
            <p:nvSpPr>
              <p:cNvPr id="93" name="TextBox 92">
                <a:extLst>
                  <a:ext uri="{FF2B5EF4-FFF2-40B4-BE49-F238E27FC236}">
                    <a16:creationId xmlns:a16="http://schemas.microsoft.com/office/drawing/2014/main" id="{827EDB2A-A74C-DE8F-4071-0A84DF9ACF56}"/>
                  </a:ext>
                </a:extLst>
              </p:cNvPr>
              <p:cNvSpPr txBox="1"/>
              <p:nvPr/>
            </p:nvSpPr>
            <p:spPr>
              <a:xfrm>
                <a:off x="6347370" y="2322029"/>
                <a:ext cx="864718" cy="123111"/>
              </a:xfrm>
              <a:prstGeom prst="rect">
                <a:avLst/>
              </a:prstGeom>
              <a:noFill/>
            </p:spPr>
            <p:txBody>
              <a:bodyPr wrap="square" lIns="0" tIns="0" rIns="0" bIns="0" rtlCol="0">
                <a:spAutoFit/>
              </a:bodyPr>
              <a:lstStyle/>
              <a:p>
                <a:pPr algn="ctr">
                  <a:lnSpc>
                    <a:spcPct val="100000"/>
                  </a:lnSpc>
                  <a:spcBef>
                    <a:spcPts val="600"/>
                  </a:spcBef>
                </a:pPr>
                <a:r>
                  <a:rPr lang="en-GB" sz="800">
                    <a:solidFill>
                      <a:srgbClr val="0F204B"/>
                    </a:solidFill>
                    <a:latin typeface="+mj-lt"/>
                  </a:rPr>
                  <a:t>Aquaculture Site</a:t>
                </a:r>
              </a:p>
            </p:txBody>
          </p:sp>
        </p:grpSp>
      </p:grpSp>
      <p:grpSp>
        <p:nvGrpSpPr>
          <p:cNvPr id="2091" name="Group 2090">
            <a:extLst>
              <a:ext uri="{FF2B5EF4-FFF2-40B4-BE49-F238E27FC236}">
                <a16:creationId xmlns:a16="http://schemas.microsoft.com/office/drawing/2014/main" id="{FEA7FD9E-C157-9FB0-9DAF-AFB5A68F105D}"/>
              </a:ext>
            </a:extLst>
          </p:cNvPr>
          <p:cNvGrpSpPr/>
          <p:nvPr/>
        </p:nvGrpSpPr>
        <p:grpSpPr>
          <a:xfrm>
            <a:off x="6174511" y="2647767"/>
            <a:ext cx="350562" cy="349883"/>
            <a:chOff x="2905491" y="3801479"/>
            <a:chExt cx="581120" cy="601744"/>
          </a:xfrm>
        </p:grpSpPr>
        <p:sp>
          <p:nvSpPr>
            <p:cNvPr id="2092" name="Oval 2091">
              <a:extLst>
                <a:ext uri="{FF2B5EF4-FFF2-40B4-BE49-F238E27FC236}">
                  <a16:creationId xmlns:a16="http://schemas.microsoft.com/office/drawing/2014/main" id="{9C288FAA-509B-2A56-3C16-B67A23DD8AB4}"/>
                </a:ext>
              </a:extLst>
            </p:cNvPr>
            <p:cNvSpPr/>
            <p:nvPr/>
          </p:nvSpPr>
          <p:spPr>
            <a:xfrm>
              <a:off x="3071664" y="4077072"/>
              <a:ext cx="216024" cy="216024"/>
            </a:xfrm>
            <a:prstGeom prst="ellipse">
              <a:avLst/>
            </a:prstGeom>
            <a:no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3" name="Oval 2092">
              <a:extLst>
                <a:ext uri="{FF2B5EF4-FFF2-40B4-BE49-F238E27FC236}">
                  <a16:creationId xmlns:a16="http://schemas.microsoft.com/office/drawing/2014/main" id="{620CE476-0327-21B9-D14D-EB05DCBBEF1A}"/>
                </a:ext>
              </a:extLst>
            </p:cNvPr>
            <p:cNvSpPr/>
            <p:nvPr/>
          </p:nvSpPr>
          <p:spPr>
            <a:xfrm>
              <a:off x="3341006" y="3801479"/>
              <a:ext cx="145605" cy="152400"/>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a:p>
          </p:txBody>
        </p:sp>
        <p:sp>
          <p:nvSpPr>
            <p:cNvPr id="2094" name="Oval 2093">
              <a:extLst>
                <a:ext uri="{FF2B5EF4-FFF2-40B4-BE49-F238E27FC236}">
                  <a16:creationId xmlns:a16="http://schemas.microsoft.com/office/drawing/2014/main" id="{0446B889-0FE2-CD5B-BFBF-F0B893A0C672}"/>
                </a:ext>
              </a:extLst>
            </p:cNvPr>
            <p:cNvSpPr/>
            <p:nvPr/>
          </p:nvSpPr>
          <p:spPr>
            <a:xfrm>
              <a:off x="3426357" y="4057957"/>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5" name="Oval 2094">
              <a:extLst>
                <a:ext uri="{FF2B5EF4-FFF2-40B4-BE49-F238E27FC236}">
                  <a16:creationId xmlns:a16="http://schemas.microsoft.com/office/drawing/2014/main" id="{9E94E748-55E9-830A-33CB-1361D8E1D2BC}"/>
                </a:ext>
              </a:extLst>
            </p:cNvPr>
            <p:cNvSpPr/>
            <p:nvPr/>
          </p:nvSpPr>
          <p:spPr>
            <a:xfrm>
              <a:off x="2951210" y="4352038"/>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6" name="Oval 2095">
              <a:extLst>
                <a:ext uri="{FF2B5EF4-FFF2-40B4-BE49-F238E27FC236}">
                  <a16:creationId xmlns:a16="http://schemas.microsoft.com/office/drawing/2014/main" id="{0FC6BA2D-AD3A-11B2-8B72-0FE441BED03E}"/>
                </a:ext>
              </a:extLst>
            </p:cNvPr>
            <p:cNvSpPr/>
            <p:nvPr/>
          </p:nvSpPr>
          <p:spPr>
            <a:xfrm>
              <a:off x="2905491" y="4218272"/>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7" name="Oval 2096">
              <a:extLst>
                <a:ext uri="{FF2B5EF4-FFF2-40B4-BE49-F238E27FC236}">
                  <a16:creationId xmlns:a16="http://schemas.microsoft.com/office/drawing/2014/main" id="{ABC96FB2-3554-B45E-F413-F7719F555C60}"/>
                </a:ext>
              </a:extLst>
            </p:cNvPr>
            <p:cNvSpPr/>
            <p:nvPr/>
          </p:nvSpPr>
          <p:spPr>
            <a:xfrm>
              <a:off x="2947382" y="4100177"/>
              <a:ext cx="45719" cy="51185"/>
            </a:xfrm>
            <a:prstGeom prst="ellipse">
              <a:avLst/>
            </a:prstGeom>
            <a:solidFill>
              <a:srgbClr val="15C2BB"/>
            </a:solidFill>
            <a:ln w="12700">
              <a:solidFill>
                <a:srgbClr val="15C2B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sp>
          <p:nvSpPr>
            <p:cNvPr id="2098" name="Oval 2097">
              <a:extLst>
                <a:ext uri="{FF2B5EF4-FFF2-40B4-BE49-F238E27FC236}">
                  <a16:creationId xmlns:a16="http://schemas.microsoft.com/office/drawing/2014/main" id="{B2719329-4227-CFD1-F0E6-AA434E576265}"/>
                </a:ext>
              </a:extLst>
            </p:cNvPr>
            <p:cNvSpPr/>
            <p:nvPr/>
          </p:nvSpPr>
          <p:spPr>
            <a:xfrm>
              <a:off x="3157948" y="3826494"/>
              <a:ext cx="45719" cy="51185"/>
            </a:xfrm>
            <a:prstGeom prst="ellipse">
              <a:avLst/>
            </a:prstGeom>
            <a:solidFill>
              <a:srgbClr val="2B6173"/>
            </a:solidFill>
            <a:ln w="12700">
              <a:solidFill>
                <a:srgbClr val="2B61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spcBef>
                  <a:spcPts val="600"/>
                </a:spcBef>
              </a:pPr>
              <a:endParaRPr lang="en-GB" sz="2000" err="1"/>
            </a:p>
          </p:txBody>
        </p:sp>
        <p:cxnSp>
          <p:nvCxnSpPr>
            <p:cNvPr id="2099" name="Straight Connector 2098">
              <a:extLst>
                <a:ext uri="{FF2B5EF4-FFF2-40B4-BE49-F238E27FC236}">
                  <a16:creationId xmlns:a16="http://schemas.microsoft.com/office/drawing/2014/main" id="{F549B002-51CA-222A-CC6B-BD81B5719A0F}"/>
                </a:ext>
              </a:extLst>
            </p:cNvPr>
            <p:cNvCxnSpPr>
              <a:cxnSpLocks/>
              <a:stCxn id="2095" idx="7"/>
              <a:endCxn id="2092" idx="3"/>
            </p:cNvCxnSpPr>
            <p:nvPr/>
          </p:nvCxnSpPr>
          <p:spPr>
            <a:xfrm flipV="1">
              <a:off x="2990234" y="4261460"/>
              <a:ext cx="113066" cy="98074"/>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0" name="Straight Connector 2099">
              <a:extLst>
                <a:ext uri="{FF2B5EF4-FFF2-40B4-BE49-F238E27FC236}">
                  <a16:creationId xmlns:a16="http://schemas.microsoft.com/office/drawing/2014/main" id="{E9C734AE-6A2C-5BBA-D7BE-EB0204064430}"/>
                </a:ext>
              </a:extLst>
            </p:cNvPr>
            <p:cNvCxnSpPr>
              <a:cxnSpLocks/>
              <a:stCxn id="2093" idx="3"/>
              <a:endCxn id="2092" idx="7"/>
            </p:cNvCxnSpPr>
            <p:nvPr/>
          </p:nvCxnSpPr>
          <p:spPr>
            <a:xfrm flipH="1">
              <a:off x="3256052" y="3931561"/>
              <a:ext cx="106277" cy="177147"/>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1" name="Straight Connector 2100">
              <a:extLst>
                <a:ext uri="{FF2B5EF4-FFF2-40B4-BE49-F238E27FC236}">
                  <a16:creationId xmlns:a16="http://schemas.microsoft.com/office/drawing/2014/main" id="{EB0ED827-88A2-ACF2-938A-3CF6B775F6FE}"/>
                </a:ext>
              </a:extLst>
            </p:cNvPr>
            <p:cNvCxnSpPr>
              <a:cxnSpLocks/>
              <a:stCxn id="2098" idx="6"/>
              <a:endCxn id="2093" idx="2"/>
            </p:cNvCxnSpPr>
            <p:nvPr/>
          </p:nvCxnSpPr>
          <p:spPr>
            <a:xfrm>
              <a:off x="3203667" y="3852087"/>
              <a:ext cx="137339" cy="25592"/>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2" name="Straight Connector 2101">
              <a:extLst>
                <a:ext uri="{FF2B5EF4-FFF2-40B4-BE49-F238E27FC236}">
                  <a16:creationId xmlns:a16="http://schemas.microsoft.com/office/drawing/2014/main" id="{596A3A2A-26B8-4892-B32F-A21C280148CB}"/>
                </a:ext>
              </a:extLst>
            </p:cNvPr>
            <p:cNvCxnSpPr>
              <a:cxnSpLocks/>
              <a:stCxn id="2093" idx="4"/>
            </p:cNvCxnSpPr>
            <p:nvPr/>
          </p:nvCxnSpPr>
          <p:spPr>
            <a:xfrm>
              <a:off x="3413809" y="3953879"/>
              <a:ext cx="33474" cy="125861"/>
            </a:xfrm>
            <a:prstGeom prst="line">
              <a:avLst/>
            </a:prstGeom>
            <a:ln>
              <a:solidFill>
                <a:srgbClr val="2B6173"/>
              </a:solidFill>
            </a:ln>
          </p:spPr>
          <p:style>
            <a:lnRef idx="1">
              <a:schemeClr val="accent1"/>
            </a:lnRef>
            <a:fillRef idx="0">
              <a:schemeClr val="accent1"/>
            </a:fillRef>
            <a:effectRef idx="0">
              <a:schemeClr val="accent1"/>
            </a:effectRef>
            <a:fontRef idx="minor">
              <a:schemeClr val="tx1"/>
            </a:fontRef>
          </p:style>
        </p:cxnSp>
        <p:cxnSp>
          <p:nvCxnSpPr>
            <p:cNvPr id="2103" name="Straight Connector 2102">
              <a:extLst>
                <a:ext uri="{FF2B5EF4-FFF2-40B4-BE49-F238E27FC236}">
                  <a16:creationId xmlns:a16="http://schemas.microsoft.com/office/drawing/2014/main" id="{AF7DD220-4B33-4FF0-21C3-B89909C2AFEF}"/>
                </a:ext>
              </a:extLst>
            </p:cNvPr>
            <p:cNvCxnSpPr>
              <a:cxnSpLocks/>
              <a:stCxn id="2096" idx="0"/>
              <a:endCxn id="2097" idx="3"/>
            </p:cNvCxnSpPr>
            <p:nvPr/>
          </p:nvCxnSpPr>
          <p:spPr>
            <a:xfrm flipV="1">
              <a:off x="2928351" y="4143866"/>
              <a:ext cx="25726" cy="74406"/>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cxnSp>
          <p:nvCxnSpPr>
            <p:cNvPr id="2104" name="Straight Connector 2103">
              <a:extLst>
                <a:ext uri="{FF2B5EF4-FFF2-40B4-BE49-F238E27FC236}">
                  <a16:creationId xmlns:a16="http://schemas.microsoft.com/office/drawing/2014/main" id="{408F0839-062D-67DB-AEF2-79DD2E0F3056}"/>
                </a:ext>
              </a:extLst>
            </p:cNvPr>
            <p:cNvCxnSpPr>
              <a:cxnSpLocks/>
              <a:stCxn id="2095" idx="1"/>
              <a:endCxn id="2096" idx="4"/>
            </p:cNvCxnSpPr>
            <p:nvPr/>
          </p:nvCxnSpPr>
          <p:spPr>
            <a:xfrm flipH="1" flipV="1">
              <a:off x="2928351" y="4269457"/>
              <a:ext cx="29554" cy="90077"/>
            </a:xfrm>
            <a:prstGeom prst="line">
              <a:avLst/>
            </a:prstGeom>
            <a:ln>
              <a:solidFill>
                <a:srgbClr val="15C2BB"/>
              </a:solidFill>
            </a:ln>
          </p:spPr>
          <p:style>
            <a:lnRef idx="1">
              <a:schemeClr val="accent1"/>
            </a:lnRef>
            <a:fillRef idx="0">
              <a:schemeClr val="accent1"/>
            </a:fillRef>
            <a:effectRef idx="0">
              <a:schemeClr val="accent1"/>
            </a:effectRef>
            <a:fontRef idx="minor">
              <a:schemeClr val="tx1"/>
            </a:fontRef>
          </p:style>
        </p:cxnSp>
      </p:grpSp>
      <p:cxnSp>
        <p:nvCxnSpPr>
          <p:cNvPr id="2105" name="Straight Arrow Connector 2104">
            <a:extLst>
              <a:ext uri="{FF2B5EF4-FFF2-40B4-BE49-F238E27FC236}">
                <a16:creationId xmlns:a16="http://schemas.microsoft.com/office/drawing/2014/main" id="{342908B7-4F5F-0065-A636-20DC1F6F8BEB}"/>
              </a:ext>
            </a:extLst>
          </p:cNvPr>
          <p:cNvCxnSpPr>
            <a:cxnSpLocks/>
          </p:cNvCxnSpPr>
          <p:nvPr/>
        </p:nvCxnSpPr>
        <p:spPr>
          <a:xfrm flipV="1">
            <a:off x="6351562" y="3098391"/>
            <a:ext cx="0" cy="420231"/>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07" name="Group 2106">
            <a:extLst>
              <a:ext uri="{FF2B5EF4-FFF2-40B4-BE49-F238E27FC236}">
                <a16:creationId xmlns:a16="http://schemas.microsoft.com/office/drawing/2014/main" id="{516F821C-D335-3576-B905-657AA2E31A11}"/>
              </a:ext>
            </a:extLst>
          </p:cNvPr>
          <p:cNvGrpSpPr/>
          <p:nvPr/>
        </p:nvGrpSpPr>
        <p:grpSpPr>
          <a:xfrm>
            <a:off x="9484479" y="1353370"/>
            <a:ext cx="792088" cy="870932"/>
            <a:chOff x="1928666" y="4730820"/>
            <a:chExt cx="792088" cy="870932"/>
          </a:xfrm>
        </p:grpSpPr>
        <p:pic>
          <p:nvPicPr>
            <p:cNvPr id="2108" name="Graphic 2107" descr="Laptop outline">
              <a:extLst>
                <a:ext uri="{FF2B5EF4-FFF2-40B4-BE49-F238E27FC236}">
                  <a16:creationId xmlns:a16="http://schemas.microsoft.com/office/drawing/2014/main" id="{394CC433-9048-4507-2537-2B128DEDB2B5}"/>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2085925" y="4730820"/>
              <a:ext cx="477571" cy="477571"/>
            </a:xfrm>
            <a:prstGeom prst="rect">
              <a:avLst/>
            </a:prstGeom>
          </p:spPr>
        </p:pic>
        <p:sp>
          <p:nvSpPr>
            <p:cNvPr id="2109" name="TextBox 2108">
              <a:extLst>
                <a:ext uri="{FF2B5EF4-FFF2-40B4-BE49-F238E27FC236}">
                  <a16:creationId xmlns:a16="http://schemas.microsoft.com/office/drawing/2014/main" id="{7D5BCE7A-163D-4222-2997-ABC937DB0858}"/>
                </a:ext>
              </a:extLst>
            </p:cNvPr>
            <p:cNvSpPr txBox="1"/>
            <p:nvPr/>
          </p:nvSpPr>
          <p:spPr>
            <a:xfrm>
              <a:off x="1928666" y="5186254"/>
              <a:ext cx="792088" cy="415498"/>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Smarter Compliance Front-end</a:t>
              </a:r>
            </a:p>
          </p:txBody>
        </p:sp>
      </p:grpSp>
      <p:cxnSp>
        <p:nvCxnSpPr>
          <p:cNvPr id="2110" name="Straight Arrow Connector 2109">
            <a:extLst>
              <a:ext uri="{FF2B5EF4-FFF2-40B4-BE49-F238E27FC236}">
                <a16:creationId xmlns:a16="http://schemas.microsoft.com/office/drawing/2014/main" id="{1DF81AAC-F71C-AEE0-8A29-9CE5D8E04B7B}"/>
              </a:ext>
            </a:extLst>
          </p:cNvPr>
          <p:cNvCxnSpPr>
            <a:cxnSpLocks/>
          </p:cNvCxnSpPr>
          <p:nvPr/>
        </p:nvCxnSpPr>
        <p:spPr>
          <a:xfrm flipH="1">
            <a:off x="10276567" y="1683070"/>
            <a:ext cx="857977"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2116" name="Group 2115">
            <a:extLst>
              <a:ext uri="{FF2B5EF4-FFF2-40B4-BE49-F238E27FC236}">
                <a16:creationId xmlns:a16="http://schemas.microsoft.com/office/drawing/2014/main" id="{C4087528-DBA7-C09F-DBA4-18E846CDB20E}"/>
              </a:ext>
            </a:extLst>
          </p:cNvPr>
          <p:cNvGrpSpPr/>
          <p:nvPr/>
        </p:nvGrpSpPr>
        <p:grpSpPr>
          <a:xfrm>
            <a:off x="5957345" y="3566287"/>
            <a:ext cx="792088" cy="593933"/>
            <a:chOff x="1928666" y="4730820"/>
            <a:chExt cx="792088" cy="593933"/>
          </a:xfrm>
        </p:grpSpPr>
        <p:pic>
          <p:nvPicPr>
            <p:cNvPr id="2117" name="Graphic 2116" descr="Connected outline">
              <a:extLst>
                <a:ext uri="{FF2B5EF4-FFF2-40B4-BE49-F238E27FC236}">
                  <a16:creationId xmlns:a16="http://schemas.microsoft.com/office/drawing/2014/main" id="{1D4C619E-84BB-A441-5CFB-F79224405A5F}"/>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2085925" y="4730820"/>
              <a:ext cx="477571" cy="477571"/>
            </a:xfrm>
            <a:prstGeom prst="rect">
              <a:avLst/>
            </a:prstGeom>
          </p:spPr>
        </p:pic>
        <p:sp>
          <p:nvSpPr>
            <p:cNvPr id="2118" name="TextBox 2117">
              <a:extLst>
                <a:ext uri="{FF2B5EF4-FFF2-40B4-BE49-F238E27FC236}">
                  <a16:creationId xmlns:a16="http://schemas.microsoft.com/office/drawing/2014/main" id="{20393B18-CE72-BF7C-C454-0293B78D475D}"/>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Site model</a:t>
              </a:r>
            </a:p>
          </p:txBody>
        </p:sp>
      </p:grpSp>
      <p:cxnSp>
        <p:nvCxnSpPr>
          <p:cNvPr id="2119" name="Straight Arrow Connector 2118">
            <a:extLst>
              <a:ext uri="{FF2B5EF4-FFF2-40B4-BE49-F238E27FC236}">
                <a16:creationId xmlns:a16="http://schemas.microsoft.com/office/drawing/2014/main" id="{292518D9-1772-14E3-CADF-29BECCB783D1}"/>
              </a:ext>
            </a:extLst>
          </p:cNvPr>
          <p:cNvCxnSpPr>
            <a:cxnSpLocks/>
          </p:cNvCxnSpPr>
          <p:nvPr/>
        </p:nvCxnSpPr>
        <p:spPr>
          <a:xfrm flipV="1">
            <a:off x="6351562" y="4251055"/>
            <a:ext cx="0" cy="530526"/>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2128" name="Rectangle: Rounded Corners 2127">
            <a:extLst>
              <a:ext uri="{FF2B5EF4-FFF2-40B4-BE49-F238E27FC236}">
                <a16:creationId xmlns:a16="http://schemas.microsoft.com/office/drawing/2014/main" id="{9881D336-3990-6622-8FB6-D3C6B024BB65}"/>
              </a:ext>
            </a:extLst>
          </p:cNvPr>
          <p:cNvSpPr/>
          <p:nvPr/>
        </p:nvSpPr>
        <p:spPr>
          <a:xfrm>
            <a:off x="4000500" y="1266829"/>
            <a:ext cx="4730674" cy="3206150"/>
          </a:xfrm>
          <a:prstGeom prst="roundRect">
            <a:avLst>
              <a:gd name="adj" fmla="val 3917"/>
            </a:avLst>
          </a:prstGeom>
          <a:noFill/>
          <a:ln w="9525">
            <a:solidFill>
              <a:srgbClr val="0F204B"/>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lnSpc>
                <a:spcPct val="100000"/>
              </a:lnSpc>
              <a:spcBef>
                <a:spcPts val="600"/>
              </a:spcBef>
            </a:pPr>
            <a:r>
              <a:rPr lang="en-GB" sz="1400">
                <a:solidFill>
                  <a:srgbClr val="0F204B"/>
                </a:solidFill>
              </a:rPr>
              <a:t>Compliance Asset Model </a:t>
            </a:r>
          </a:p>
        </p:txBody>
      </p:sp>
      <p:sp>
        <p:nvSpPr>
          <p:cNvPr id="2129" name="TextBox 2128">
            <a:extLst>
              <a:ext uri="{FF2B5EF4-FFF2-40B4-BE49-F238E27FC236}">
                <a16:creationId xmlns:a16="http://schemas.microsoft.com/office/drawing/2014/main" id="{CDF256DF-4F24-BA99-6759-4E1B662ED633}"/>
              </a:ext>
            </a:extLst>
          </p:cNvPr>
          <p:cNvSpPr txBox="1"/>
          <p:nvPr/>
        </p:nvSpPr>
        <p:spPr>
          <a:xfrm>
            <a:off x="3169829" y="2454957"/>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A</a:t>
            </a:r>
          </a:p>
        </p:txBody>
      </p:sp>
      <p:sp>
        <p:nvSpPr>
          <p:cNvPr id="2130" name="TextBox 2129">
            <a:extLst>
              <a:ext uri="{FF2B5EF4-FFF2-40B4-BE49-F238E27FC236}">
                <a16:creationId xmlns:a16="http://schemas.microsoft.com/office/drawing/2014/main" id="{20E38802-0D36-D971-642C-8B89727D9560}"/>
              </a:ext>
            </a:extLst>
          </p:cNvPr>
          <p:cNvSpPr txBox="1"/>
          <p:nvPr/>
        </p:nvSpPr>
        <p:spPr>
          <a:xfrm>
            <a:off x="6271795" y="4567095"/>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B</a:t>
            </a:r>
          </a:p>
        </p:txBody>
      </p:sp>
      <p:sp>
        <p:nvSpPr>
          <p:cNvPr id="2132" name="TextBox 2131">
            <a:extLst>
              <a:ext uri="{FF2B5EF4-FFF2-40B4-BE49-F238E27FC236}">
                <a16:creationId xmlns:a16="http://schemas.microsoft.com/office/drawing/2014/main" id="{DE1F4988-6DA5-3E57-2872-24C9F40F8E75}"/>
              </a:ext>
            </a:extLst>
          </p:cNvPr>
          <p:cNvSpPr txBox="1"/>
          <p:nvPr/>
        </p:nvSpPr>
        <p:spPr>
          <a:xfrm>
            <a:off x="9071910" y="3305056"/>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C</a:t>
            </a:r>
          </a:p>
        </p:txBody>
      </p:sp>
      <p:sp>
        <p:nvSpPr>
          <p:cNvPr id="2133" name="TextBox 2132">
            <a:extLst>
              <a:ext uri="{FF2B5EF4-FFF2-40B4-BE49-F238E27FC236}">
                <a16:creationId xmlns:a16="http://schemas.microsoft.com/office/drawing/2014/main" id="{5C907B2B-C515-AA6F-71AB-7F28EFCE193A}"/>
              </a:ext>
            </a:extLst>
          </p:cNvPr>
          <p:cNvSpPr txBox="1"/>
          <p:nvPr/>
        </p:nvSpPr>
        <p:spPr>
          <a:xfrm>
            <a:off x="9123723" y="1923958"/>
            <a:ext cx="356597"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a:t>
            </a:r>
          </a:p>
        </p:txBody>
      </p:sp>
      <p:sp>
        <p:nvSpPr>
          <p:cNvPr id="2134" name="TextBox 2133">
            <a:extLst>
              <a:ext uri="{FF2B5EF4-FFF2-40B4-BE49-F238E27FC236}">
                <a16:creationId xmlns:a16="http://schemas.microsoft.com/office/drawing/2014/main" id="{90624866-7177-4448-8D7E-6DE9B358918A}"/>
              </a:ext>
            </a:extLst>
          </p:cNvPr>
          <p:cNvSpPr txBox="1"/>
          <p:nvPr/>
        </p:nvSpPr>
        <p:spPr>
          <a:xfrm>
            <a:off x="6401230" y="2917179"/>
            <a:ext cx="356597" cy="13849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cs typeface="Arial"/>
              </a:rPr>
              <a:t>F</a:t>
            </a:r>
          </a:p>
        </p:txBody>
      </p:sp>
      <p:sp>
        <p:nvSpPr>
          <p:cNvPr id="2135" name="TextBox 2134">
            <a:extLst>
              <a:ext uri="{FF2B5EF4-FFF2-40B4-BE49-F238E27FC236}">
                <a16:creationId xmlns:a16="http://schemas.microsoft.com/office/drawing/2014/main" id="{ADC7E9C0-4B6C-3453-0665-203F885B7862}"/>
              </a:ext>
            </a:extLst>
          </p:cNvPr>
          <p:cNvSpPr txBox="1"/>
          <p:nvPr/>
        </p:nvSpPr>
        <p:spPr>
          <a:xfrm>
            <a:off x="3664313" y="3661634"/>
            <a:ext cx="356597" cy="138499"/>
          </a:xfrm>
          <a:prstGeom prst="rect">
            <a:avLst/>
          </a:prstGeom>
          <a:noFill/>
        </p:spPr>
        <p:txBody>
          <a:bodyPr wrap="square" lIns="0" tIns="0" rIns="0" bIns="0" rtlCol="0" anchor="t">
            <a:spAutoFit/>
          </a:bodyPr>
          <a:lstStyle/>
          <a:p>
            <a:pPr algn="ctr">
              <a:lnSpc>
                <a:spcPct val="100000"/>
              </a:lnSpc>
              <a:spcBef>
                <a:spcPts val="600"/>
              </a:spcBef>
            </a:pPr>
            <a:r>
              <a:rPr lang="en-GB" sz="900">
                <a:solidFill>
                  <a:schemeClr val="accent1"/>
                </a:solidFill>
                <a:cs typeface="Arial"/>
              </a:rPr>
              <a:t>E</a:t>
            </a:r>
          </a:p>
        </p:txBody>
      </p:sp>
      <p:grpSp>
        <p:nvGrpSpPr>
          <p:cNvPr id="2" name="Group 1">
            <a:extLst>
              <a:ext uri="{FF2B5EF4-FFF2-40B4-BE49-F238E27FC236}">
                <a16:creationId xmlns:a16="http://schemas.microsoft.com/office/drawing/2014/main" id="{73E4F22E-6DE3-4274-552E-C97E37308F93}"/>
              </a:ext>
            </a:extLst>
          </p:cNvPr>
          <p:cNvGrpSpPr/>
          <p:nvPr/>
        </p:nvGrpSpPr>
        <p:grpSpPr>
          <a:xfrm>
            <a:off x="7621864" y="5237002"/>
            <a:ext cx="792088" cy="732433"/>
            <a:chOff x="7702986" y="4421064"/>
            <a:chExt cx="792088" cy="732433"/>
          </a:xfrm>
        </p:grpSpPr>
        <p:pic>
          <p:nvPicPr>
            <p:cNvPr id="5" name="Graphic 4" descr="Robot Hand outline">
              <a:extLst>
                <a:ext uri="{FF2B5EF4-FFF2-40B4-BE49-F238E27FC236}">
                  <a16:creationId xmlns:a16="http://schemas.microsoft.com/office/drawing/2014/main" id="{CE2FDECD-63F7-B542-1C0A-44F881CC9A81}"/>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7860245" y="4421064"/>
              <a:ext cx="477571" cy="477571"/>
            </a:xfrm>
            <a:prstGeom prst="rect">
              <a:avLst/>
            </a:prstGeom>
          </p:spPr>
        </p:pic>
        <p:sp>
          <p:nvSpPr>
            <p:cNvPr id="8" name="TextBox 7">
              <a:extLst>
                <a:ext uri="{FF2B5EF4-FFF2-40B4-BE49-F238E27FC236}">
                  <a16:creationId xmlns:a16="http://schemas.microsoft.com/office/drawing/2014/main" id="{A8038D86-69FE-B4D5-717F-6C8C278E7EE6}"/>
                </a:ext>
              </a:extLst>
            </p:cNvPr>
            <p:cNvSpPr txBox="1"/>
            <p:nvPr/>
          </p:nvSpPr>
          <p:spPr>
            <a:xfrm>
              <a:off x="7702986" y="4876498"/>
              <a:ext cx="792088" cy="2769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Deployment report</a:t>
              </a:r>
            </a:p>
          </p:txBody>
        </p:sp>
      </p:grpSp>
      <p:cxnSp>
        <p:nvCxnSpPr>
          <p:cNvPr id="9" name="Straight Arrow Connector 8">
            <a:extLst>
              <a:ext uri="{FF2B5EF4-FFF2-40B4-BE49-F238E27FC236}">
                <a16:creationId xmlns:a16="http://schemas.microsoft.com/office/drawing/2014/main" id="{19189276-43CD-B50A-F02F-0C78786B0582}"/>
              </a:ext>
            </a:extLst>
          </p:cNvPr>
          <p:cNvCxnSpPr>
            <a:cxnSpLocks/>
          </p:cNvCxnSpPr>
          <p:nvPr/>
        </p:nvCxnSpPr>
        <p:spPr>
          <a:xfrm flipH="1" flipV="1">
            <a:off x="6670651" y="4218809"/>
            <a:ext cx="1177236" cy="974799"/>
          </a:xfrm>
          <a:prstGeom prst="straightConnector1">
            <a:avLst/>
          </a:prstGeom>
          <a:ln>
            <a:solidFill>
              <a:srgbClr val="0F204B"/>
            </a:soli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58D1793-BD6C-9850-A59F-A47C71556367}"/>
              </a:ext>
            </a:extLst>
          </p:cNvPr>
          <p:cNvGrpSpPr/>
          <p:nvPr/>
        </p:nvGrpSpPr>
        <p:grpSpPr>
          <a:xfrm>
            <a:off x="2718333" y="4983488"/>
            <a:ext cx="792088" cy="1009432"/>
            <a:chOff x="7702986" y="4421064"/>
            <a:chExt cx="792088" cy="1009432"/>
          </a:xfrm>
        </p:grpSpPr>
        <p:pic>
          <p:nvPicPr>
            <p:cNvPr id="20" name="Graphic 19" descr="Tug boat outline">
              <a:extLst>
                <a:ext uri="{FF2B5EF4-FFF2-40B4-BE49-F238E27FC236}">
                  <a16:creationId xmlns:a16="http://schemas.microsoft.com/office/drawing/2014/main" id="{E05FCC9D-2941-8F0E-32B2-CD002C05D62A}"/>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7860245" y="4421064"/>
              <a:ext cx="477571" cy="477571"/>
            </a:xfrm>
            <a:prstGeom prst="rect">
              <a:avLst/>
            </a:prstGeom>
          </p:spPr>
        </p:pic>
        <p:sp>
          <p:nvSpPr>
            <p:cNvPr id="21" name="TextBox 20">
              <a:extLst>
                <a:ext uri="{FF2B5EF4-FFF2-40B4-BE49-F238E27FC236}">
                  <a16:creationId xmlns:a16="http://schemas.microsoft.com/office/drawing/2014/main" id="{C39013CC-AB09-6DA7-7F5B-B1D6CF649C6C}"/>
                </a:ext>
              </a:extLst>
            </p:cNvPr>
            <p:cNvSpPr txBox="1"/>
            <p:nvPr/>
          </p:nvSpPr>
          <p:spPr>
            <a:xfrm>
              <a:off x="7702986" y="4876498"/>
              <a:ext cx="792088" cy="55399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Site Survey and ocean current measurements</a:t>
              </a:r>
            </a:p>
          </p:txBody>
        </p:sp>
      </p:grpSp>
      <p:cxnSp>
        <p:nvCxnSpPr>
          <p:cNvPr id="22" name="Straight Arrow Connector 21">
            <a:extLst>
              <a:ext uri="{FF2B5EF4-FFF2-40B4-BE49-F238E27FC236}">
                <a16:creationId xmlns:a16="http://schemas.microsoft.com/office/drawing/2014/main" id="{24B2572D-7F75-AD60-BE2A-BFA36116A455}"/>
              </a:ext>
            </a:extLst>
          </p:cNvPr>
          <p:cNvCxnSpPr>
            <a:cxnSpLocks/>
          </p:cNvCxnSpPr>
          <p:nvPr/>
        </p:nvCxnSpPr>
        <p:spPr>
          <a:xfrm flipV="1">
            <a:off x="3114377" y="4311698"/>
            <a:ext cx="0" cy="67179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2D811D5B-3FF3-7A8B-5EE2-18144CCAF8F5}"/>
              </a:ext>
            </a:extLst>
          </p:cNvPr>
          <p:cNvSpPr txBox="1"/>
          <p:nvPr/>
        </p:nvSpPr>
        <p:spPr>
          <a:xfrm>
            <a:off x="7443121" y="6024680"/>
            <a:ext cx="1149574" cy="215444"/>
          </a:xfrm>
          <a:prstGeom prst="rect">
            <a:avLst/>
          </a:prstGeom>
          <a:noFill/>
        </p:spPr>
        <p:txBody>
          <a:bodyPr wrap="square" lIns="0" tIns="0" rIns="0" bIns="0" rtlCol="0" anchor="t">
            <a:spAutoFit/>
          </a:bodyPr>
          <a:lstStyle/>
          <a:p>
            <a:pPr algn="ctr">
              <a:lnSpc>
                <a:spcPct val="100000"/>
              </a:lnSpc>
              <a:spcBef>
                <a:spcPts val="600"/>
              </a:spcBef>
            </a:pPr>
            <a:r>
              <a:rPr lang="en-GB" sz="700">
                <a:solidFill>
                  <a:schemeClr val="accent1"/>
                </a:solidFill>
              </a:rPr>
              <a:t>Alternative/complimentary to the log systems</a:t>
            </a:r>
          </a:p>
        </p:txBody>
      </p:sp>
      <p:cxnSp>
        <p:nvCxnSpPr>
          <p:cNvPr id="39" name="Straight Arrow Connector 38">
            <a:extLst>
              <a:ext uri="{FF2B5EF4-FFF2-40B4-BE49-F238E27FC236}">
                <a16:creationId xmlns:a16="http://schemas.microsoft.com/office/drawing/2014/main" id="{641A1ED0-9EBB-94A7-405B-297D8D0DC5F2}"/>
              </a:ext>
            </a:extLst>
          </p:cNvPr>
          <p:cNvCxnSpPr>
            <a:cxnSpLocks/>
          </p:cNvCxnSpPr>
          <p:nvPr/>
        </p:nvCxnSpPr>
        <p:spPr>
          <a:xfrm>
            <a:off x="1668999" y="3193438"/>
            <a:ext cx="1094558" cy="48509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71B5169-D23D-C1C2-6014-8A3D2B5569CF}"/>
              </a:ext>
            </a:extLst>
          </p:cNvPr>
          <p:cNvCxnSpPr>
            <a:cxnSpLocks/>
          </p:cNvCxnSpPr>
          <p:nvPr/>
        </p:nvCxnSpPr>
        <p:spPr>
          <a:xfrm>
            <a:off x="2462155" y="3792211"/>
            <a:ext cx="310262" cy="0"/>
          </a:xfrm>
          <a:prstGeom prst="straightConnector1">
            <a:avLst/>
          </a:prstGeom>
          <a:ln>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nvGrpSpPr>
          <p:cNvPr id="46" name="Group 45">
            <a:extLst>
              <a:ext uri="{FF2B5EF4-FFF2-40B4-BE49-F238E27FC236}">
                <a16:creationId xmlns:a16="http://schemas.microsoft.com/office/drawing/2014/main" id="{768D186C-89E0-3915-3410-3E942F9AF314}"/>
              </a:ext>
            </a:extLst>
          </p:cNvPr>
          <p:cNvGrpSpPr/>
          <p:nvPr/>
        </p:nvGrpSpPr>
        <p:grpSpPr>
          <a:xfrm>
            <a:off x="1791195" y="3509733"/>
            <a:ext cx="792088" cy="593933"/>
            <a:chOff x="1928666" y="4730820"/>
            <a:chExt cx="792088" cy="593933"/>
          </a:xfrm>
        </p:grpSpPr>
        <p:pic>
          <p:nvPicPr>
            <p:cNvPr id="47" name="Graphic 46" descr="Scroll outline">
              <a:extLst>
                <a:ext uri="{FF2B5EF4-FFF2-40B4-BE49-F238E27FC236}">
                  <a16:creationId xmlns:a16="http://schemas.microsoft.com/office/drawing/2014/main" id="{BF077839-8E36-1B83-3B8F-FD33D22F6DA1}"/>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085925" y="4730820"/>
              <a:ext cx="477571" cy="477571"/>
            </a:xfrm>
            <a:prstGeom prst="rect">
              <a:avLst/>
            </a:prstGeom>
          </p:spPr>
        </p:pic>
        <p:sp>
          <p:nvSpPr>
            <p:cNvPr id="48" name="TextBox 47">
              <a:extLst>
                <a:ext uri="{FF2B5EF4-FFF2-40B4-BE49-F238E27FC236}">
                  <a16:creationId xmlns:a16="http://schemas.microsoft.com/office/drawing/2014/main" id="{4A7DF24B-AE31-BFD5-23E2-7E18772F69E2}"/>
                </a:ext>
              </a:extLst>
            </p:cNvPr>
            <p:cNvSpPr txBox="1"/>
            <p:nvPr/>
          </p:nvSpPr>
          <p:spPr>
            <a:xfrm>
              <a:off x="1928666" y="5186254"/>
              <a:ext cx="792088" cy="138499"/>
            </a:xfrm>
            <a:prstGeom prst="rect">
              <a:avLst/>
            </a:prstGeom>
            <a:noFill/>
          </p:spPr>
          <p:txBody>
            <a:bodyPr wrap="square" lIns="0" tIns="0" rIns="0" bIns="0" rtlCol="0">
              <a:spAutoFit/>
            </a:bodyPr>
            <a:lstStyle/>
            <a:p>
              <a:pPr algn="ctr">
                <a:lnSpc>
                  <a:spcPct val="100000"/>
                </a:lnSpc>
                <a:spcBef>
                  <a:spcPts val="600"/>
                </a:spcBef>
              </a:pPr>
              <a:r>
                <a:rPr lang="en-GB" sz="900">
                  <a:solidFill>
                    <a:schemeClr val="accent1"/>
                  </a:solidFill>
                </a:rPr>
                <a:t>NS9415</a:t>
              </a:r>
            </a:p>
          </p:txBody>
        </p:sp>
      </p:grpSp>
      <p:pic>
        <p:nvPicPr>
          <p:cNvPr id="49" name="Picture 8" descr="Norsk Standard">
            <a:extLst>
              <a:ext uri="{FF2B5EF4-FFF2-40B4-BE49-F238E27FC236}">
                <a16:creationId xmlns:a16="http://schemas.microsoft.com/office/drawing/2014/main" id="{5D33825F-6B9B-77D4-3D20-F2369E9C412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181792" y="3566287"/>
            <a:ext cx="687043" cy="384744"/>
          </a:xfrm>
          <a:prstGeom prst="rect">
            <a:avLst/>
          </a:prstGeom>
          <a:noFill/>
          <a:extLst>
            <a:ext uri="{909E8E84-426E-40DD-AFC4-6F175D3DCCD1}">
              <a14:hiddenFill xmlns:a14="http://schemas.microsoft.com/office/drawing/2010/main">
                <a:solidFill>
                  <a:srgbClr val="FFFFFF"/>
                </a:solidFill>
              </a14:hiddenFill>
            </a:ext>
          </a:extLst>
        </p:spPr>
      </p:pic>
      <p:pic>
        <p:nvPicPr>
          <p:cNvPr id="12" name="Graphic 11" descr="List outline">
            <a:extLst>
              <a:ext uri="{FF2B5EF4-FFF2-40B4-BE49-F238E27FC236}">
                <a16:creationId xmlns:a16="http://schemas.microsoft.com/office/drawing/2014/main" id="{C5137227-8F34-F3DB-F188-BFB4BFA3DCEE}"/>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2945219" y="1385777"/>
            <a:ext cx="564412" cy="555552"/>
          </a:xfrm>
          <a:prstGeom prst="rect">
            <a:avLst/>
          </a:prstGeom>
        </p:spPr>
      </p:pic>
      <p:sp>
        <p:nvSpPr>
          <p:cNvPr id="30" name="TextBox 29">
            <a:extLst>
              <a:ext uri="{FF2B5EF4-FFF2-40B4-BE49-F238E27FC236}">
                <a16:creationId xmlns:a16="http://schemas.microsoft.com/office/drawing/2014/main" id="{AC0869FF-8AB4-D9A1-6950-140D7F424AAC}"/>
              </a:ext>
            </a:extLst>
          </p:cNvPr>
          <p:cNvSpPr txBox="1"/>
          <p:nvPr/>
        </p:nvSpPr>
        <p:spPr>
          <a:xfrm>
            <a:off x="2830827" y="1929581"/>
            <a:ext cx="792088" cy="415498"/>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Source (informal) requirements</a:t>
            </a:r>
            <a:endParaRPr lang="en-GB" sz="900">
              <a:solidFill>
                <a:schemeClr val="accent1"/>
              </a:solidFill>
              <a:cs typeface="Arial"/>
            </a:endParaRPr>
          </a:p>
        </p:txBody>
      </p:sp>
      <p:cxnSp>
        <p:nvCxnSpPr>
          <p:cNvPr id="31" name="Straight Arrow Connector 30">
            <a:extLst>
              <a:ext uri="{FF2B5EF4-FFF2-40B4-BE49-F238E27FC236}">
                <a16:creationId xmlns:a16="http://schemas.microsoft.com/office/drawing/2014/main" id="{30D697A7-15A4-B359-7E8A-160250AE6F9C}"/>
              </a:ext>
            </a:extLst>
          </p:cNvPr>
          <p:cNvCxnSpPr>
            <a:cxnSpLocks/>
          </p:cNvCxnSpPr>
          <p:nvPr/>
        </p:nvCxnSpPr>
        <p:spPr>
          <a:xfrm flipV="1">
            <a:off x="2630014" y="1679943"/>
            <a:ext cx="340809" cy="218726"/>
          </a:xfrm>
          <a:prstGeom prst="straightConnector1">
            <a:avLst/>
          </a:prstGeom>
          <a:ln>
            <a:solidFill>
              <a:schemeClr val="accent1"/>
            </a:solidFill>
            <a:prstDash val="dash"/>
            <a:tailEnd type="arrow"/>
          </a:ln>
        </p:spPr>
        <p:style>
          <a:lnRef idx="1">
            <a:schemeClr val="accent1"/>
          </a:lnRef>
          <a:fillRef idx="0">
            <a:schemeClr val="accent1"/>
          </a:fillRef>
          <a:effectRef idx="0">
            <a:schemeClr val="accent1"/>
          </a:effectRef>
          <a:fontRef idx="minor">
            <a:schemeClr val="tx1"/>
          </a:fontRef>
        </p:style>
      </p:cxnSp>
      <p:pic>
        <p:nvPicPr>
          <p:cNvPr id="34" name="Graphic 33" descr="User with solid fill">
            <a:extLst>
              <a:ext uri="{FF2B5EF4-FFF2-40B4-BE49-F238E27FC236}">
                <a16:creationId xmlns:a16="http://schemas.microsoft.com/office/drawing/2014/main" id="{5FCDBA28-9C71-FB67-2538-2A60C45FF0B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flipH="1">
            <a:off x="2592573" y="1562986"/>
            <a:ext cx="246320" cy="245435"/>
          </a:xfrm>
          <a:prstGeom prst="rect">
            <a:avLst/>
          </a:prstGeom>
        </p:spPr>
      </p:pic>
      <p:sp>
        <p:nvSpPr>
          <p:cNvPr id="27" name="TextBox 26">
            <a:extLst>
              <a:ext uri="{FF2B5EF4-FFF2-40B4-BE49-F238E27FC236}">
                <a16:creationId xmlns:a16="http://schemas.microsoft.com/office/drawing/2014/main" id="{AB9962A0-373F-DBD6-A1D9-66A83C1E2F27}"/>
              </a:ext>
            </a:extLst>
          </p:cNvPr>
          <p:cNvSpPr txBox="1"/>
          <p:nvPr/>
        </p:nvSpPr>
        <p:spPr>
          <a:xfrm>
            <a:off x="2531814" y="1428010"/>
            <a:ext cx="35803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SME</a:t>
            </a:r>
          </a:p>
        </p:txBody>
      </p:sp>
      <p:sp>
        <p:nvSpPr>
          <p:cNvPr id="28" name="Freeform: Shape 27">
            <a:extLst>
              <a:ext uri="{FF2B5EF4-FFF2-40B4-BE49-F238E27FC236}">
                <a16:creationId xmlns:a16="http://schemas.microsoft.com/office/drawing/2014/main" id="{15DEC269-6B75-0FB7-46EF-4ABB9828BFBF}"/>
              </a:ext>
            </a:extLst>
          </p:cNvPr>
          <p:cNvSpPr/>
          <p:nvPr/>
        </p:nvSpPr>
        <p:spPr>
          <a:xfrm flipV="1">
            <a:off x="2464195" y="2458360"/>
            <a:ext cx="1940148" cy="129599"/>
          </a:xfrm>
          <a:custGeom>
            <a:avLst/>
            <a:gdLst>
              <a:gd name="connsiteX0" fmla="*/ 0 w 894229"/>
              <a:gd name="connsiteY0" fmla="*/ 228648 h 228648"/>
              <a:gd name="connsiteX1" fmla="*/ 336176 w 894229"/>
              <a:gd name="connsiteY1" fmla="*/ 48 h 228648"/>
              <a:gd name="connsiteX2" fmla="*/ 894229 w 894229"/>
              <a:gd name="connsiteY2" fmla="*/ 208477 h 228648"/>
            </a:gdLst>
            <a:ahLst/>
            <a:cxnLst>
              <a:cxn ang="0">
                <a:pos x="connsiteX0" y="connsiteY0"/>
              </a:cxn>
              <a:cxn ang="0">
                <a:pos x="connsiteX1" y="connsiteY1"/>
              </a:cxn>
              <a:cxn ang="0">
                <a:pos x="connsiteX2" y="connsiteY2"/>
              </a:cxn>
            </a:cxnLst>
            <a:rect l="l" t="t" r="r" b="b"/>
            <a:pathLst>
              <a:path w="894229" h="228648">
                <a:moveTo>
                  <a:pt x="0" y="228648"/>
                </a:moveTo>
                <a:cubicBezTo>
                  <a:pt x="93569" y="116029"/>
                  <a:pt x="187138" y="3410"/>
                  <a:pt x="336176" y="48"/>
                </a:cubicBezTo>
                <a:cubicBezTo>
                  <a:pt x="485214" y="-3314"/>
                  <a:pt x="772085" y="170377"/>
                  <a:pt x="894229" y="208477"/>
                </a:cubicBezTo>
              </a:path>
            </a:pathLst>
          </a:custGeom>
          <a:noFill/>
          <a:ln w="9525">
            <a:solidFill>
              <a:schemeClr val="accent1"/>
            </a:solidFill>
            <a:prstDash val="solid"/>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9" name="Group 28">
            <a:extLst>
              <a:ext uri="{FF2B5EF4-FFF2-40B4-BE49-F238E27FC236}">
                <a16:creationId xmlns:a16="http://schemas.microsoft.com/office/drawing/2014/main" id="{A14AC7A3-BA87-D42F-CA5C-C5326A8CA3F1}"/>
              </a:ext>
            </a:extLst>
          </p:cNvPr>
          <p:cNvGrpSpPr/>
          <p:nvPr/>
        </p:nvGrpSpPr>
        <p:grpSpPr>
          <a:xfrm>
            <a:off x="10350041" y="3593290"/>
            <a:ext cx="792088" cy="593933"/>
            <a:chOff x="7702986" y="4421064"/>
            <a:chExt cx="792088" cy="593933"/>
          </a:xfrm>
        </p:grpSpPr>
        <p:pic>
          <p:nvPicPr>
            <p:cNvPr id="33" name="Graphic 32" descr="Contract outline">
              <a:extLst>
                <a:ext uri="{FF2B5EF4-FFF2-40B4-BE49-F238E27FC236}">
                  <a16:creationId xmlns:a16="http://schemas.microsoft.com/office/drawing/2014/main" id="{B4991F67-B55F-BB68-8FE5-77A705093BD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860245" y="4421064"/>
              <a:ext cx="477571" cy="477571"/>
            </a:xfrm>
            <a:prstGeom prst="rect">
              <a:avLst/>
            </a:prstGeom>
          </p:spPr>
        </p:pic>
        <p:sp>
          <p:nvSpPr>
            <p:cNvPr id="36" name="TextBox 35">
              <a:extLst>
                <a:ext uri="{FF2B5EF4-FFF2-40B4-BE49-F238E27FC236}">
                  <a16:creationId xmlns:a16="http://schemas.microsoft.com/office/drawing/2014/main" id="{3BCB7D35-096B-5115-1F82-B6F11E96BC4A}"/>
                </a:ext>
              </a:extLst>
            </p:cNvPr>
            <p:cNvSpPr txBox="1"/>
            <p:nvPr/>
          </p:nvSpPr>
          <p:spPr>
            <a:xfrm>
              <a:off x="7702986" y="4876498"/>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rPr>
                <a:t>Service cards</a:t>
              </a:r>
              <a:endParaRPr lang="en-GB" sz="900">
                <a:solidFill>
                  <a:schemeClr val="accent1"/>
                </a:solidFill>
                <a:cs typeface="Arial"/>
              </a:endParaRPr>
            </a:p>
          </p:txBody>
        </p:sp>
      </p:grpSp>
      <p:pic>
        <p:nvPicPr>
          <p:cNvPr id="38" name="Graphic 37" descr="Document outline">
            <a:extLst>
              <a:ext uri="{FF2B5EF4-FFF2-40B4-BE49-F238E27FC236}">
                <a16:creationId xmlns:a16="http://schemas.microsoft.com/office/drawing/2014/main" id="{4F194156-88C7-440E-B1AF-E410970B1F78}"/>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11288309" y="3593987"/>
            <a:ext cx="477571" cy="477571"/>
          </a:xfrm>
          <a:prstGeom prst="rect">
            <a:avLst/>
          </a:prstGeom>
        </p:spPr>
      </p:pic>
      <p:sp>
        <p:nvSpPr>
          <p:cNvPr id="43" name="TextBox 42">
            <a:extLst>
              <a:ext uri="{FF2B5EF4-FFF2-40B4-BE49-F238E27FC236}">
                <a16:creationId xmlns:a16="http://schemas.microsoft.com/office/drawing/2014/main" id="{3C999F37-C434-78B0-CF4B-D5F9D427AA00}"/>
              </a:ext>
            </a:extLst>
          </p:cNvPr>
          <p:cNvSpPr txBox="1"/>
          <p:nvPr/>
        </p:nvSpPr>
        <p:spPr>
          <a:xfrm>
            <a:off x="11138935" y="4048724"/>
            <a:ext cx="792088" cy="138499"/>
          </a:xfrm>
          <a:prstGeom prst="rect">
            <a:avLst/>
          </a:prstGeom>
          <a:noFill/>
        </p:spPr>
        <p:txBody>
          <a:bodyPr wrap="square" lIns="0" tIns="0" rIns="0" bIns="0" rtlCol="0" anchor="t">
            <a:spAutoFit/>
          </a:bodyPr>
          <a:lstStyle/>
          <a:p>
            <a:pPr algn="ctr">
              <a:spcBef>
                <a:spcPts val="600"/>
              </a:spcBef>
            </a:pPr>
            <a:r>
              <a:rPr lang="en-GB" sz="900">
                <a:solidFill>
                  <a:schemeClr val="accent1"/>
                </a:solidFill>
                <a:cs typeface="Arial"/>
              </a:rPr>
              <a:t>User manuals</a:t>
            </a:r>
          </a:p>
        </p:txBody>
      </p:sp>
    </p:spTree>
    <p:extLst>
      <p:ext uri="{BB962C8B-B14F-4D97-AF65-F5344CB8AC3E}">
        <p14:creationId xmlns:p14="http://schemas.microsoft.com/office/powerpoint/2010/main" val="2074728485"/>
      </p:ext>
    </p:extLst>
  </p:cSld>
  <p:clrMapOvr>
    <a:masterClrMapping/>
  </p:clrMapOvr>
  <p:extLst>
    <p:ext uri="{6950BFC3-D8DA-4A85-94F7-54DA5524770B}">
      <p188:commentRel xmlns:p188="http://schemas.microsoft.com/office/powerpoint/2018/8/main" r:id="rId3"/>
    </p:ext>
  </p:extLs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7D5FA23-1854-4867-9F38-096E276DB88D}"/>
              </a:ext>
            </a:extLst>
          </p:cNvPr>
          <p:cNvSpPr>
            <a:spLocks noGrp="1"/>
          </p:cNvSpPr>
          <p:nvPr>
            <p:ph type="sldNum" sz="quarter" idx="12"/>
          </p:nvPr>
        </p:nvSpPr>
        <p:spPr/>
        <p:txBody>
          <a:bodyPr/>
          <a:lstStyle/>
          <a:p>
            <a:fld id="{5BA07366-CB75-4AA8-9E5B-928B849F427C}" type="slidenum">
              <a:rPr lang="en-GB" smtClean="0"/>
              <a:pPr/>
              <a:t>44</a:t>
            </a:fld>
            <a:endParaRPr lang="en-GB"/>
          </a:p>
        </p:txBody>
      </p:sp>
    </p:spTree>
    <p:extLst>
      <p:ext uri="{BB962C8B-B14F-4D97-AF65-F5344CB8AC3E}">
        <p14:creationId xmlns:p14="http://schemas.microsoft.com/office/powerpoint/2010/main" val="19911512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GRID]" val="[SubGrid]"/>
</p:tagLst>
</file>

<file path=ppt/tags/tag2.xml><?xml version="1.0" encoding="utf-8"?>
<p:tagLst xmlns:a="http://schemas.openxmlformats.org/drawingml/2006/main" xmlns:r="http://schemas.openxmlformats.org/officeDocument/2006/relationships" xmlns:p="http://schemas.openxmlformats.org/presentationml/2006/main">
  <p:tag name="[SUBGRID]" val="[SubGrid]"/>
</p:tagLst>
</file>

<file path=ppt/tags/tag3.xml><?xml version="1.0" encoding="utf-8"?>
<p:tagLst xmlns:a="http://schemas.openxmlformats.org/drawingml/2006/main" xmlns:r="http://schemas.openxmlformats.org/officeDocument/2006/relationships" xmlns:p="http://schemas.openxmlformats.org/presentationml/2006/main">
  <p:tag name="[SUBGRID]" val="[SubGrid]"/>
</p:tagLst>
</file>

<file path=ppt/tags/tag4.xml><?xml version="1.0" encoding="utf-8"?>
<p:tagLst xmlns:a="http://schemas.openxmlformats.org/drawingml/2006/main" xmlns:r="http://schemas.openxmlformats.org/officeDocument/2006/relationships" xmlns:p="http://schemas.openxmlformats.org/presentationml/2006/main">
  <p:tag name="[SUBGRID]" val="[SubGrid]"/>
</p:tagLst>
</file>

<file path=ppt/tags/tag5.xml><?xml version="1.0" encoding="utf-8"?>
<p:tagLst xmlns:a="http://schemas.openxmlformats.org/drawingml/2006/main" xmlns:r="http://schemas.openxmlformats.org/officeDocument/2006/relationships" xmlns:p="http://schemas.openxmlformats.org/presentationml/2006/main">
  <p:tag name="[SUBGRID]" val="[SubGrid]"/>
</p:tagLst>
</file>

<file path=ppt/tags/tag6.xml><?xml version="1.0" encoding="utf-8"?>
<p:tagLst xmlns:a="http://schemas.openxmlformats.org/drawingml/2006/main" xmlns:r="http://schemas.openxmlformats.org/officeDocument/2006/relationships" xmlns:p="http://schemas.openxmlformats.org/presentationml/2006/main">
  <p:tag name="[SUBGRID]" val="[SubGrid]"/>
</p:tagLst>
</file>

<file path=ppt/tags/tag7.xml><?xml version="1.0" encoding="utf-8"?>
<p:tagLst xmlns:a="http://schemas.openxmlformats.org/drawingml/2006/main" xmlns:r="http://schemas.openxmlformats.org/officeDocument/2006/relationships" xmlns:p="http://schemas.openxmlformats.org/presentationml/2006/main">
  <p:tag name="[SUBGRID]" val="[SubGrid]"/>
</p:tagLst>
</file>

<file path=ppt/tags/tag8.xml><?xml version="1.0" encoding="utf-8"?>
<p:tagLst xmlns:a="http://schemas.openxmlformats.org/drawingml/2006/main" xmlns:r="http://schemas.openxmlformats.org/officeDocument/2006/relationships" xmlns:p="http://schemas.openxmlformats.org/presentationml/2006/main">
  <p:tag name="[SUBGRID]" val="[SubGrid]"/>
</p:tagLst>
</file>

<file path=ppt/tags/tag9.xml><?xml version="1.0" encoding="utf-8"?>
<p:tagLst xmlns:a="http://schemas.openxmlformats.org/drawingml/2006/main" xmlns:r="http://schemas.openxmlformats.org/officeDocument/2006/relationships" xmlns:p="http://schemas.openxmlformats.org/presentationml/2006/main">
  <p:tag name="[SUBGRID]" val="[SubGrid]"/>
</p:tagLst>
</file>

<file path=ppt/tags/tag10.xml><?xml version="1.0" encoding="utf-8"?>
<p:tagLst xmlns:a="http://schemas.openxmlformats.org/drawingml/2006/main" xmlns:r="http://schemas.openxmlformats.org/officeDocument/2006/relationships" xmlns:p="http://schemas.openxmlformats.org/presentationml/2006/main">
  <p:tag name="[SUBGRID]" val="[SubGrid]"/>
</p:tagLst>
</file>

<file path=ppt/tags/tag11.xml><?xml version="1.0" encoding="utf-8"?>
<p:tagLst xmlns:a="http://schemas.openxmlformats.org/drawingml/2006/main" xmlns:r="http://schemas.openxmlformats.org/officeDocument/2006/relationships" xmlns:p="http://schemas.openxmlformats.org/presentationml/2006/main">
  <p:tag name="[SUBGRID]" val="[SubGrid]"/>
</p:tagLst>
</file>

<file path=ppt/tags/tag12.xml><?xml version="1.0" encoding="utf-8"?>
<p:tagLst xmlns:a="http://schemas.openxmlformats.org/drawingml/2006/main" xmlns:r="http://schemas.openxmlformats.org/officeDocument/2006/relationships" xmlns:p="http://schemas.openxmlformats.org/presentationml/2006/main">
  <p:tag name="[SUBGRID]" val="[SubGrid]"/>
</p:tagLst>
</file>

<file path=ppt/tags/tag13.xml><?xml version="1.0" encoding="utf-8"?>
<p:tagLst xmlns:a="http://schemas.openxmlformats.org/drawingml/2006/main" xmlns:r="http://schemas.openxmlformats.org/officeDocument/2006/relationships" xmlns:p="http://schemas.openxmlformats.org/presentationml/2006/main">
  <p:tag name="[SUBGRID]" val="[SubGrid]"/>
</p:tagLst>
</file>

<file path=ppt/tags/tag14.xml><?xml version="1.0" encoding="utf-8"?>
<p:tagLst xmlns:a="http://schemas.openxmlformats.org/drawingml/2006/main" xmlns:r="http://schemas.openxmlformats.org/officeDocument/2006/relationships" xmlns:p="http://schemas.openxmlformats.org/presentationml/2006/main">
  <p:tag name="[SUBGRID]" val="[SubGrid]"/>
</p:tagLst>
</file>

<file path=ppt/tags/tag15.xml><?xml version="1.0" encoding="utf-8"?>
<p:tagLst xmlns:a="http://schemas.openxmlformats.org/drawingml/2006/main" xmlns:r="http://schemas.openxmlformats.org/officeDocument/2006/relationships" xmlns:p="http://schemas.openxmlformats.org/presentationml/2006/main">
  <p:tag name="[SUBGRID]" val="[SubGrid]"/>
</p:tagLst>
</file>

<file path=ppt/tags/tag16.xml><?xml version="1.0" encoding="utf-8"?>
<p:tagLst xmlns:a="http://schemas.openxmlformats.org/drawingml/2006/main" xmlns:r="http://schemas.openxmlformats.org/officeDocument/2006/relationships" xmlns:p="http://schemas.openxmlformats.org/presentationml/2006/main">
  <p:tag name="[SUBGRID]" val="[SubGrid]"/>
</p:tagLst>
</file>

<file path=ppt/tags/tag17.xml><?xml version="1.0" encoding="utf-8"?>
<p:tagLst xmlns:a="http://schemas.openxmlformats.org/drawingml/2006/main" xmlns:r="http://schemas.openxmlformats.org/officeDocument/2006/relationships" xmlns:p="http://schemas.openxmlformats.org/presentationml/2006/main">
  <p:tag name="[SUBGRID]" val="[SubGrid]"/>
</p:tagLst>
</file>

<file path=ppt/tags/tag18.xml><?xml version="1.0" encoding="utf-8"?>
<p:tagLst xmlns:a="http://schemas.openxmlformats.org/drawingml/2006/main" xmlns:r="http://schemas.openxmlformats.org/officeDocument/2006/relationships" xmlns:p="http://schemas.openxmlformats.org/presentationml/2006/main">
  <p:tag name="[SUBGRID]" val="[SubGrid]"/>
</p:tagLst>
</file>

<file path=ppt/tags/tag19.xml><?xml version="1.0" encoding="utf-8"?>
<p:tagLst xmlns:a="http://schemas.openxmlformats.org/drawingml/2006/main" xmlns:r="http://schemas.openxmlformats.org/officeDocument/2006/relationships" xmlns:p="http://schemas.openxmlformats.org/presentationml/2006/main">
  <p:tag name="[SUBGRID]" val="[SubGrid]"/>
</p:tagLst>
</file>

<file path=ppt/tags/tag20.xml><?xml version="1.0" encoding="utf-8"?>
<p:tagLst xmlns:a="http://schemas.openxmlformats.org/drawingml/2006/main" xmlns:r="http://schemas.openxmlformats.org/officeDocument/2006/relationships" xmlns:p="http://schemas.openxmlformats.org/presentationml/2006/main">
  <p:tag name="[SUBGRID]" val="[SubGrid]"/>
</p:tagLst>
</file>

<file path=ppt/tags/tag21.xml><?xml version="1.0" encoding="utf-8"?>
<p:tagLst xmlns:a="http://schemas.openxmlformats.org/drawingml/2006/main" xmlns:r="http://schemas.openxmlformats.org/officeDocument/2006/relationships" xmlns:p="http://schemas.openxmlformats.org/presentationml/2006/main">
  <p:tag name="[SUBGRID]" val="[SubGrid]"/>
</p:tagLst>
</file>

<file path=ppt/tags/tag22.xml><?xml version="1.0" encoding="utf-8"?>
<p:tagLst xmlns:a="http://schemas.openxmlformats.org/drawingml/2006/main" xmlns:r="http://schemas.openxmlformats.org/officeDocument/2006/relationships" xmlns:p="http://schemas.openxmlformats.org/presentationml/2006/main">
  <p:tag name="[SUBGRID]" val="[SubGrid]"/>
</p:tagLst>
</file>

<file path=ppt/tags/tag23.xml><?xml version="1.0" encoding="utf-8"?>
<p:tagLst xmlns:a="http://schemas.openxmlformats.org/drawingml/2006/main" xmlns:r="http://schemas.openxmlformats.org/officeDocument/2006/relationships" xmlns:p="http://schemas.openxmlformats.org/presentationml/2006/main">
  <p:tag name="[SUBGRID]" val="[SubGrid]"/>
</p:tagLst>
</file>

<file path=ppt/theme/theme1.xml><?xml version="1.0" encoding="utf-8"?>
<a:theme xmlns:a="http://schemas.openxmlformats.org/drawingml/2006/main" name="DNV">
  <a:themeElements>
    <a:clrScheme name="DNV PP">
      <a:dk1>
        <a:srgbClr val="000000"/>
      </a:dk1>
      <a:lt1>
        <a:srgbClr val="FFFFFF"/>
      </a:lt1>
      <a:dk2>
        <a:srgbClr val="0F204B"/>
      </a:dk2>
      <a:lt2>
        <a:srgbClr val="F4F3EF"/>
      </a:lt2>
      <a:accent1>
        <a:srgbClr val="0F204B"/>
      </a:accent1>
      <a:accent2>
        <a:srgbClr val="99D9F0"/>
      </a:accent2>
      <a:accent3>
        <a:srgbClr val="003591"/>
      </a:accent3>
      <a:accent4>
        <a:srgbClr val="009FDA"/>
      </a:accent4>
      <a:accent5>
        <a:srgbClr val="91FFB4"/>
      </a:accent5>
      <a:accent6>
        <a:srgbClr val="3F9C35"/>
      </a:accent6>
      <a:hlink>
        <a:srgbClr val="009FDA"/>
      </a:hlink>
      <a:folHlink>
        <a:srgbClr val="3F9C35"/>
      </a:folHlink>
    </a:clrScheme>
    <a:fontScheme name="DNV">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9525">
          <a:solidFill>
            <a:schemeClr val="accent1"/>
          </a:solidFill>
        </a:ln>
      </a:spPr>
      <a:bodyPr rtlCol="0" anchor="ctr"/>
      <a:lstStyle>
        <a:defPPr algn="ctr">
          <a:lnSpc>
            <a:spcPct val="100000"/>
          </a:lnSpc>
          <a:spcBef>
            <a:spcPts val="600"/>
          </a:spcBef>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lnSpc>
            <a:spcPct val="100000"/>
          </a:lnSpc>
          <a:spcBef>
            <a:spcPts val="600"/>
          </a:spcBef>
          <a:defRPr sz="2000" dirty="0" err="1" smtClean="0">
            <a:solidFill>
              <a:schemeClr val="accent1"/>
            </a:solidFill>
          </a:defRPr>
        </a:defPPr>
      </a:lstStyle>
    </a:txDef>
  </a:objectDefaults>
  <a:extraClrSchemeLst/>
  <a:custClrLst>
    <a:custClr name="Pine forest">
      <a:srgbClr val="2B6173"/>
    </a:custClr>
    <a:custClr name="Earth">
      <a:srgbClr val="F2E6D5"/>
    </a:custClr>
    <a:custClr name="Eucalyptus">
      <a:srgbClr val="15C2BB"/>
    </a:custClr>
    <a:custClr name="Sunflower">
      <a:srgbClr val="FFF377"/>
    </a:custClr>
    <a:custClr name="Lavender">
      <a:srgbClr val="A1AAE6"/>
    </a:custClr>
    <a:custClr name="Energy Red">
      <a:srgbClr val="EB2A34"/>
    </a:custClr>
    <a:custClr name="Sandstone">
      <a:srgbClr val="CCCBC9"/>
    </a:custClr>
    <a:custClr name="Terracotta">
      <a:srgbClr val="B56700"/>
    </a:custClr>
    <a:custClr name="Warm grey">
      <a:srgbClr val="988F86"/>
    </a:custClr>
  </a:custClrLst>
  <a:extLst>
    <a:ext uri="{05A4C25C-085E-4340-85A3-A5531E510DB2}">
      <thm15:themeFamily xmlns:thm15="http://schemas.microsoft.com/office/thememl/2012/main" name="Blank.potx" id="{462ADBFF-273A-4567-B294-D5011C0B512B}" vid="{1EFF4E61-7111-49E7-B341-7E4FF95B340F}"/>
    </a:ext>
  </a:extLst>
</a:theme>
</file>

<file path=ppt/theme/theme2.xml><?xml version="1.0" encoding="utf-8"?>
<a:theme xmlns:a="http://schemas.openxmlformats.org/drawingml/2006/main" name="Office Theme">
  <a:themeElements>
    <a:clrScheme name="DNV PP">
      <a:dk1>
        <a:srgbClr val="000000"/>
      </a:dk1>
      <a:lt1>
        <a:srgbClr val="FFFFFF"/>
      </a:lt1>
      <a:dk2>
        <a:srgbClr val="0F204B"/>
      </a:dk2>
      <a:lt2>
        <a:srgbClr val="F4F3EF"/>
      </a:lt2>
      <a:accent1>
        <a:srgbClr val="0F204B"/>
      </a:accent1>
      <a:accent2>
        <a:srgbClr val="99D9F0"/>
      </a:accent2>
      <a:accent3>
        <a:srgbClr val="003591"/>
      </a:accent3>
      <a:accent4>
        <a:srgbClr val="009FDA"/>
      </a:accent4>
      <a:accent5>
        <a:srgbClr val="91FFB4"/>
      </a:accent5>
      <a:accent6>
        <a:srgbClr val="3F9C35"/>
      </a:accent6>
      <a:hlink>
        <a:srgbClr val="009FDA"/>
      </a:hlink>
      <a:folHlink>
        <a:srgbClr val="3F9C35"/>
      </a:folHlink>
    </a:clrScheme>
    <a:fontScheme name="DNV">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Pine forest">
      <a:srgbClr val="2B6173"/>
    </a:custClr>
    <a:custClr name="Earth">
      <a:srgbClr val="F2E6D5"/>
    </a:custClr>
    <a:custClr name="Eucalyptus">
      <a:srgbClr val="15C2BB"/>
    </a:custClr>
    <a:custClr name="Sunflower">
      <a:srgbClr val="FFF377"/>
    </a:custClr>
    <a:custClr name="Lavender">
      <a:srgbClr val="A1AAE6"/>
    </a:custClr>
    <a:custClr name="Energy Red">
      <a:srgbClr val="EB2A34"/>
    </a:custClr>
    <a:custClr name="Sandstone">
      <a:srgbClr val="CCCBC9"/>
    </a:custClr>
    <a:custClr name="Terracotta">
      <a:srgbClr val="B56700"/>
    </a:custClr>
    <a:custClr name="Warm grey">
      <a:srgbClr val="988F86"/>
    </a:custClr>
  </a:custClrLst>
</a:theme>
</file>

<file path=ppt/theme/theme3.xml><?xml version="1.0" encoding="utf-8"?>
<a:theme xmlns:a="http://schemas.openxmlformats.org/drawingml/2006/main" name="Office Theme">
  <a:themeElements>
    <a:clrScheme name="DNV PP">
      <a:dk1>
        <a:srgbClr val="000000"/>
      </a:dk1>
      <a:lt1>
        <a:srgbClr val="FFFFFF"/>
      </a:lt1>
      <a:dk2>
        <a:srgbClr val="0F204B"/>
      </a:dk2>
      <a:lt2>
        <a:srgbClr val="F4F3EF"/>
      </a:lt2>
      <a:accent1>
        <a:srgbClr val="0F204B"/>
      </a:accent1>
      <a:accent2>
        <a:srgbClr val="99D9F0"/>
      </a:accent2>
      <a:accent3>
        <a:srgbClr val="003591"/>
      </a:accent3>
      <a:accent4>
        <a:srgbClr val="009FDA"/>
      </a:accent4>
      <a:accent5>
        <a:srgbClr val="91FFB4"/>
      </a:accent5>
      <a:accent6>
        <a:srgbClr val="3F9C35"/>
      </a:accent6>
      <a:hlink>
        <a:srgbClr val="009FDA"/>
      </a:hlink>
      <a:folHlink>
        <a:srgbClr val="3F9C35"/>
      </a:folHlink>
    </a:clrScheme>
    <a:fontScheme name="DNV">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64528C8CDDDD4D826447AC87AC5EF1" ma:contentTypeVersion="13" ma:contentTypeDescription="Create a new document." ma:contentTypeScope="" ma:versionID="6a8c09a3181b7aeebbc6dc0a933cb5c9">
  <xsd:schema xmlns:xsd="http://www.w3.org/2001/XMLSchema" xmlns:xs="http://www.w3.org/2001/XMLSchema" xmlns:p="http://schemas.microsoft.com/office/2006/metadata/properties" xmlns:ns2="ac01c092-dc11-440e-9d65-7c87c46b39f3" xmlns:ns3="ac9689a5-0973-4ad2-99e1-f20d51631161" targetNamespace="http://schemas.microsoft.com/office/2006/metadata/properties" ma:root="true" ma:fieldsID="bb916b9e010cec90dc5c1b6bd7adacb2" ns2:_="" ns3:_="">
    <xsd:import namespace="ac01c092-dc11-440e-9d65-7c87c46b39f3"/>
    <xsd:import namespace="ac9689a5-0973-4ad2-99e1-f20d5163116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01c092-dc11-440e-9d65-7c87c46b39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0b031d9-ae19-48d6-a524-e417b27e882f"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indexed="true"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c9689a5-0973-4ad2-99e1-f20d5163116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90290b9-c78d-4a77-bd63-c1aec43e008b}" ma:internalName="TaxCatchAll" ma:showField="CatchAllData" ma:web="ac9689a5-0973-4ad2-99e1-f20d516311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c01c092-dc11-440e-9d65-7c87c46b39f3">
      <Terms xmlns="http://schemas.microsoft.com/office/infopath/2007/PartnerControls"/>
    </lcf76f155ced4ddcb4097134ff3c332f>
    <TaxCatchAll xmlns="ac9689a5-0973-4ad2-99e1-f20d5163116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BF5A8FB-569D-4293-84D7-28D2BE02EC82}">
  <ds:schemaRefs>
    <ds:schemaRef ds:uri="ac01c092-dc11-440e-9d65-7c87c46b39f3"/>
    <ds:schemaRef ds:uri="ac9689a5-0973-4ad2-99e1-f20d5163116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4FFACB8-00D2-4AE7-AA3C-15348AA1FEAB}">
  <ds:schemaRefs>
    <ds:schemaRef ds:uri="http://schemas.microsoft.com/office/infopath/2007/PartnerControls"/>
    <ds:schemaRef ds:uri="http://purl.org/dc/terms/"/>
    <ds:schemaRef ds:uri="ac9689a5-0973-4ad2-99e1-f20d51631161"/>
    <ds:schemaRef ds:uri="ac01c092-dc11-440e-9d65-7c87c46b39f3"/>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5A712BD8-2AEA-436E-BB1C-D12AB1A60194}">
  <ds:schemaRefs>
    <ds:schemaRef ds:uri="http://schemas.microsoft.com/sharepoint/v3/contenttype/forms"/>
  </ds:schemaRefs>
</ds:datastoreItem>
</file>

<file path=docMetadata/LabelInfo.xml><?xml version="1.0" encoding="utf-8"?>
<clbl:labelList xmlns:clbl="http://schemas.microsoft.com/office/2020/mipLabelMetadata">
  <clbl:label id="{48141450-2387-4aca-b41f-19cd6be9dd3c}" enabled="1" method="Standard" siteId="{adf10e2b-b6e9-41d6-be2f-c12bb566019c}" removed="0"/>
</clbl:labelList>
</file>

<file path=docProps/app.xml><?xml version="1.0" encoding="utf-8"?>
<Properties xmlns="http://schemas.openxmlformats.org/officeDocument/2006/extended-properties" xmlns:vt="http://schemas.openxmlformats.org/officeDocument/2006/docPropsVTypes">
  <Template>blank</Template>
  <TotalTime>0</TotalTime>
  <Words>8059</Words>
  <Application>Microsoft Office PowerPoint</Application>
  <PresentationFormat>Widescreen</PresentationFormat>
  <Paragraphs>861</Paragraphs>
  <Slides>44</Slides>
  <Notes>43</Notes>
  <HiddenSlides>7</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DNV</vt:lpstr>
      <vt:lpstr>Technical Roadmap</vt:lpstr>
      <vt:lpstr>Now: Procedural requirements with relational database </vt:lpstr>
      <vt:lpstr>Next: Documentation requirements with RDF graph</vt:lpstr>
      <vt:lpstr>Current system architecture</vt:lpstr>
      <vt:lpstr>A: User manual to procedural requirements</vt:lpstr>
      <vt:lpstr>A: User manual to procedural requirements</vt:lpstr>
      <vt:lpstr>A: User manual to procedural requirements – Current State</vt:lpstr>
      <vt:lpstr> B: Log system to Site Model </vt:lpstr>
      <vt:lpstr> B: Log system to Site Model – Current state </vt:lpstr>
      <vt:lpstr> B: Log system to Site Model – Current state </vt:lpstr>
      <vt:lpstr>C: Documents to technical evidence</vt:lpstr>
      <vt:lpstr>C: Documents to technical evidence  – Current state</vt:lpstr>
      <vt:lpstr>D: User-generated context to the compliance asset model</vt:lpstr>
      <vt:lpstr>D: User-generated context to the compliance asset model – Current state</vt:lpstr>
      <vt:lpstr>E: Design documents to Technical requirements</vt:lpstr>
      <vt:lpstr>E: Design documents to Technical requirements – Current state</vt:lpstr>
      <vt:lpstr>F: Reasoning and Ontology Magic</vt:lpstr>
      <vt:lpstr>F: Reasoning and Ontology Magic – Current State</vt:lpstr>
      <vt:lpstr>Technical Roadmap Overview</vt:lpstr>
      <vt:lpstr>Technical Roadmap Overview</vt:lpstr>
      <vt:lpstr>Milestone 1 overview</vt:lpstr>
      <vt:lpstr>Milestone 2 overview</vt:lpstr>
      <vt:lpstr>Milestone 3 &amp; 4 overview</vt:lpstr>
      <vt:lpstr>Milestone 5 overview</vt:lpstr>
      <vt:lpstr>Milestone 6 overview</vt:lpstr>
      <vt:lpstr>Milestone 7 overview</vt:lpstr>
      <vt:lpstr>Milestone 8 overview</vt:lpstr>
      <vt:lpstr>Milestone 9 overview</vt:lpstr>
      <vt:lpstr>Milestone 6 overview</vt:lpstr>
      <vt:lpstr>Milestone 7 overview</vt:lpstr>
      <vt:lpstr>Milestone 8 overview</vt:lpstr>
      <vt:lpstr>Future Architecture</vt:lpstr>
      <vt:lpstr>FoA architecture principles</vt:lpstr>
      <vt:lpstr>To do</vt:lpstr>
      <vt:lpstr>High level</vt:lpstr>
      <vt:lpstr>The big picture – where we want to deliver value</vt:lpstr>
      <vt:lpstr>Assurance as a Service</vt:lpstr>
      <vt:lpstr>Automated extraction of requirements</vt:lpstr>
      <vt:lpstr>Automated asset model creation</vt:lpstr>
      <vt:lpstr>Automated evidence collection</vt:lpstr>
      <vt:lpstr>Automated compliance checking (reasoning)</vt:lpstr>
      <vt:lpstr>PowerPoint Presentation</vt:lpstr>
      <vt:lpstr>Smarter Compliance for Aquaculture Farm Technology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Anand, Abhilash</dc:creator>
  <cp:lastModifiedBy>Hannevik, Martine Berglund</cp:lastModifiedBy>
  <cp:revision>2</cp:revision>
  <dcterms:created xsi:type="dcterms:W3CDTF">2026-01-22T22:28:11Z</dcterms:created>
  <dcterms:modified xsi:type="dcterms:W3CDTF">2026-08-26T08:03:52Z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www.skabelondesign.dk</vt:lpwstr>
  </property>
  <property fmtid="{D5CDD505-2E9C-101B-9397-08002B2CF9AE}" pid="3" name="DocumentInfoFinished">
    <vt:lpwstr>True</vt:lpwstr>
  </property>
  <property fmtid="{D5CDD505-2E9C-101B-9397-08002B2CF9AE}" pid="4" name="SD_DocumentLanguageString">
    <vt:lpwstr>English (United Kingdom)</vt:lpwstr>
  </property>
  <property fmtid="{D5CDD505-2E9C-101B-9397-08002B2CF9AE}" pid="5" name="SD_UserprofileName">
    <vt:lpwstr/>
  </property>
  <property fmtid="{D5CDD505-2E9C-101B-9397-08002B2CF9AE}" pid="6" name="ContentTypeId">
    <vt:lpwstr>0x010100AF64528C8CDDDD4D826447AC87AC5EF1</vt:lpwstr>
  </property>
  <property fmtid="{D5CDD505-2E9C-101B-9397-08002B2CF9AE}" pid="7" name="MediaServiceImageTags">
    <vt:lpwstr/>
  </property>
  <property fmtid="{D5CDD505-2E9C-101B-9397-08002B2CF9AE}" pid="8" name="SD_DocumentLanguage">
    <vt:lpwstr>en-GB</vt:lpwstr>
  </property>
  <property fmtid="{D5CDD505-2E9C-101B-9397-08002B2CF9AE}" pid="9" name="sdDocumentDate">
    <vt:lpwstr>46044</vt:lpwstr>
  </property>
  <property fmtid="{D5CDD505-2E9C-101B-9397-08002B2CF9AE}" pid="10" name="sdDocumentDateFormat">
    <vt:lpwstr>en-GB:dd MMMM yyyy</vt:lpwstr>
  </property>
</Properties>
</file>